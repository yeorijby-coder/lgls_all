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324" r:id="rId2"/>
    <p:sldId id="336" r:id="rId3"/>
    <p:sldId id="602" r:id="rId4"/>
    <p:sldId id="603" r:id="rId5"/>
    <p:sldId id="604" r:id="rId6"/>
  </p:sldIdLst>
  <p:sldSz cx="12192000" cy="6858000"/>
  <p:notesSz cx="7104063" cy="10234613"/>
  <p:defaultTextStyle>
    <a:defPPr>
      <a:defRPr lang="x-non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64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EB8"/>
    <a:srgbClr val="0860B5"/>
    <a:srgbClr val="7CAFDE"/>
    <a:srgbClr val="0C89CF"/>
    <a:srgbClr val="F05922"/>
    <a:srgbClr val="FFFFFF"/>
    <a:srgbClr val="00AD83"/>
    <a:srgbClr val="00A5D7"/>
    <a:srgbClr val="CCEDF7"/>
    <a:srgbClr val="CCEF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50" autoAdjust="0"/>
    <p:restoredTop sz="87758" autoAdjust="0"/>
  </p:normalViewPr>
  <p:slideViewPr>
    <p:cSldViewPr snapToGrid="0" snapToObjects="1">
      <p:cViewPr varScale="1">
        <p:scale>
          <a:sx n="67" d="100"/>
          <a:sy n="67" d="100"/>
        </p:scale>
        <p:origin x="1338" y="78"/>
      </p:cViewPr>
      <p:guideLst>
        <p:guide orient="horz" pos="236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kumimoji="1" lang="x-none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CCCBDEAD-8BE9-A64B-B512-7FBC8738AB5F}" type="datetimeFigureOut">
              <a:rPr kumimoji="1" lang="x-none" altLang="en-US" smtClean="0"/>
              <a:t>2026-08-21</a:t>
            </a:fld>
            <a:endParaRPr kumimoji="1" lang="x-none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x-none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  <a:endParaRPr kumimoji="1" lang="x-none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kumimoji="1" lang="x-none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6809E5BB-DC4B-5A4F-A108-44EC53CCBD88}" type="slidenum">
              <a:rPr kumimoji="1" lang="x-none" altLang="en-US" smtClean="0"/>
              <a:t>‹#›</a:t>
            </a:fld>
            <a:endParaRPr kumimoji="1" lang="x-none" altLang="en-US"/>
          </a:p>
        </p:txBody>
      </p:sp>
    </p:spTree>
    <p:extLst>
      <p:ext uri="{BB962C8B-B14F-4D97-AF65-F5344CB8AC3E}">
        <p14:creationId xmlns:p14="http://schemas.microsoft.com/office/powerpoint/2010/main" val="1667684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017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내용 개체 틀 12">
            <a:extLst>
              <a:ext uri="{FF2B5EF4-FFF2-40B4-BE49-F238E27FC236}">
                <a16:creationId xmlns="" xmlns:a16="http://schemas.microsoft.com/office/drawing/2014/main" id="{9BA9DA2C-C95E-46A5-8E0D-E6286E0CD6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제목 1">
            <a:extLst>
              <a:ext uri="{FF2B5EF4-FFF2-40B4-BE49-F238E27FC236}">
                <a16:creationId xmlns="" xmlns:a16="http://schemas.microsoft.com/office/drawing/2014/main" id="{4D00936D-EAFB-4588-ADC2-08053C0B2D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115" y="382263"/>
            <a:ext cx="11467506" cy="1169551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3500" b="0" i="0" kern="1200" dirty="0">
                <a:solidFill>
                  <a:schemeClr val="bg1"/>
                </a:solidFill>
                <a:latin typeface="Noto Sans CJK KR Light" panose="020B0300000000000000" pitchFamily="34" charset="-128"/>
                <a:ea typeface="Noto Sans CJK KR Light" panose="020B0300000000000000" pitchFamily="34" charset="-128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  <p:sp>
        <p:nvSpPr>
          <p:cNvPr id="14" name="부제목 2">
            <a:extLst>
              <a:ext uri="{FF2B5EF4-FFF2-40B4-BE49-F238E27FC236}">
                <a16:creationId xmlns="" xmlns:a16="http://schemas.microsoft.com/office/drawing/2014/main" id="{04246339-E64E-40EB-9A4D-A3F52BDB77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4535" y="1694101"/>
            <a:ext cx="11470085" cy="46166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kumimoji="1" lang="x-none" altLang="en-US" sz="2300" b="0" i="0" kern="1200" dirty="0">
                <a:solidFill>
                  <a:schemeClr val="bg1"/>
                </a:solidFill>
                <a:latin typeface="Noto Sans CJK KR Light" panose="020B0300000000000000" pitchFamily="34" charset="-128"/>
                <a:ea typeface="Noto Sans CJK KR Light" panose="020B0300000000000000" pitchFamily="34" charset="-128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 dirty="0"/>
              <a:t>클릭하여 마스터 부제목 스타일 편집</a:t>
            </a:r>
            <a:endParaRPr kumimoji="1" lang="x-none" altLang="en-US" dirty="0"/>
          </a:p>
        </p:txBody>
      </p:sp>
      <p:sp>
        <p:nvSpPr>
          <p:cNvPr id="22" name="텍스트 개체 틀 2">
            <a:extLst>
              <a:ext uri="{FF2B5EF4-FFF2-40B4-BE49-F238E27FC236}">
                <a16:creationId xmlns="" xmlns:a16="http://schemas.microsoft.com/office/drawing/2014/main" id="{AC8C0496-6601-4A9F-AFD7-847DE1EACC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44316" y="5963822"/>
            <a:ext cx="7393697" cy="338554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buNone/>
              <a:defRPr kumimoji="1" lang="ko-KR" altLang="en-US" sz="1600" b="0" i="0" kern="1200" dirty="0">
                <a:solidFill>
                  <a:schemeClr val="bg1"/>
                </a:solidFill>
                <a:latin typeface="Noto Sans CJK KR DemiLight" panose="020B0400000000000000" pitchFamily="34" charset="-128"/>
                <a:ea typeface="Noto Sans CJK KR DemiLight" panose="020B0400000000000000" pitchFamily="34" charset="-128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8" name="텍스트 개체 틀 2">
            <a:extLst>
              <a:ext uri="{FF2B5EF4-FFF2-40B4-BE49-F238E27FC236}">
                <a16:creationId xmlns="" xmlns:a16="http://schemas.microsoft.com/office/drawing/2014/main" id="{C21A1DF8-3D96-4A47-984C-5D14E2616D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43989" y="5673066"/>
            <a:ext cx="7393697" cy="338554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buNone/>
              <a:defRPr kumimoji="1" lang="ko-KR" altLang="en-US" sz="1600" b="0" i="0" kern="1200" dirty="0">
                <a:solidFill>
                  <a:schemeClr val="bg1"/>
                </a:solidFill>
                <a:latin typeface="Noto Sans CJK KR DemiLight" panose="020B0400000000000000" pitchFamily="34" charset="-128"/>
                <a:ea typeface="Noto Sans CJK KR DemiLight" panose="020B0400000000000000" pitchFamily="34" charset="-128"/>
                <a:cs typeface="+mn-cs"/>
              </a:defRPr>
            </a:lvl1pPr>
          </a:lstStyle>
          <a:p>
            <a:pPr lvl="0"/>
            <a:r>
              <a:rPr lang="en-US" altLang="ko-KR" dirty="0"/>
              <a:t>12/21/21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457520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내용 개체 틀 4">
            <a:extLst>
              <a:ext uri="{FF2B5EF4-FFF2-40B4-BE49-F238E27FC236}">
                <a16:creationId xmlns="" xmlns:a16="http://schemas.microsoft.com/office/drawing/2014/main" id="{6FD5F11A-7606-4DD6-A278-2CB48DEFF1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텍스트 개체 틀 2">
            <a:extLst>
              <a:ext uri="{FF2B5EF4-FFF2-40B4-BE49-F238E27FC236}">
                <a16:creationId xmlns="" xmlns:a16="http://schemas.microsoft.com/office/drawing/2014/main" id="{803850F3-FE74-6244-B739-B640C582B4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44316" y="5963822"/>
            <a:ext cx="7393697" cy="338554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buNone/>
              <a:defRPr kumimoji="1" lang="ko-KR" altLang="en-US" sz="1600" b="0" i="0" kern="1200" dirty="0">
                <a:solidFill>
                  <a:schemeClr val="bg1"/>
                </a:solidFill>
                <a:latin typeface="Noto Sans CJK KR DemiLight" panose="020B0400000000000000" pitchFamily="34" charset="-128"/>
                <a:ea typeface="Noto Sans CJK KR DemiLight" panose="020B0400000000000000" pitchFamily="34" charset="-128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="" xmlns:a16="http://schemas.microsoft.com/office/drawing/2014/main" id="{4BA3AFE5-EA86-AC40-8EFA-1C3499497B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115" y="382263"/>
            <a:ext cx="11467506" cy="1169551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3500" b="0" i="0" kern="1200" dirty="0">
                <a:solidFill>
                  <a:srgbClr val="0860B5"/>
                </a:solidFill>
                <a:latin typeface="Noto Sans CJK KR Light" panose="020B0300000000000000" pitchFamily="34" charset="-128"/>
                <a:ea typeface="Noto Sans CJK KR Light" panose="020B0300000000000000" pitchFamily="34" charset="-128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  <p:sp>
        <p:nvSpPr>
          <p:cNvPr id="11" name="부제목 2">
            <a:extLst>
              <a:ext uri="{FF2B5EF4-FFF2-40B4-BE49-F238E27FC236}">
                <a16:creationId xmlns="" xmlns:a16="http://schemas.microsoft.com/office/drawing/2014/main" id="{C00F67FF-7BEB-8B49-8747-A78B4D26B7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4535" y="1694101"/>
            <a:ext cx="11470085" cy="46166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kumimoji="1" lang="x-none" altLang="en-US" sz="2300" b="0" i="0" kern="1200" dirty="0">
                <a:solidFill>
                  <a:srgbClr val="0860B5"/>
                </a:solidFill>
                <a:latin typeface="Noto Sans CJK KR Light" panose="020B0300000000000000" pitchFamily="34" charset="-128"/>
                <a:ea typeface="Noto Sans CJK KR Light" panose="020B0300000000000000" pitchFamily="34" charset="-128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 dirty="0"/>
              <a:t>클릭하여 마스터 부제목 스타일 편집</a:t>
            </a:r>
            <a:endParaRPr kumimoji="1" lang="x-none" altLang="en-US" dirty="0"/>
          </a:p>
        </p:txBody>
      </p:sp>
      <p:sp>
        <p:nvSpPr>
          <p:cNvPr id="12" name="텍스트 개체 틀 2">
            <a:extLst>
              <a:ext uri="{FF2B5EF4-FFF2-40B4-BE49-F238E27FC236}">
                <a16:creationId xmlns="" xmlns:a16="http://schemas.microsoft.com/office/drawing/2014/main" id="{73531450-DDAD-8D44-AF2C-8D19EEC81D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43989" y="5673066"/>
            <a:ext cx="7393697" cy="338554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buNone/>
              <a:defRPr kumimoji="1" lang="ko-KR" altLang="en-US" sz="1600" b="0" i="0" kern="1200" dirty="0">
                <a:solidFill>
                  <a:schemeClr val="bg1"/>
                </a:solidFill>
                <a:latin typeface="Noto Sans CJK KR DemiLight" panose="020B0400000000000000" pitchFamily="34" charset="-128"/>
                <a:ea typeface="Noto Sans CJK KR DemiLight" panose="020B0400000000000000" pitchFamily="34" charset="-128"/>
                <a:cs typeface="+mn-cs"/>
              </a:defRPr>
            </a:lvl1pPr>
          </a:lstStyle>
          <a:p>
            <a:pPr lvl="0"/>
            <a:r>
              <a:rPr lang="en-US" altLang="ko-KR" dirty="0"/>
              <a:t>12/21/21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95660870"/>
      </p:ext>
    </p:extLst>
  </p:cSld>
  <p:clrMapOvr>
    <a:masterClrMapping/>
  </p:clrMapOvr>
  <p:timing>
    <p:tnLst>
      <p:par>
        <p:cTn id="1" dur="indefinite" restart="never" nodeType="tmRoot"/>
      </p:par>
    </p:tnLst>
  </p:timing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 슬라이드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4">
            <a:extLst>
              <a:ext uri="{FF2B5EF4-FFF2-40B4-BE49-F238E27FC236}">
                <a16:creationId xmlns="" xmlns:a16="http://schemas.microsoft.com/office/drawing/2014/main" id="{5B4467C3-31E2-4AE9-B345-40E0A71985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제목 1">
            <a:extLst>
              <a:ext uri="{FF2B5EF4-FFF2-40B4-BE49-F238E27FC236}">
                <a16:creationId xmlns="" xmlns:a16="http://schemas.microsoft.com/office/drawing/2014/main" id="{FC24977C-FFF7-46E2-BF25-C4CC5DF745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0767" y="766296"/>
            <a:ext cx="11303853" cy="461666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2400" b="0" i="0" kern="1200" dirty="0">
                <a:solidFill>
                  <a:srgbClr val="0860B5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  <p:sp>
        <p:nvSpPr>
          <p:cNvPr id="8" name="텍스트 개체 틀 7">
            <a:extLst>
              <a:ext uri="{FF2B5EF4-FFF2-40B4-BE49-F238E27FC236}">
                <a16:creationId xmlns="" xmlns:a16="http://schemas.microsoft.com/office/drawing/2014/main" id="{08CA6E8E-D299-4B9D-AB31-A263BF650E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98508" y="2828926"/>
            <a:ext cx="4437791" cy="1344612"/>
          </a:xfrm>
          <a:prstGeom prst="rect">
            <a:avLst/>
          </a:prstGeom>
        </p:spPr>
        <p:txBody>
          <a:bodyPr/>
          <a:lstStyle>
            <a:lvl1pPr marL="342900" indent="-342900">
              <a:buFont typeface="+mj-lt"/>
              <a:buAutoNum type="arabicPeriod"/>
              <a:defRPr kumimoji="1" lang="ko-KR" altLang="en-US" sz="1600" b="0" i="0" kern="1200" dirty="0">
                <a:solidFill>
                  <a:srgbClr val="0860B5"/>
                </a:solidFill>
                <a:latin typeface="Noto Sans CJK KR DemiLight" panose="020B0400000000000000" pitchFamily="34" charset="-128"/>
                <a:ea typeface="Noto Sans CJK KR DemiLight" panose="020B0400000000000000" pitchFamily="34" charset="-128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36438338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 슬라이드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4">
            <a:extLst>
              <a:ext uri="{FF2B5EF4-FFF2-40B4-BE49-F238E27FC236}">
                <a16:creationId xmlns="" xmlns:a16="http://schemas.microsoft.com/office/drawing/2014/main" id="{4D4FA792-507D-40B8-A7F3-61A36A65FBF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="" xmlns:a16="http://schemas.microsoft.com/office/drawing/2014/main" id="{4AB2FE6C-C75C-3645-B788-6A2404B70F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0767" y="766296"/>
            <a:ext cx="11303853" cy="461666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2400" b="0" i="0" kern="1200" dirty="0">
                <a:solidFill>
                  <a:srgbClr val="0860B5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  <p:sp>
        <p:nvSpPr>
          <p:cNvPr id="9" name="텍스트 개체 틀 7">
            <a:extLst>
              <a:ext uri="{FF2B5EF4-FFF2-40B4-BE49-F238E27FC236}">
                <a16:creationId xmlns="" xmlns:a16="http://schemas.microsoft.com/office/drawing/2014/main" id="{B5091852-EBB8-A541-A8A8-16C4319921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598508" y="2828926"/>
            <a:ext cx="4437791" cy="1344612"/>
          </a:xfrm>
          <a:prstGeom prst="rect">
            <a:avLst/>
          </a:prstGeom>
        </p:spPr>
        <p:txBody>
          <a:bodyPr/>
          <a:lstStyle>
            <a:lvl1pPr marL="342900" indent="-342900">
              <a:buFont typeface="+mj-lt"/>
              <a:buAutoNum type="arabicPeriod"/>
              <a:defRPr kumimoji="1" lang="ko-KR" altLang="en-US" sz="1600" b="0" i="0" kern="1200" dirty="0">
                <a:solidFill>
                  <a:srgbClr val="0860B5"/>
                </a:solidFill>
                <a:latin typeface="Noto Sans CJK KR DemiLight" panose="020B0400000000000000" pitchFamily="34" charset="-128"/>
                <a:ea typeface="Noto Sans CJK KR DemiLight" panose="020B0400000000000000" pitchFamily="34" charset="-128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750503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 1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="" xmlns:a16="http://schemas.microsoft.com/office/drawing/2014/main" id="{08CA6E8E-D299-4B9D-AB31-A263BF650E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1915" y="936626"/>
            <a:ext cx="11402705" cy="134461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kumimoji="1" lang="ko-KR" altLang="en-US" sz="1200" b="0" i="0" kern="1200" dirty="0">
                <a:solidFill>
                  <a:srgbClr val="0860B5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D6C0B549-5E97-4446-8CAF-49530080A31C}"/>
              </a:ext>
            </a:extLst>
          </p:cNvPr>
          <p:cNvSpPr/>
          <p:nvPr userDrawn="1"/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rgbClr val="CCDFF1"/>
          </a:solidFill>
          <a:ln>
            <a:solidFill>
              <a:srgbClr val="CCDFF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제목 1">
            <a:extLst>
              <a:ext uri="{FF2B5EF4-FFF2-40B4-BE49-F238E27FC236}">
                <a16:creationId xmlns="" xmlns:a16="http://schemas.microsoft.com/office/drawing/2014/main" id="{4AA83A42-C910-4435-84B5-8D8F75FE2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1700" b="0" i="0" kern="1200" dirty="0">
                <a:solidFill>
                  <a:srgbClr val="005EB8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2208863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 1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="" xmlns:a16="http://schemas.microsoft.com/office/drawing/2014/main" id="{11AF9551-790E-4CA7-B771-D7C637C8B453}"/>
              </a:ext>
            </a:extLst>
          </p:cNvPr>
          <p:cNvCxnSpPr>
            <a:cxnSpLocks/>
          </p:cNvCxnSpPr>
          <p:nvPr userDrawn="1"/>
        </p:nvCxnSpPr>
        <p:spPr>
          <a:xfrm>
            <a:off x="0" y="684000"/>
            <a:ext cx="12192000" cy="0"/>
          </a:xfrm>
          <a:prstGeom prst="line">
            <a:avLst/>
          </a:prstGeom>
          <a:ln w="19050">
            <a:solidFill>
              <a:srgbClr val="005E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7">
            <a:extLst>
              <a:ext uri="{FF2B5EF4-FFF2-40B4-BE49-F238E27FC236}">
                <a16:creationId xmlns="" xmlns:a16="http://schemas.microsoft.com/office/drawing/2014/main" id="{7AFCE21E-DC22-B34D-8209-B523DF08048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1915" y="936626"/>
            <a:ext cx="11402705" cy="134461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kumimoji="1" lang="ko-KR" altLang="en-US" sz="1200" b="0" i="0" kern="1200" dirty="0">
                <a:solidFill>
                  <a:srgbClr val="0860B5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7" name="제목 1">
            <a:extLst>
              <a:ext uri="{FF2B5EF4-FFF2-40B4-BE49-F238E27FC236}">
                <a16:creationId xmlns="" xmlns:a16="http://schemas.microsoft.com/office/drawing/2014/main" id="{66EA81CE-FA4A-4149-BCA1-DBE0C27631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1700" b="0" i="0" kern="1200" dirty="0">
                <a:solidFill>
                  <a:srgbClr val="005EB8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22421228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99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orient="horz" pos="1071" userDrawn="1">
          <p15:clr>
            <a:srgbClr val="F26B43"/>
          </p15:clr>
        </p15:guide>
        <p15:guide id="4" pos="302" userDrawn="1">
          <p15:clr>
            <a:srgbClr val="FBAE40"/>
          </p15:clr>
        </p15:guide>
        <p15:guide id="5" pos="7378" userDrawn="1">
          <p15:clr>
            <a:srgbClr val="FBAE40"/>
          </p15:clr>
        </p15:guide>
        <p15:guide id="6" orient="horz" pos="404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 2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="" xmlns:a16="http://schemas.microsoft.com/office/drawing/2014/main" id="{08CA6E8E-D299-4B9D-AB31-A263BF650E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1915" y="936626"/>
            <a:ext cx="11402705" cy="134461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kumimoji="1" lang="ko-KR" altLang="en-US" sz="1200" b="0" i="0" kern="1200" dirty="0">
                <a:solidFill>
                  <a:srgbClr val="00A5D7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D6C0B549-5E97-4446-8CAF-49530080A31C}"/>
              </a:ext>
            </a:extLst>
          </p:cNvPr>
          <p:cNvSpPr/>
          <p:nvPr userDrawn="1"/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rgbClr val="CCEDF7"/>
          </a:solidFill>
          <a:ln>
            <a:solidFill>
              <a:srgbClr val="CCEDF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제목 1">
            <a:extLst>
              <a:ext uri="{FF2B5EF4-FFF2-40B4-BE49-F238E27FC236}">
                <a16:creationId xmlns="" xmlns:a16="http://schemas.microsoft.com/office/drawing/2014/main" id="{4AA83A42-C910-4435-84B5-8D8F75FE2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1700" b="0" i="0" kern="1200" dirty="0">
                <a:solidFill>
                  <a:srgbClr val="00A5D7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10975185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 2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="" xmlns:a16="http://schemas.microsoft.com/office/drawing/2014/main" id="{981DFF20-67A8-4BBB-86C6-852496F131D7}"/>
              </a:ext>
            </a:extLst>
          </p:cNvPr>
          <p:cNvCxnSpPr>
            <a:cxnSpLocks/>
          </p:cNvCxnSpPr>
          <p:nvPr userDrawn="1"/>
        </p:nvCxnSpPr>
        <p:spPr>
          <a:xfrm>
            <a:off x="0" y="684000"/>
            <a:ext cx="12192000" cy="0"/>
          </a:xfrm>
          <a:prstGeom prst="line">
            <a:avLst/>
          </a:prstGeom>
          <a:ln w="19050">
            <a:solidFill>
              <a:srgbClr val="00A5D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7">
            <a:extLst>
              <a:ext uri="{FF2B5EF4-FFF2-40B4-BE49-F238E27FC236}">
                <a16:creationId xmlns="" xmlns:a16="http://schemas.microsoft.com/office/drawing/2014/main" id="{F80D885A-8DF5-394A-864C-CB92BF27434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1915" y="936626"/>
            <a:ext cx="11402705" cy="134461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kumimoji="1" lang="ko-KR" altLang="en-US" sz="1200" b="0" i="0" kern="1200" dirty="0">
                <a:solidFill>
                  <a:srgbClr val="00A5D7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7" name="제목 1">
            <a:extLst>
              <a:ext uri="{FF2B5EF4-FFF2-40B4-BE49-F238E27FC236}">
                <a16:creationId xmlns="" xmlns:a16="http://schemas.microsoft.com/office/drawing/2014/main" id="{363FE54A-9D31-F945-9FDF-CA5B598975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1700" b="0" i="0" kern="1200" dirty="0">
                <a:solidFill>
                  <a:srgbClr val="00A5D7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41003526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 3 (1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텍스트 개체 틀 7">
            <a:extLst>
              <a:ext uri="{FF2B5EF4-FFF2-40B4-BE49-F238E27FC236}">
                <a16:creationId xmlns="" xmlns:a16="http://schemas.microsoft.com/office/drawing/2014/main" id="{08CA6E8E-D299-4B9D-AB31-A263BF650E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1915" y="936626"/>
            <a:ext cx="11402705" cy="134461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kumimoji="1" lang="ko-KR" altLang="en-US" sz="1200" b="0" i="0" kern="1200" dirty="0">
                <a:solidFill>
                  <a:srgbClr val="00AD83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="" xmlns:a16="http://schemas.microsoft.com/office/drawing/2014/main" id="{D6C0B549-5E97-4446-8CAF-49530080A31C}"/>
              </a:ext>
            </a:extLst>
          </p:cNvPr>
          <p:cNvSpPr/>
          <p:nvPr userDrawn="1"/>
        </p:nvSpPr>
        <p:spPr>
          <a:xfrm>
            <a:off x="0" y="0"/>
            <a:ext cx="12192000" cy="684000"/>
          </a:xfrm>
          <a:prstGeom prst="rect">
            <a:avLst/>
          </a:prstGeom>
          <a:solidFill>
            <a:srgbClr val="CCEFE6"/>
          </a:solidFill>
          <a:ln>
            <a:solidFill>
              <a:srgbClr val="CCEF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제목 1">
            <a:extLst>
              <a:ext uri="{FF2B5EF4-FFF2-40B4-BE49-F238E27FC236}">
                <a16:creationId xmlns="" xmlns:a16="http://schemas.microsoft.com/office/drawing/2014/main" id="{4AA83A42-C910-4435-84B5-8D8F75FE2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1700" b="0" i="0" kern="1200" dirty="0">
                <a:solidFill>
                  <a:srgbClr val="00AD83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1813069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슬라이드 3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="" xmlns:a16="http://schemas.microsoft.com/office/drawing/2014/main" id="{15CB9AE7-FBFB-4E08-B863-5E6B573494F3}"/>
              </a:ext>
            </a:extLst>
          </p:cNvPr>
          <p:cNvCxnSpPr>
            <a:cxnSpLocks/>
          </p:cNvCxnSpPr>
          <p:nvPr userDrawn="1"/>
        </p:nvCxnSpPr>
        <p:spPr>
          <a:xfrm>
            <a:off x="0" y="684000"/>
            <a:ext cx="12192000" cy="0"/>
          </a:xfrm>
          <a:prstGeom prst="line">
            <a:avLst/>
          </a:prstGeom>
          <a:ln w="19050">
            <a:solidFill>
              <a:srgbClr val="00AD8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텍스트 개체 틀 7">
            <a:extLst>
              <a:ext uri="{FF2B5EF4-FFF2-40B4-BE49-F238E27FC236}">
                <a16:creationId xmlns="" xmlns:a16="http://schemas.microsoft.com/office/drawing/2014/main" id="{809A1E4E-1242-724F-96A2-A5C1ED58D6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81915" y="936626"/>
            <a:ext cx="11402705" cy="1344612"/>
          </a:xfrm>
          <a:prstGeom prst="rect">
            <a:avLst/>
          </a:prstGeom>
        </p:spPr>
        <p:txBody>
          <a:bodyPr/>
          <a:lstStyle>
            <a:lvl1pPr marL="0" indent="0">
              <a:buFont typeface="+mj-lt"/>
              <a:buNone/>
              <a:defRPr kumimoji="1" lang="ko-KR" altLang="en-US" sz="1200" b="0" i="0" kern="1200" dirty="0">
                <a:solidFill>
                  <a:srgbClr val="00AD83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7" name="제목 1">
            <a:extLst>
              <a:ext uri="{FF2B5EF4-FFF2-40B4-BE49-F238E27FC236}">
                <a16:creationId xmlns="" xmlns:a16="http://schemas.microsoft.com/office/drawing/2014/main" id="{1EAD1EE1-B782-2645-9974-C48FC5F7ED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1700" b="0" i="0" kern="1200" dirty="0">
                <a:solidFill>
                  <a:srgbClr val="00AD83"/>
                </a:solidFill>
                <a:latin typeface="Noto Sans CJK KR Regular" panose="020B0500000000000000" pitchFamily="34" charset="-128"/>
                <a:ea typeface="Noto Sans CJK KR Regular" panose="020B0500000000000000" pitchFamily="34" charset="-128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8913429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94872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개정이력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>
            <a:extLst>
              <a:ext uri="{FF2B5EF4-FFF2-40B4-BE49-F238E27FC236}">
                <a16:creationId xmlns="" xmlns:a16="http://schemas.microsoft.com/office/drawing/2014/main" id="{0888AB66-B853-8B05-A047-55D11D3CB107}"/>
              </a:ext>
            </a:extLst>
          </p:cNvPr>
          <p:cNvCxnSpPr>
            <a:cxnSpLocks/>
          </p:cNvCxnSpPr>
          <p:nvPr userDrawn="1"/>
        </p:nvCxnSpPr>
        <p:spPr>
          <a:xfrm>
            <a:off x="0" y="684000"/>
            <a:ext cx="12192000" cy="0"/>
          </a:xfrm>
          <a:prstGeom prst="line">
            <a:avLst/>
          </a:prstGeom>
          <a:ln w="19050">
            <a:solidFill>
              <a:srgbClr val="005E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105A9251-BCE8-264E-6510-8F703CE9E7EA}"/>
              </a:ext>
            </a:extLst>
          </p:cNvPr>
          <p:cNvSpPr/>
          <p:nvPr userDrawn="1"/>
        </p:nvSpPr>
        <p:spPr>
          <a:xfrm>
            <a:off x="717548" y="6136650"/>
            <a:ext cx="10645775" cy="415498"/>
          </a:xfrm>
          <a:prstGeom prst="rect">
            <a:avLst/>
          </a:prstGeom>
          <a:noFill/>
          <a:ln>
            <a:noFill/>
          </a:ln>
        </p:spPr>
        <p:txBody>
          <a:bodyPr wrap="square" anchor="t">
            <a:spAutoFit/>
          </a:bodyPr>
          <a:lstStyle/>
          <a:p>
            <a:pPr marL="228600" lvl="1" indent="-228600">
              <a:buAutoNum type="arabicParenR"/>
              <a:tabLst>
                <a:tab pos="5647876" algn="l"/>
              </a:tabLst>
              <a:defRPr/>
            </a:pPr>
            <a:r>
              <a:rPr lang="ko-KR" altLang="en-US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개정 사유 </a:t>
            </a:r>
            <a:r>
              <a:rPr lang="en-US" altLang="ko-KR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: </a:t>
            </a:r>
            <a:r>
              <a:rPr lang="ko-KR" altLang="en-US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제정 또는 개정 내용 이전 문서에 대해 추가</a:t>
            </a:r>
            <a:r>
              <a:rPr lang="en-US" altLang="ko-KR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/</a:t>
            </a:r>
            <a:r>
              <a:rPr lang="ko-KR" altLang="en-US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수정</a:t>
            </a:r>
            <a:r>
              <a:rPr lang="en-US" altLang="ko-KR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/</a:t>
            </a:r>
            <a:r>
              <a:rPr lang="ko-KR" altLang="en-US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삭제인지 선택 기입</a:t>
            </a:r>
            <a:endParaRPr lang="en-US" altLang="ko-KR" sz="1000" spc="-60" dirty="0">
              <a:ln>
                <a:solidFill>
                  <a:schemeClr val="bg1">
                    <a:alpha val="0"/>
                  </a:schemeClr>
                </a:solidFill>
              </a:ln>
              <a:latin typeface="Noto Sans KR" panose="020B0500000000000000" pitchFamily="34" charset="-127"/>
              <a:ea typeface="Noto Sans KR" panose="020B0500000000000000" pitchFamily="34" charset="-127"/>
            </a:endParaRPr>
          </a:p>
          <a:p>
            <a:pPr marL="228600" lvl="1" indent="-228600">
              <a:buAutoNum type="arabicParenR"/>
              <a:tabLst>
                <a:tab pos="5647876" algn="l"/>
              </a:tabLst>
              <a:defRPr/>
            </a:pPr>
            <a:r>
              <a:rPr lang="ko-KR" altLang="en-US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개정 내역 </a:t>
            </a:r>
            <a:r>
              <a:rPr lang="en-US" altLang="ko-KR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: </a:t>
            </a:r>
            <a:r>
              <a:rPr lang="ko-KR" altLang="en-US" sz="1000" spc="-6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Noto Sans KR" panose="020B0500000000000000" pitchFamily="34" charset="-127"/>
                <a:ea typeface="Noto Sans KR" panose="020B0500000000000000" pitchFamily="34" charset="-127"/>
              </a:rPr>
              <a:t>개정이 발생하는 페이지 제목과 변경 내용 기술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="" xmlns:a16="http://schemas.microsoft.com/office/drawing/2014/main" id="{EBDD308D-E6F4-EBE0-44A6-BC20443F132E}"/>
              </a:ext>
            </a:extLst>
          </p:cNvPr>
          <p:cNvCxnSpPr/>
          <p:nvPr userDrawn="1"/>
        </p:nvCxnSpPr>
        <p:spPr>
          <a:xfrm>
            <a:off x="717549" y="6115050"/>
            <a:ext cx="1064577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제목 1">
            <a:extLst>
              <a:ext uri="{FF2B5EF4-FFF2-40B4-BE49-F238E27FC236}">
                <a16:creationId xmlns="" xmlns:a16="http://schemas.microsoft.com/office/drawing/2014/main" id="{8B220F65-635A-C213-88C3-8EC9D17EFF5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 lIns="72000" tIns="36000" rIns="72000" bIns="36000" anchor="ctr">
            <a:noAutofit/>
          </a:bodyPr>
          <a:lstStyle>
            <a:lvl1pPr marL="0" algn="l" defTabSz="914400" rtl="0" eaLnBrk="1" latinLnBrk="0" hangingPunct="1">
              <a:defRPr kumimoji="1" lang="x-none" altLang="en-US" sz="1700" b="0" i="0" kern="1200" dirty="0">
                <a:solidFill>
                  <a:srgbClr val="005EB8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defRPr>
            </a:lvl1pPr>
          </a:lstStyle>
          <a:p>
            <a:r>
              <a:rPr kumimoji="1" lang="ko-KR" altLang="en-US" dirty="0"/>
              <a:t>개정이력</a:t>
            </a:r>
            <a:endParaRPr kumimoji="1" lang="x-none" altLang="en-US" dirty="0"/>
          </a:p>
        </p:txBody>
      </p:sp>
    </p:spTree>
    <p:extLst>
      <p:ext uri="{BB962C8B-B14F-4D97-AF65-F5344CB8AC3E}">
        <p14:creationId xmlns:p14="http://schemas.microsoft.com/office/powerpoint/2010/main" val="94011205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내용 개체 틀 4">
            <a:extLst>
              <a:ext uri="{FF2B5EF4-FFF2-40B4-BE49-F238E27FC236}">
                <a16:creationId xmlns="" xmlns:a16="http://schemas.microsoft.com/office/drawing/2014/main" id="{6FD5F11A-7606-4DD6-A278-2CB48DEFF15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텍스트 개체 틀 2">
            <a:extLst>
              <a:ext uri="{FF2B5EF4-FFF2-40B4-BE49-F238E27FC236}">
                <a16:creationId xmlns="" xmlns:a16="http://schemas.microsoft.com/office/drawing/2014/main" id="{803850F3-FE74-6244-B739-B640C582B4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44316" y="5963822"/>
            <a:ext cx="7393697" cy="338554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buNone/>
              <a:defRPr kumimoji="1" lang="ko-KR" altLang="en-US" sz="1600" b="0" i="0" kern="1200" dirty="0">
                <a:solidFill>
                  <a:schemeClr val="bg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="" xmlns:a16="http://schemas.microsoft.com/office/drawing/2014/main" id="{4BA3AFE5-EA86-AC40-8EFA-1C3499497B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7115" y="382263"/>
            <a:ext cx="11467506" cy="1169551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defRPr kumimoji="1" lang="x-none" altLang="en-US" sz="3500" b="0" i="0" kern="1200" dirty="0">
                <a:solidFill>
                  <a:srgbClr val="0860B5"/>
                </a:solidFill>
                <a:latin typeface="Noto Sans KR Light" panose="020B0300000000000000" pitchFamily="34" charset="-127"/>
                <a:ea typeface="Noto Sans KR Light" panose="020B0300000000000000" pitchFamily="34" charset="-127"/>
                <a:cs typeface="+mn-cs"/>
              </a:defRPr>
            </a:lvl1pPr>
          </a:lstStyle>
          <a:p>
            <a:r>
              <a:rPr kumimoji="1" lang="ko-KR" altLang="en-US" dirty="0"/>
              <a:t>마스터 제목 스타일 편집</a:t>
            </a:r>
            <a:endParaRPr kumimoji="1" lang="x-none" altLang="en-US" dirty="0"/>
          </a:p>
        </p:txBody>
      </p:sp>
      <p:sp>
        <p:nvSpPr>
          <p:cNvPr id="11" name="부제목 2">
            <a:extLst>
              <a:ext uri="{FF2B5EF4-FFF2-40B4-BE49-F238E27FC236}">
                <a16:creationId xmlns="" xmlns:a16="http://schemas.microsoft.com/office/drawing/2014/main" id="{C00F67FF-7BEB-8B49-8747-A78B4D26B7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4535" y="1694101"/>
            <a:ext cx="11470085" cy="461665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l">
              <a:buNone/>
              <a:defRPr kumimoji="1" lang="x-none" altLang="en-US" sz="2300" b="0" i="0" kern="1200" dirty="0">
                <a:solidFill>
                  <a:srgbClr val="0860B5"/>
                </a:solidFill>
                <a:latin typeface="Noto Sans KR Light" panose="020B0300000000000000" pitchFamily="34" charset="-127"/>
                <a:ea typeface="Noto Sans KR Light" panose="020B0300000000000000" pitchFamily="34" charset="-127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  <a:endParaRPr kumimoji="1" lang="x-none" altLang="en-US"/>
          </a:p>
        </p:txBody>
      </p:sp>
      <p:sp>
        <p:nvSpPr>
          <p:cNvPr id="12" name="텍스트 개체 틀 2">
            <a:extLst>
              <a:ext uri="{FF2B5EF4-FFF2-40B4-BE49-F238E27FC236}">
                <a16:creationId xmlns="" xmlns:a16="http://schemas.microsoft.com/office/drawing/2014/main" id="{73531450-DDAD-8D44-AF2C-8D19EEC81D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43989" y="5673066"/>
            <a:ext cx="7393697" cy="338554"/>
          </a:xfrm>
          <a:prstGeom prst="rect">
            <a:avLst/>
          </a:prstGeom>
        </p:spPr>
        <p:txBody>
          <a:bodyPr anchor="ctr"/>
          <a:lstStyle>
            <a:lvl1pPr marL="0" indent="0" algn="r" defTabSz="914400" rtl="0" eaLnBrk="1" latinLnBrk="0" hangingPunct="1">
              <a:buNone/>
              <a:defRPr kumimoji="1" lang="ko-KR" altLang="en-US" sz="1300" b="0" i="0" kern="1200" dirty="0">
                <a:solidFill>
                  <a:schemeClr val="bg1"/>
                </a:solidFill>
                <a:latin typeface="Noto Sans KR" panose="020B0500000000000000" pitchFamily="34" charset="-127"/>
                <a:ea typeface="Noto Sans KR" panose="020B0500000000000000" pitchFamily="34" charset="-127"/>
                <a:cs typeface="+mn-cs"/>
              </a:defRPr>
            </a:lvl1pPr>
          </a:lstStyle>
          <a:p>
            <a:pPr lvl="0"/>
            <a:r>
              <a:rPr lang="en-US" altLang="ko-KR"/>
              <a:t>12/21/21</a:t>
            </a:r>
            <a:endParaRPr lang="ko-KR" altLang="en-US"/>
          </a:p>
        </p:txBody>
      </p:sp>
      <p:sp>
        <p:nvSpPr>
          <p:cNvPr id="4" name="제목 2">
            <a:extLst>
              <a:ext uri="{FF2B5EF4-FFF2-40B4-BE49-F238E27FC236}">
                <a16:creationId xmlns="" xmlns:a16="http://schemas.microsoft.com/office/drawing/2014/main" id="{F8853DE2-50B9-F49E-7D67-5303E1EA7D5F}"/>
              </a:ext>
            </a:extLst>
          </p:cNvPr>
          <p:cNvSpPr txBox="1">
            <a:spLocks/>
          </p:cNvSpPr>
          <p:nvPr userDrawn="1"/>
        </p:nvSpPr>
        <p:spPr>
          <a:xfrm>
            <a:off x="570507" y="6311374"/>
            <a:ext cx="11467506" cy="545605"/>
          </a:xfrm>
          <a:prstGeom prst="rect">
            <a:avLst/>
          </a:prstGeom>
        </p:spPr>
        <p:txBody>
          <a:bodyPr lIns="72000" tIns="36000" rIns="72000" bIns="36000" anchor="ctr">
            <a:norm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x-none" altLang="en-US" sz="3500" b="0" i="0" kern="1200" dirty="0">
                <a:solidFill>
                  <a:srgbClr val="0860B5"/>
                </a:solidFill>
                <a:latin typeface="Noto Sans CJK KR Light" panose="020B0300000000000000" pitchFamily="34" charset="-128"/>
                <a:ea typeface="Noto Sans CJK KR Light" panose="020B0300000000000000" pitchFamily="34" charset="-128"/>
                <a:cs typeface="+mn-cs"/>
              </a:defRPr>
            </a:lvl1pPr>
          </a:lstStyle>
          <a:p>
            <a:endParaRPr lang="ko-KR" altLang="en-US" sz="1000" dirty="0">
              <a:solidFill>
                <a:schemeClr val="bg1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48471222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417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6" r:id="rId4"/>
    <p:sldLayoutId id="2147483657" r:id="rId5"/>
    <p:sldLayoutId id="2147483660" r:id="rId6"/>
    <p:sldLayoutId id="2147483658" r:id="rId7"/>
    <p:sldLayoutId id="2147483661" r:id="rId8"/>
    <p:sldLayoutId id="2147483659" r:id="rId9"/>
    <p:sldLayoutId id="2147483662" r:id="rId10"/>
    <p:sldLayoutId id="2147483652" r:id="rId11"/>
    <p:sldLayoutId id="2147483663" r:id="rId12"/>
    <p:sldLayoutId id="2147483664" r:id="rId13"/>
  </p:sldLayoutIdLst>
  <p:timing>
    <p:tnLst>
      <p:par>
        <p:cTn id="1" dur="indefinite" restart="never" nodeType="tmRoot"/>
      </p:par>
    </p:tnLst>
  </p:timing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="" xmlns:a16="http://schemas.microsoft.com/office/drawing/2014/main" id="{0BE899B4-15FE-FC46-80D4-45B5A33615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ko-KR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1</a:t>
            </a:r>
            <a:r>
              <a:rPr kumimoji="1" lang="ko-KR" altLang="en-US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공장 </a:t>
            </a:r>
            <a:r>
              <a:rPr kumimoji="1" lang="en-US" altLang="ko-KR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ECS </a:t>
            </a:r>
            <a:r>
              <a:rPr kumimoji="1" lang="ko-KR" altLang="en-US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시스템 </a:t>
            </a:r>
            <a:r>
              <a:rPr kumimoji="1" lang="ko-KR" altLang="en-US" dirty="0" err="1">
                <a:latin typeface="Noto Sans KR" panose="020B0500000000000000" pitchFamily="34" charset="-127"/>
                <a:ea typeface="Noto Sans KR" panose="020B0500000000000000" pitchFamily="34" charset="-127"/>
              </a:rPr>
              <a:t>재구축</a:t>
            </a:r>
            <a:r>
              <a:rPr kumimoji="1" lang="ko-KR" altLang="en-US" dirty="0">
                <a:latin typeface="Noto Sans KR" panose="020B0500000000000000" pitchFamily="34" charset="-127"/>
                <a:ea typeface="Noto Sans KR" panose="020B0500000000000000" pitchFamily="34" charset="-127"/>
              </a:rPr>
              <a:t> </a:t>
            </a:r>
            <a:r>
              <a:rPr kumimoji="1" lang="ko-KR" altLang="en-US" dirty="0" smtClean="0">
                <a:latin typeface="Noto Sans KR" panose="020B0500000000000000" pitchFamily="34" charset="-127"/>
                <a:ea typeface="Noto Sans KR" panose="020B0500000000000000" pitchFamily="34" charset="-127"/>
              </a:rPr>
              <a:t>수행계획서</a:t>
            </a:r>
            <a:endParaRPr kumimoji="1" lang="x-none" altLang="en-US" dirty="0"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062567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="" xmlns:a16="http://schemas.microsoft.com/office/drawing/2014/main" id="{A35C9EE9-040B-A89A-8269-FAF249A28770}"/>
              </a:ext>
            </a:extLst>
          </p:cNvPr>
          <p:cNvSpPr/>
          <p:nvPr/>
        </p:nvSpPr>
        <p:spPr>
          <a:xfrm>
            <a:off x="2385343" y="845233"/>
            <a:ext cx="284569" cy="26161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marL="0" lvl="1" algn="ctr">
              <a:tabLst>
                <a:tab pos="5647876" algn="l"/>
              </a:tabLst>
              <a:defRPr/>
            </a:pPr>
            <a:r>
              <a:rPr lang="en-US" altLang="ko-KR" sz="1050" b="1" spc="-6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1)</a:t>
            </a:r>
            <a:endParaRPr lang="ko-KR" altLang="en-US" sz="1050" b="1" spc="-6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="" xmlns:a16="http://schemas.microsoft.com/office/drawing/2014/main" id="{4AF06DC6-6E9C-1E5B-BB34-4EA018BBB302}"/>
              </a:ext>
            </a:extLst>
          </p:cNvPr>
          <p:cNvSpPr/>
          <p:nvPr/>
        </p:nvSpPr>
        <p:spPr>
          <a:xfrm>
            <a:off x="5061868" y="845233"/>
            <a:ext cx="284569" cy="26161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marL="0" lvl="1" algn="ctr">
              <a:tabLst>
                <a:tab pos="5647876" algn="l"/>
              </a:tabLst>
              <a:defRPr/>
            </a:pPr>
            <a:r>
              <a:rPr lang="en-US" altLang="ko-KR" sz="1050" b="1" spc="-6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chemeClr val="bg1"/>
                </a:solidFill>
                <a:latin typeface="Noto Sans KR" panose="020B0500000000000000" pitchFamily="34" charset="-127"/>
                <a:ea typeface="Noto Sans KR" panose="020B0500000000000000" pitchFamily="34" charset="-127"/>
              </a:rPr>
              <a:t>2)</a:t>
            </a:r>
            <a:endParaRPr lang="ko-KR" altLang="en-US" sz="1050" b="1" spc="-60">
              <a:ln>
                <a:solidFill>
                  <a:schemeClr val="bg1">
                    <a:alpha val="0"/>
                  </a:schemeClr>
                </a:solidFill>
              </a:ln>
              <a:solidFill>
                <a:schemeClr val="bg1"/>
              </a:solidFill>
              <a:latin typeface="Noto Sans KR" panose="020B0500000000000000" pitchFamily="34" charset="-127"/>
              <a:ea typeface="Noto Sans KR" panose="020B0500000000000000" pitchFamily="34" charset="-127"/>
            </a:endParaRPr>
          </a:p>
        </p:txBody>
      </p:sp>
      <p:sp>
        <p:nvSpPr>
          <p:cNvPr id="14" name="제목 13">
            <a:extLst>
              <a:ext uri="{FF2B5EF4-FFF2-40B4-BE49-F238E27FC236}">
                <a16:creationId xmlns="" xmlns:a16="http://schemas.microsoft.com/office/drawing/2014/main" id="{73221340-E832-DFAC-6D19-4EDC9EC191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sz="2200" b="1" dirty="0">
                <a:cs typeface="Noto Sans" panose="020B0502040504020204" pitchFamily="34" charset="0"/>
              </a:rPr>
              <a:t>개정이력</a:t>
            </a:r>
            <a:endParaRPr lang="ko-KR" altLang="en-US" sz="2200" dirty="0"/>
          </a:p>
        </p:txBody>
      </p:sp>
      <p:graphicFrame>
        <p:nvGraphicFramePr>
          <p:cNvPr id="15" name="표 5">
            <a:extLst>
              <a:ext uri="{FF2B5EF4-FFF2-40B4-BE49-F238E27FC236}">
                <a16:creationId xmlns="" xmlns:a16="http://schemas.microsoft.com/office/drawing/2014/main" id="{52DC286F-03F9-FAE9-F3D1-AF12F954C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7283674"/>
              </p:ext>
            </p:extLst>
          </p:nvPr>
        </p:nvGraphicFramePr>
        <p:xfrm>
          <a:off x="717549" y="900640"/>
          <a:ext cx="10645776" cy="50239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11201">
                  <a:extLst>
                    <a:ext uri="{9D8B030D-6E8A-4147-A177-3AD203B41FA5}">
                      <a16:colId xmlns="" xmlns:a16="http://schemas.microsoft.com/office/drawing/2014/main" val="2272685007"/>
                    </a:ext>
                  </a:extLst>
                </a:gridCol>
                <a:gridCol w="1019175">
                  <a:extLst>
                    <a:ext uri="{9D8B030D-6E8A-4147-A177-3AD203B41FA5}">
                      <a16:colId xmlns="" xmlns:a16="http://schemas.microsoft.com/office/drawing/2014/main" val="1919663767"/>
                    </a:ext>
                  </a:extLst>
                </a:gridCol>
                <a:gridCol w="1044305">
                  <a:extLst>
                    <a:ext uri="{9D8B030D-6E8A-4147-A177-3AD203B41FA5}">
                      <a16:colId xmlns="" xmlns:a16="http://schemas.microsoft.com/office/drawing/2014/main" val="2591033837"/>
                    </a:ext>
                  </a:extLst>
                </a:gridCol>
                <a:gridCol w="4322503">
                  <a:extLst>
                    <a:ext uri="{9D8B030D-6E8A-4147-A177-3AD203B41FA5}">
                      <a16:colId xmlns="" xmlns:a16="http://schemas.microsoft.com/office/drawing/2014/main" val="2452141826"/>
                    </a:ext>
                  </a:extLst>
                </a:gridCol>
                <a:gridCol w="1774296">
                  <a:extLst>
                    <a:ext uri="{9D8B030D-6E8A-4147-A177-3AD203B41FA5}">
                      <a16:colId xmlns="" xmlns:a16="http://schemas.microsoft.com/office/drawing/2014/main" val="3917850650"/>
                    </a:ext>
                  </a:extLst>
                </a:gridCol>
                <a:gridCol w="1774296">
                  <a:extLst>
                    <a:ext uri="{9D8B030D-6E8A-4147-A177-3AD203B41FA5}">
                      <a16:colId xmlns="" xmlns:a16="http://schemas.microsoft.com/office/drawing/2014/main" val="2382317862"/>
                    </a:ext>
                  </a:extLst>
                </a:gridCol>
              </a:tblGrid>
              <a:tr h="29243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버전</a:t>
                      </a: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60B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개정일자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60B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개정사유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60B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개정내역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60B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작성자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60B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dirty="0">
                          <a:solidFill>
                            <a:schemeClr val="bg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승인자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860B5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951259590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1.0.0</a:t>
                      </a:r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 smtClean="0">
                          <a:solidFill>
                            <a:schemeClr val="tx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2026-07-01</a:t>
                      </a:r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원본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최초 작성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0" dirty="0">
                          <a:solidFill>
                            <a:schemeClr val="tx1"/>
                          </a:solidFill>
                          <a:latin typeface="Noto Sans KR" panose="020B0500000000000000" pitchFamily="34" charset="-127"/>
                          <a:ea typeface="Noto Sans KR" panose="020B0500000000000000" pitchFamily="34" charset="-127"/>
                        </a:rPr>
                        <a:t>이석진 수석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38100" cap="flat" cmpd="sng" algn="ctr">
                      <a:solidFill>
                        <a:srgbClr val="0860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70391234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1.0.1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2026-08-21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계획 수정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20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OPEN</a:t>
                      </a:r>
                      <a:r>
                        <a:rPr lang="en-US" altLang="ko-KR" sz="120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 </a:t>
                      </a:r>
                      <a:r>
                        <a:rPr lang="ko-KR" altLang="en-US" sz="1200" baseline="0" dirty="0" smtClean="0"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일자에 맞춘 테스트 계획 수립</a:t>
                      </a:r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0" dirty="0" smtClean="0">
                          <a:solidFill>
                            <a:schemeClr val="tx1"/>
                          </a:solidFill>
                          <a:latin typeface="Noto Sans KR" panose="020B0200000000000000" pitchFamily="50" charset="-127"/>
                          <a:ea typeface="Noto Sans KR" panose="020B0200000000000000" pitchFamily="50" charset="-127"/>
                        </a:rPr>
                        <a:t>이석진 수석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200" dirty="0">
                        <a:latin typeface="Noto Sans KR" panose="020B0200000000000000" pitchFamily="50" charset="-127"/>
                        <a:ea typeface="Noto Sans KR" panose="020B0200000000000000" pitchFamily="50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226280365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93167632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794265266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3193276117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227020915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089594225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207422062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403703282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679178234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235542852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493123613"/>
                  </a:ext>
                </a:extLst>
              </a:tr>
              <a:tr h="363959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0" dirty="0">
                        <a:solidFill>
                          <a:schemeClr val="tx1"/>
                        </a:solidFill>
                        <a:latin typeface="Noto Sans KR" panose="020B0500000000000000" pitchFamily="34" charset="-127"/>
                        <a:ea typeface="Noto Sans KR" panose="020B0500000000000000" pitchFamily="34" charset="-127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952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5E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2678156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1816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C64489E-E6CF-FDA2-045B-620FFE031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30E5224-454D-336F-A0EF-80D4A85111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ko-KR" sz="2200" b="1" dirty="0">
                <a:cs typeface="Noto Sans" panose="020B0502040504020204" pitchFamily="34" charset="0"/>
              </a:rPr>
              <a:t>1</a:t>
            </a:r>
            <a:r>
              <a:rPr lang="en-US" altLang="ko-KR" sz="2200" b="1" dirty="0" smtClean="0">
                <a:cs typeface="Noto Sans" panose="020B0502040504020204" pitchFamily="34" charset="0"/>
              </a:rPr>
              <a:t>. </a:t>
            </a:r>
            <a:r>
              <a:rPr lang="en-US" altLang="ko-KR" sz="2200" b="1" dirty="0">
                <a:ln>
                  <a:solidFill>
                    <a:srgbClr val="5B9BD5">
                      <a:alpha val="0"/>
                    </a:srgbClr>
                  </a:solidFill>
                </a:ln>
                <a:cs typeface="Noto Sans" panose="020B0502040504020204" pitchFamily="34" charset="0"/>
              </a:rPr>
              <a:t>7</a:t>
            </a:r>
            <a:r>
              <a:rPr lang="ko-KR" altLang="en-US" sz="2200" b="1" dirty="0" smtClean="0">
                <a:ln>
                  <a:solidFill>
                    <a:srgbClr val="5B9BD5">
                      <a:alpha val="0"/>
                    </a:srgbClr>
                  </a:solidFill>
                </a:ln>
                <a:cs typeface="Noto Sans" panose="020B0502040504020204" pitchFamily="34" charset="0"/>
              </a:rPr>
              <a:t>월 계획</a:t>
            </a:r>
            <a:endParaRPr lang="ko-KR" altLang="en-US" sz="2200" b="1" dirty="0">
              <a:cs typeface="Noto Sans" panose="020B0502040504020204" pitchFamily="34" charset="0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="" xmlns:a16="http://schemas.microsoft.com/office/drawing/2014/main" id="{05FAF989-75EB-BA85-5E78-4D03C579E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9066881"/>
              </p:ext>
            </p:extLst>
          </p:nvPr>
        </p:nvGraphicFramePr>
        <p:xfrm>
          <a:off x="588574" y="1275520"/>
          <a:ext cx="10565203" cy="47281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328">
                  <a:extLst>
                    <a:ext uri="{9D8B030D-6E8A-4147-A177-3AD203B41FA5}">
                      <a16:colId xmlns="" xmlns:a16="http://schemas.microsoft.com/office/drawing/2014/main" val="3993421584"/>
                    </a:ext>
                  </a:extLst>
                </a:gridCol>
                <a:gridCol w="5455123">
                  <a:extLst>
                    <a:ext uri="{9D8B030D-6E8A-4147-A177-3AD203B41FA5}">
                      <a16:colId xmlns="" xmlns:a16="http://schemas.microsoft.com/office/drawing/2014/main" val="2244566139"/>
                    </a:ext>
                  </a:extLst>
                </a:gridCol>
                <a:gridCol w="1857376"/>
                <a:gridCol w="1857376"/>
              </a:tblGrid>
              <a:tr h="7283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dirty="0" smtClean="0"/>
                        <a:t>주차</a:t>
                      </a:r>
                      <a:endParaRPr lang="en-US" altLang="ko-KR" dirty="0" smtClean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smtClean="0"/>
                        <a:t>일요일 기준</a:t>
                      </a:r>
                      <a:r>
                        <a:rPr lang="en-US" altLang="ko-KR" sz="1200" dirty="0" smtClean="0"/>
                        <a:t>)</a:t>
                      </a:r>
                      <a:endParaRPr lang="ko-KR" alt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작업내용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조건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테스트 결과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743350188"/>
                  </a:ext>
                </a:extLst>
              </a:tr>
              <a:tr h="7283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7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1</a:t>
                      </a:r>
                      <a:r>
                        <a:rPr lang="ko-KR" altLang="en-US" sz="1500" b="1" dirty="0" err="1">
                          <a:latin typeface="Noto Sans Korean Regular (본문)"/>
                        </a:rPr>
                        <a:t>째주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PLC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사양 및 시나리오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,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기존 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ECS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 분석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542720119"/>
                  </a:ext>
                </a:extLst>
              </a:tr>
              <a:tr h="7600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7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2</a:t>
                      </a:r>
                      <a:r>
                        <a:rPr lang="ko-KR" altLang="en-US" sz="1500" b="1" dirty="0" err="1">
                          <a:latin typeface="Noto Sans Korean Regular (본문)"/>
                        </a:rPr>
                        <a:t>째주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통신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(EQU_TASK)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프로그램 개발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개발 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PC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2002352"/>
                  </a:ext>
                </a:extLst>
              </a:tr>
              <a:tr h="7283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7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3</a:t>
                      </a:r>
                      <a:r>
                        <a:rPr lang="ko-KR" altLang="en-US" sz="1500" b="1" dirty="0" err="1">
                          <a:latin typeface="Noto Sans Korean Regular (본문)"/>
                        </a:rPr>
                        <a:t>째주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설비 통신 테스트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PLC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복사본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완료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200493875"/>
                  </a:ext>
                </a:extLst>
              </a:tr>
              <a:tr h="7283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7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4</a:t>
                      </a:r>
                      <a:r>
                        <a:rPr lang="ko-KR" altLang="en-US" sz="1500" b="1" dirty="0" err="1">
                          <a:latin typeface="Noto Sans Korean Regular (본문)"/>
                        </a:rPr>
                        <a:t>째주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시나리오 프로그램 개발</a:t>
                      </a:r>
                      <a:endParaRPr lang="en-US" altLang="ko-KR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개발 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PC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127011241"/>
                  </a:ext>
                </a:extLst>
              </a:tr>
              <a:tr h="7283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7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5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1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차 시나리오 테스트</a:t>
                      </a:r>
                      <a:endParaRPr lang="en-US" altLang="ko-KR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PLC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복사본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개발 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PC</a:t>
                      </a:r>
                      <a:endParaRPr lang="en-US" altLang="ko-KR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완료</a:t>
                      </a:r>
                      <a:endParaRPr lang="en-US" altLang="ko-KR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537064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C64489E-E6CF-FDA2-045B-620FFE031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30E5224-454D-336F-A0EF-80D4A85111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ko-KR" sz="2200" b="1" dirty="0" smtClean="0">
                <a:cs typeface="Noto Sans" panose="020B0502040504020204" pitchFamily="34" charset="0"/>
              </a:rPr>
              <a:t>2. </a:t>
            </a:r>
            <a:r>
              <a:rPr lang="en-US" altLang="ko-KR" sz="2200" b="1" dirty="0" smtClean="0">
                <a:ln>
                  <a:solidFill>
                    <a:srgbClr val="5B9BD5">
                      <a:alpha val="0"/>
                    </a:srgbClr>
                  </a:solidFill>
                </a:ln>
                <a:cs typeface="Noto Sans" panose="020B0502040504020204" pitchFamily="34" charset="0"/>
              </a:rPr>
              <a:t>8</a:t>
            </a:r>
            <a:r>
              <a:rPr lang="ko-KR" altLang="en-US" sz="2200" b="1" dirty="0" smtClean="0">
                <a:ln>
                  <a:solidFill>
                    <a:srgbClr val="5B9BD5">
                      <a:alpha val="0"/>
                    </a:srgbClr>
                  </a:solidFill>
                </a:ln>
                <a:cs typeface="Noto Sans" panose="020B0502040504020204" pitchFamily="34" charset="0"/>
              </a:rPr>
              <a:t>월 계획</a:t>
            </a:r>
            <a:endParaRPr lang="ko-KR" altLang="en-US" sz="2200" b="1" dirty="0">
              <a:cs typeface="Noto Sans" panose="020B0502040504020204" pitchFamily="34" charset="0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="" xmlns:a16="http://schemas.microsoft.com/office/drawing/2014/main" id="{05FAF989-75EB-BA85-5E78-4D03C579E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353548"/>
              </p:ext>
            </p:extLst>
          </p:nvPr>
        </p:nvGraphicFramePr>
        <p:xfrm>
          <a:off x="588574" y="1275520"/>
          <a:ext cx="10565203" cy="54375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328">
                  <a:extLst>
                    <a:ext uri="{9D8B030D-6E8A-4147-A177-3AD203B41FA5}">
                      <a16:colId xmlns="" xmlns:a16="http://schemas.microsoft.com/office/drawing/2014/main" val="3993421584"/>
                    </a:ext>
                  </a:extLst>
                </a:gridCol>
                <a:gridCol w="5455123">
                  <a:extLst>
                    <a:ext uri="{9D8B030D-6E8A-4147-A177-3AD203B41FA5}">
                      <a16:colId xmlns="" xmlns:a16="http://schemas.microsoft.com/office/drawing/2014/main" val="2244566139"/>
                    </a:ext>
                  </a:extLst>
                </a:gridCol>
                <a:gridCol w="1857376"/>
                <a:gridCol w="1857376"/>
              </a:tblGrid>
              <a:tr h="7283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dirty="0" smtClean="0"/>
                        <a:t>주차</a:t>
                      </a:r>
                      <a:endParaRPr lang="en-US" altLang="ko-KR" dirty="0" smtClean="0"/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2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smtClean="0"/>
                        <a:t>일요일 기준</a:t>
                      </a:r>
                      <a:r>
                        <a:rPr lang="en-US" altLang="ko-KR" sz="1200" dirty="0" smtClean="0"/>
                        <a:t>)</a:t>
                      </a:r>
                      <a:endParaRPr lang="ko-KR" altLang="en-US" sz="12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작업내용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조건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테스트 결과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743350188"/>
                  </a:ext>
                </a:extLst>
              </a:tr>
              <a:tr h="7283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8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1</a:t>
                      </a:r>
                      <a:r>
                        <a:rPr lang="ko-KR" altLang="en-US" sz="1500" b="1" dirty="0" err="1">
                          <a:latin typeface="Noto Sans Korean Regular (본문)"/>
                        </a:rPr>
                        <a:t>째주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CLIENT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디자인 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개발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PC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542720119"/>
                  </a:ext>
                </a:extLst>
              </a:tr>
              <a:tr h="7600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8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2</a:t>
                      </a:r>
                      <a:r>
                        <a:rPr lang="ko-KR" altLang="en-US" sz="1500" b="1" dirty="0" err="1">
                          <a:latin typeface="Noto Sans Korean Regular (본문)"/>
                        </a:rPr>
                        <a:t>째주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1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공장 설비 접속 테스트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개발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PC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현장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PLC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완료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2002352"/>
                  </a:ext>
                </a:extLst>
              </a:tr>
              <a:tr h="7283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8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3</a:t>
                      </a:r>
                      <a:r>
                        <a:rPr lang="ko-KR" altLang="en-US" sz="1500" b="1" dirty="0" err="1">
                          <a:latin typeface="Noto Sans Korean Regular (본문)"/>
                        </a:rPr>
                        <a:t>째주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PLC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시나리오 검증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및 프로그램 수정</a:t>
                      </a:r>
                      <a:endParaRPr lang="en-US" altLang="ko-KR" sz="1500" b="1" baseline="0" dirty="0" smtClean="0">
                        <a:latin typeface="Noto Sans Korean Regular (본문)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WMS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통신 테스트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개발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PC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WMS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개발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200493875"/>
                  </a:ext>
                </a:extLst>
              </a:tr>
              <a:tr h="145669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8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4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8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5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째주</a:t>
                      </a:r>
                      <a:endParaRPr lang="ko-KR" altLang="en-US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1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차 단위 테스트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WMS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 작업대 번호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: 101 (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TR 22,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외부 입고 전용 입출고대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)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WMS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 작업대 번호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: 102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(TR 29, Picking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작업대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)</a:t>
                      </a:r>
                      <a:br>
                        <a:rPr lang="en-US" altLang="ko-KR" sz="1500" b="1" baseline="0" dirty="0" smtClean="0">
                          <a:latin typeface="Noto Sans Korean Regular (본문)"/>
                        </a:rPr>
                      </a:br>
                      <a:r>
                        <a:rPr lang="en-US" altLang="ko-KR" sz="1500" b="1" dirty="0" smtClean="0">
                          <a:latin typeface="Noto Sans Korean Regular (본문)"/>
                        </a:rPr>
                        <a:t>WMS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작업대 번호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: 103 (TR 26,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제품 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입고대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WMS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작업대 번호 </a:t>
                      </a:r>
                      <a:r>
                        <a:rPr lang="en-US" altLang="ko-KR" sz="1500" b="1" smtClean="0">
                          <a:latin typeface="Noto Sans Korean Regular (본문)"/>
                        </a:rPr>
                        <a:t>: 104 (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TR 24,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원부자재 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불출대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1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~5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호기 입출고 테스트</a:t>
                      </a:r>
                      <a:endParaRPr lang="ko-KR" altLang="en-US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개발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PC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PLC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복사본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(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청주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)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127011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1176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="" xmlns:a16="http://schemas.microsoft.com/office/drawing/2014/main" id="{1C64489E-E6CF-FDA2-045B-620FFE031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="" xmlns:a16="http://schemas.microsoft.com/office/drawing/2014/main" id="{B30E5224-454D-336F-A0EF-80D4A85111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915" y="111167"/>
            <a:ext cx="11402705" cy="461666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ko-KR" sz="2200" b="1" dirty="0" smtClean="0">
                <a:cs typeface="Noto Sans" panose="020B0502040504020204" pitchFamily="34" charset="0"/>
              </a:rPr>
              <a:t>3. </a:t>
            </a:r>
            <a:r>
              <a:rPr lang="en-US" altLang="ko-KR" sz="2200" b="1" dirty="0">
                <a:ln>
                  <a:solidFill>
                    <a:srgbClr val="5B9BD5">
                      <a:alpha val="0"/>
                    </a:srgbClr>
                  </a:solidFill>
                </a:ln>
                <a:cs typeface="Noto Sans" panose="020B0502040504020204" pitchFamily="34" charset="0"/>
              </a:rPr>
              <a:t>9</a:t>
            </a:r>
            <a:r>
              <a:rPr lang="ko-KR" altLang="en-US" sz="2200" b="1" dirty="0" smtClean="0">
                <a:ln>
                  <a:solidFill>
                    <a:srgbClr val="5B9BD5">
                      <a:alpha val="0"/>
                    </a:srgbClr>
                  </a:solidFill>
                </a:ln>
                <a:cs typeface="Noto Sans" panose="020B0502040504020204" pitchFamily="34" charset="0"/>
              </a:rPr>
              <a:t>월 계획</a:t>
            </a:r>
            <a:endParaRPr lang="ko-KR" altLang="en-US" sz="2200" b="1" dirty="0">
              <a:cs typeface="Noto Sans" panose="020B0502040504020204" pitchFamily="34" charset="0"/>
            </a:endParaRPr>
          </a:p>
        </p:txBody>
      </p:sp>
      <p:graphicFrame>
        <p:nvGraphicFramePr>
          <p:cNvPr id="3" name="표 2">
            <a:extLst>
              <a:ext uri="{FF2B5EF4-FFF2-40B4-BE49-F238E27FC236}">
                <a16:creationId xmlns="" xmlns:a16="http://schemas.microsoft.com/office/drawing/2014/main" id="{05FAF989-75EB-BA85-5E78-4D03C579E1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594818"/>
              </p:ext>
            </p:extLst>
          </p:nvPr>
        </p:nvGraphicFramePr>
        <p:xfrm>
          <a:off x="588574" y="1275520"/>
          <a:ext cx="10565203" cy="53002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5328">
                  <a:extLst>
                    <a:ext uri="{9D8B030D-6E8A-4147-A177-3AD203B41FA5}">
                      <a16:colId xmlns="" xmlns:a16="http://schemas.microsoft.com/office/drawing/2014/main" val="3993421584"/>
                    </a:ext>
                  </a:extLst>
                </a:gridCol>
                <a:gridCol w="5455123">
                  <a:extLst>
                    <a:ext uri="{9D8B030D-6E8A-4147-A177-3AD203B41FA5}">
                      <a16:colId xmlns="" xmlns:a16="http://schemas.microsoft.com/office/drawing/2014/main" val="2244566139"/>
                    </a:ext>
                  </a:extLst>
                </a:gridCol>
                <a:gridCol w="1857376"/>
                <a:gridCol w="1857376"/>
              </a:tblGrid>
              <a:tr h="7283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ko-KR" altLang="en-US" dirty="0" smtClean="0"/>
                        <a:t>주차</a:t>
                      </a:r>
                      <a:endParaRPr lang="en-US" altLang="ko-KR" dirty="0" smtClean="0"/>
                    </a:p>
                    <a:p>
                      <a:pPr algn="ctr" latinLnBrk="1">
                        <a:lnSpc>
                          <a:spcPct val="200000"/>
                        </a:lnSpc>
                      </a:pPr>
                      <a:r>
                        <a:rPr lang="en-US" altLang="ko-KR" sz="1200" dirty="0" smtClean="0"/>
                        <a:t>(</a:t>
                      </a:r>
                      <a:r>
                        <a:rPr lang="ko-KR" altLang="en-US" sz="1200" dirty="0" smtClean="0"/>
                        <a:t>일요일 기준</a:t>
                      </a:r>
                      <a:r>
                        <a:rPr lang="en-US" altLang="ko-KR" sz="1200" dirty="0" smtClean="0"/>
                        <a:t>)</a:t>
                      </a:r>
                      <a:endParaRPr lang="ko-KR" alt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작업 내용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조건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결과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743350188"/>
                  </a:ext>
                </a:extLst>
              </a:tr>
              <a:tr h="7283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9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1</a:t>
                      </a:r>
                      <a:r>
                        <a:rPr lang="ko-KR" altLang="en-US" sz="1500" b="1" dirty="0" err="1">
                          <a:latin typeface="Noto Sans Korean Regular (본문)"/>
                        </a:rPr>
                        <a:t>째주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서버 </a:t>
                      </a:r>
                      <a:r>
                        <a:rPr lang="ko-KR" altLang="en-US" sz="1500" b="1" baseline="0" dirty="0" err="1" smtClean="0">
                          <a:latin typeface="Noto Sans Korean Regular (본문)"/>
                        </a:rPr>
                        <a:t>셋팅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및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2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차 단위 테스트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WMS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 작업대 번호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: 101 (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TR 22,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외부 입고 전용 입출고대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)</a:t>
                      </a:r>
                      <a:endParaRPr lang="en-US" altLang="ko-KR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WMS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 작업대 번호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: 102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(TR 29, Picking 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작업대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1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~5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호기 입출고 테스트</a:t>
                      </a:r>
                      <a:endParaRPr lang="ko-KR" altLang="en-US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서버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PC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WMS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서버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PC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현장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PLC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3542720119"/>
                  </a:ext>
                </a:extLst>
              </a:tr>
              <a:tr h="76001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9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2</a:t>
                      </a:r>
                      <a:r>
                        <a:rPr lang="ko-KR" altLang="en-US" sz="1500" b="1" dirty="0" err="1">
                          <a:latin typeface="Noto Sans Korean Regular (본문)"/>
                        </a:rPr>
                        <a:t>째주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2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차 단위 </a:t>
                      </a:r>
                      <a:r>
                        <a:rPr lang="ko-KR" altLang="en-US" sz="1500" b="1" smtClean="0">
                          <a:latin typeface="Noto Sans Korean Regular (본문)"/>
                        </a:rPr>
                        <a:t>테스트</a:t>
                      </a:r>
                      <a:r>
                        <a:rPr lang="en-US" altLang="ko-KR" sz="1500" b="1" baseline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baseline="0" smtClean="0">
                          <a:latin typeface="Noto Sans Korean Regular (본문)"/>
                        </a:rPr>
                        <a:t>및</a:t>
                      </a:r>
                      <a:r>
                        <a:rPr lang="en-US" altLang="ko-KR" sz="1500" b="1" smtClean="0">
                          <a:latin typeface="Noto Sans Korean Regular (본문)"/>
                        </a:rPr>
                        <a:t>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CSV</a:t>
                      </a:r>
                      <a:endParaRPr lang="ko-KR" altLang="en-US" sz="1500" b="1" dirty="0" smtClean="0">
                        <a:latin typeface="Noto Sans Korean Regular (본문)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WMS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작업대 번호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: 103(TR 26,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제품 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입고대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WMS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작업대 번호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: 104(TR 24,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원부자재 </a:t>
                      </a:r>
                      <a:r>
                        <a:rPr lang="ko-KR" altLang="en-US" sz="1500" b="1" dirty="0" err="1" smtClean="0">
                          <a:latin typeface="Noto Sans Korean Regular (본문)"/>
                        </a:rPr>
                        <a:t>불출대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1</a:t>
                      </a:r>
                      <a:r>
                        <a:rPr lang="en-US" altLang="ko-KR" sz="1500" b="1" baseline="0" dirty="0" smtClean="0">
                          <a:latin typeface="Noto Sans Korean Regular (본문)"/>
                        </a:rPr>
                        <a:t>~5</a:t>
                      </a:r>
                      <a:r>
                        <a:rPr lang="ko-KR" altLang="en-US" sz="1500" b="1" baseline="0" dirty="0" smtClean="0">
                          <a:latin typeface="Noto Sans Korean Regular (본문)"/>
                        </a:rPr>
                        <a:t>호기 입출고 테스트</a:t>
                      </a:r>
                      <a:endParaRPr lang="ko-KR" altLang="en-US" sz="1500" b="1" dirty="0" smtClean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ECS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서버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PC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WMS 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서버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PC</a:t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현장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PLC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002002352"/>
                  </a:ext>
                </a:extLst>
              </a:tr>
              <a:tr h="72834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9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3</a:t>
                      </a:r>
                      <a:r>
                        <a:rPr lang="ko-KR" altLang="en-US" sz="1500" b="1" dirty="0" err="1">
                          <a:latin typeface="Noto Sans Korean Regular (본문)"/>
                        </a:rPr>
                        <a:t>째주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시스템 </a:t>
                      </a:r>
                      <a:r>
                        <a:rPr lang="en-US" altLang="ko-KR" sz="1500" b="1" dirty="0" smtClean="0">
                          <a:latin typeface="Noto Sans Korean Regular (본문)"/>
                        </a:rPr>
                        <a:t>OPEN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1200493875"/>
                  </a:ext>
                </a:extLst>
              </a:tr>
              <a:tr h="72834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500" b="1" dirty="0" smtClean="0">
                          <a:latin typeface="Noto Sans Korean Regular (본문)"/>
                        </a:rPr>
                        <a:t>9</a:t>
                      </a:r>
                      <a:r>
                        <a:rPr lang="ko-KR" altLang="en-US" sz="1500" b="1" dirty="0" smtClean="0">
                          <a:latin typeface="Noto Sans Korean Regular (본문)"/>
                        </a:rPr>
                        <a:t>월 </a:t>
                      </a:r>
                      <a:r>
                        <a:rPr lang="en-US" altLang="ko-KR" sz="1500" b="1" dirty="0">
                          <a:latin typeface="Noto Sans Korean Regular (본문)"/>
                        </a:rPr>
                        <a:t>4</a:t>
                      </a:r>
                      <a:r>
                        <a:rPr lang="ko-KR" altLang="en-US" sz="1500" b="1" dirty="0" err="1">
                          <a:latin typeface="Noto Sans Korean Regular (본문)"/>
                        </a:rPr>
                        <a:t>째주</a:t>
                      </a:r>
                      <a:endParaRPr lang="ko-KR" altLang="en-US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500" b="1" dirty="0" smtClean="0">
                          <a:latin typeface="Noto Sans Korean Regular (본문)"/>
                        </a:rPr>
                        <a:t>시스템 적용 모니터링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500" b="1" dirty="0">
                        <a:latin typeface="Noto Sans Korean Regular (본문)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="" xmlns:a16="http://schemas.microsoft.com/office/drawing/2014/main" val="2127011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107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OOSA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oto Sans Korean">
      <a:majorFont>
        <a:latin typeface="Noto Sans Korean Light"/>
        <a:ea typeface="Noto Sans Korean Light"/>
        <a:cs typeface=""/>
      </a:majorFont>
      <a:minorFont>
        <a:latin typeface="Noto Sans Korean Regular"/>
        <a:ea typeface="Noto Sans Korean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9d1b3610-9ab0-42d5-93aa-46150d723d87}" enabled="0" method="" siteId="{9d1b3610-9ab0-42d5-93aa-46150d723d87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24247</TotalTime>
  <Words>332</Words>
  <Application>Microsoft Office PowerPoint</Application>
  <PresentationFormat>와이드스크린</PresentationFormat>
  <Paragraphs>97</Paragraphs>
  <Slides>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7" baseType="lpstr">
      <vt:lpstr>Noto Sans</vt:lpstr>
      <vt:lpstr>Noto Sans CJK KR DemiLight</vt:lpstr>
      <vt:lpstr>Noto Sans CJK KR Light</vt:lpstr>
      <vt:lpstr>Noto Sans CJK KR Regular</vt:lpstr>
      <vt:lpstr>Noto Sans Korean Regular</vt:lpstr>
      <vt:lpstr>Noto Sans Korean Regular (본문)</vt:lpstr>
      <vt:lpstr>Noto Sans KR</vt:lpstr>
      <vt:lpstr>Noto Sans KR Light</vt:lpstr>
      <vt:lpstr>맑은 고딕</vt:lpstr>
      <vt:lpstr>Arial</vt:lpstr>
      <vt:lpstr>Calibri</vt:lpstr>
      <vt:lpstr>DOOSAN</vt:lpstr>
      <vt:lpstr>1공장 ECS 시스템 재구축 수행계획서</vt:lpstr>
      <vt:lpstr>개정이력</vt:lpstr>
      <vt:lpstr>1. 7월 계획</vt:lpstr>
      <vt:lpstr>2. 8월 계획</vt:lpstr>
      <vt:lpstr>3. 9월 계획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 재훈</dc:creator>
  <cp:lastModifiedBy>이석진</cp:lastModifiedBy>
  <cp:revision>839</cp:revision>
  <dcterms:created xsi:type="dcterms:W3CDTF">2021-12-06T04:47:02Z</dcterms:created>
  <dcterms:modified xsi:type="dcterms:W3CDTF">2026-08-21T05:36:23Z</dcterms:modified>
</cp:coreProperties>
</file>