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>
                <a:solidFill>
                  <a:srgbClr val="000000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>
                <a:solidFill>
                  <a:srgbClr val="C00000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C00000"/>
                </a:solidFill>
                <a:latin typeface="맑은 고딕"/>
              </a:rPr>
              <a:t>ECS Renewal   ·   Ver 1.2   ·   2026-09-10        (붉은 글씨 = 2026-09-04 판에서 바뀐 부분)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ECS&gt;판넬 보기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판넬 보기 (작업정보/상세정보/설비반송)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수동조작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40164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운전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(Ecs.exe)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시 첫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000000"/>
                </a:solidFill>
                <a:latin typeface="맑은 고딕"/>
              </a:rPr>
              <a:t>1동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전체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(랙 10열,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5대, RGV 1대,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C/V#2~#15,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)와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진행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상황을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실시간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화물이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있는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위치는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작업번호와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작업구분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색(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랙투랙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이동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으로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왼쪽에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범례표가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그려진다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C/V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레일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4개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그룹이며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
   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창에서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바꾸면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이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표에도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곧바로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반영된다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C/V#2(S/C#1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)와 C/V#11(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겸용대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현재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모드를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"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모드"로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라벨은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IMS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스테이션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코드와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명칭을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표기한다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: [101]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외부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전용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, 103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제품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(TR#24), 104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원부자재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불출대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(TR#26), 102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(TR#29/30).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상단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EQUIP / HOST / SCH 는 각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서버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프로그램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스케줄러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생존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초록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정상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빨강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끊김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이다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4</a:t>
            </a:r>
          </a:p>
        </p:txBody>
      </p:sp>
      <p:pic>
        <p:nvPicPr>
          <p:cNvPr id="8" name="Picture 7" descr="main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840" y="1353127"/>
            <a:ext cx="7658560" cy="41517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CV, SC 상태의 "WC 패스모드" 는 이 현장에 없는 기능이라 비활성이다.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S/C·RTV 레일 색은 정지 사유별로 나뉜다 : 입고 금지(주황빨강) / 출고 금지(자홍빨강) /
    입출고 정지(진빨강) / 에러(보라) / 작업중(파랑). 붉은 계열은 모두 "정지" 를 뜻하고,
    설비 에러만 보라로 빼 사람이 건 정지와 구분한다(크레인 포크는 에러 시 빨강).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C00000"/>
                </a:solidFill>
                <a:latin typeface="맑은 고딕"/>
              </a:rPr>
              <a:t>ECS&gt;판넬 보기 - 판넬 보기 (작업정보/상세정보/설비반송)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ECS ▷ 판넬 보기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작업 목록·설비 상세·크레인 반송 현황을 팝업 대화상자 대신 화면에 붙는 판넬로 본다. 버튼 3개를 각각 켜고 끈다.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판넬은 화면 상단에 가로로 넓게 붙는다(작업 목록은 열이 많아 가로가 필요하다).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상세정보·설비반송 판넬은 오른쪽에 위아래로 붙는다.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메인 화면에서 설비를 클릭하면 상세정보 판넬의 해당 탭이 그 설비로 바뀌고, 설비 대화상자도 함께 뜬다. (2026-09-10 변경 - 종전에는 판넬만 바뀌고 대화상자가 뜨지 않았다)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10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639867E-39DB-F908-3AE1-218E6AE56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250" y="3000315"/>
            <a:ext cx="1533739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11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6B90D6-1C18-5244-4956-7D7B6D78F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172" y="3000315"/>
            <a:ext cx="104789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크레인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RTV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알람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78537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트랙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2개)의 PLC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신호와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정보를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보고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작업번호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쓰기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복사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잘라내기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붙여넣기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/MZ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이동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등을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수행한다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[쓰기] 는 그 트랙의 작업번호를 새로 넣는다. 실물 화물이 있는데 시스템이 모르는 경우 작업번호를 인식시킬 때 쓴다.</a:t>
            </a:r>
            <a:r>
              <a:rPr lang="ko-KR" altLang="en-US"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비상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확인창이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뜨며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만들어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아래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참조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도착지·작업구분 입력란은 2026-09-10 에 뺐다. 이 현장은 컨베이어에 도착지·작업구분을 내려보내지 않는다 - PLC 로 나가는 것은 방향(D300+N-1)과 작업번호 트래킹(R영역)뿐이고, 구 트랙테이블 방식의 D(트랙×10) 지시 쓰기는 확정 주소와 충돌해 2026-09-02 부터 차단돼 있다.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20</a:t>
            </a:r>
          </a:p>
        </p:txBody>
      </p:sp>
      <p:pic>
        <p:nvPicPr>
          <p:cNvPr id="8" name="Picture 7" descr="cv2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6856" y="1600646"/>
            <a:ext cx="3804525" cy="420534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RGV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1873</Words>
  <Application>Microsoft Office PowerPoint</Application>
  <PresentationFormat>와이드스크린</PresentationFormat>
  <Paragraphs>271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6</cp:revision>
  <dcterms:created xsi:type="dcterms:W3CDTF">2013-01-27T09:14:16Z</dcterms:created>
  <dcterms:modified xsi:type="dcterms:W3CDTF">2026-09-09T21:33:34Z</dcterms:modified>
  <cp:category/>
</cp:coreProperties>
</file>