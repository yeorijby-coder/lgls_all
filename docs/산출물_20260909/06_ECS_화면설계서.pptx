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1.1   · 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2377440"/>
                <a:gridCol w="164592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i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3880"/>
            <a:ext cx="7498079" cy="4058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화면(Ecs.exe) 실행 시 첫 화면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1동 자동창고 전체 배치(랙 10열, 크레인 5대, RGV 1대, 컨베이어 C/V#2~#15, 작업대)와 작업 진행 상황을 실시간 표시한다.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화물이 있는 위치는 작업번호와 작업구분 색(입고/출고/피킹/랙투랙/이동)으로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화면 왼쪽에 범례표가 함께 그려진다 - 작업 색상 / C/V 상태 / S/C·RTV 상태 / S/C·RTV 레일 4개 그룹이며,
    색은 [범례] 창에서 바꾸면 이 표에도 곧바로 반영된다.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크레인 행마다 "출고대기 N" 으로 그 크레인의 출고 대기 건수([20] SC 구동대기)를 상시 표시한다.
    Ecs.ini [MENU] SCWAIT_VIEW=0 으로 이 표시를 끌 수 있다.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C/V#2(S/C#1 통로)와 C/V#11(입출고 겸용대)의 현재 입출고 모드를 "입고 모드/출고 모드"로 표시한다.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작업대 라벨은 IMS 스테이션 코드와 명칭을 함께 표기한다 : [101] 외부 입고 전용 입출고대, 103 제품 입고대(TR#24), 104 원부자재 불출대(TR#26), 102 피킹 작업대(TR#29/30).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하단 상태바 EQUIP / HOST / SCH 는 각 서버 프로그램(설비 통신/상위 통신/스케줄러)의 생존 상태(초록=정상, 빨강=끊김)이다.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ltask_ct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판넬 보기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상세정보 판넬이 켜져 있으면 메인 화면에서 설비를 클릭했을 때 팝업 대신 이 판넬의 해당 탭으로 바뀐다.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JOB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크레인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RTV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IO_LOG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MES_LOG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EQP_HIS_LOG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CLIENT_LOG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알람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56" y="1280160"/>
            <a:ext cx="380452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컨베이어(트랙 2개)의 PLC 신호와 작업 정보를 보고, 작업번호 쓰기/삭제/복사/잘라내기/붙여넣기/MZ 이동 등을 수행한다.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[작업 적기] 는 그 트랙에 작업번호·도착지를 써 넣는다. 설비의 PLC 트래킹(R영역)에도 함께 기록되므로, 설비에 놓여 있는데 시스템이 모르는 화물을 인수시킬 때 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그룹의 [H/S 배출] 은 출고 H/S 에 놓인 작업 없는 화물을 출고대로 내보낸다. 비상 확인창이 뜨며, 반자동 출고 작업을 만들어 상위 보고 없이 처리한다(아래 예외 처리 참조).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통합 태스크 (ALL_TASK)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lltask_ct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TASK\ALL_TASK\ALL_TASK.exe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 통신(EQP)·스케줄러(IO)·상위 통신(HOST) 세 프로그램을 한 창에 합친 것. 탭으로 각 화면을 보고, [제어판] 에서 태스크별로 기동·정지한다.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정지하면 그 태스크의 스레드가 끝나고 PLC 소켓·DB 연결까지 반납된다. 다시 켜면 처음부터 재기동된다.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제어판 표에 살아 있는 워커 스레드(설비통신/SC·RGV 관측/스케줄러/상위 리슨·송수신·로그)를 모두 보여 준다.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로그는 스레드별 파일로 남는다 : LOG\&lt;스레드&gt;\&lt;스레드&gt;_yyyyMMdd.log (기본 365일 보관).
    운전 이력은 종전대로 WCS_LOG_PGR 에 쌓인다.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ALL_TASK.INI [AUTOSTART] 로 켤 때 자동 기동할 태스크를 정한다(기본 수동).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설비 통신 (WCS_TASK_CV)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vtask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EQP 탭 (단독 실행 : TASK\WCS_TASK_CV\WCS_TASK_CV.exe)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마스터 PLC(XGT) 와 1소켓으로 통신하며 CV_DATA/SC_DATA_LGLS/RTV_DATA_LGLS 의 읽기값을 갱신하고 지시를 PLC 에 쓴다.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로그 창에 "주소" 열이 있어 PLC 읽기/쓰기 주소가 남는다.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[PLC 메모리 맵] 은 구 ECS 표기(W/B/R)와 실주소 변환기.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스케줄러 (IO_TASK)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sk_IO_TASK_SEMI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IO 탭 (단독 실행 : TASK\IO_TASK\IO_TASK_SEMI_FINISH.exe)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 기계. JOB_MST 를 읽어 CV/RGV/SC 지시를 내리고 완료를 판정하며 상위 보고용 상태를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서버 프로그램 - 상위 통신 (WCS_TASK_HOST)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k_TASK_LFC10_G1_ECS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126" y="1280160"/>
            <a:ext cx="702398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ALL_TASK ▷ HOST 탭 (단독 실행 : TASK\WCS_TASK_HOST\TASK_LFC10_G1_ECSCOM.exe)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WMS/IMS 와 소켓(명령 수신/보고 송신)으로 전문을 교환한다. 스테이션 코드 변환(122→101, 124→104, 126→103, 129·130→102)을 담당한다.</a:t>
            </a:r>
          </a:p>
          <a:p>
            <a:pPr algn="l"/>
            <a:r>
              <a:rPr sz="600" b="0">
                <a:solidFill>
                  <a:srgbClr val="595959"/>
                </a:solidFill>
                <a:latin typeface="맑은 고딕"/>
              </a:rPr>
              <a:t/>
            </a: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에러 보고(E)는 SC/CV/RTV 모두 대상이다.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