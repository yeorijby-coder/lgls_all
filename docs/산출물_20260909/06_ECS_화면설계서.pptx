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1.1   · 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595959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FB7B544-EF96-B7D2-5985-CB1EB489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09" y="1353127"/>
            <a:ext cx="7705222" cy="41517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39867E-39DB-F908-3AE1-218E6AE5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50" y="3000315"/>
            <a:ext cx="1533739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56" y="1280160"/>
            <a:ext cx="380452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2개)의 PLC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/MZ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등을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[</a:t>
            </a:r>
            <a:r>
              <a:rPr lang="ko-KR" altLang="en-US" sz="1000" b="0" dirty="0">
                <a:solidFill>
                  <a:srgbClr val="595959"/>
                </a:solidFill>
                <a:latin typeface="맑은 고딕"/>
              </a:rPr>
              <a:t>쓰기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는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작업번호·도착지를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써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넣는다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PLC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트래킹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R영역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기록되므로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놓여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있는데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시스템이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모르는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인수시킬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때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쓴다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1873</Words>
  <Application>Microsoft Office PowerPoint</Application>
  <PresentationFormat>와이드스크린</PresentationFormat>
  <Paragraphs>271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2026-09-09T21:33:34Z</dcterms:modified>
  <cp:category/>
</cp:coreProperties>
</file>