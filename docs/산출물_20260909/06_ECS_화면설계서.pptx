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C00000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00000"/>
                </a:solidFill>
                <a:latin typeface="맑은 고딕"/>
              </a:rPr>
              <a:t>ECS Renewal   ·   Ver 1.2   ·   2026-09-10        (붉은 글씨 = 2026-09-04 판에서 바뀐 부분)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1" y="1353127"/>
            <a:ext cx="7658558" cy="4151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2개)의 PLC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/MZ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등을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  <a:r>
              <a:rPr lang="ko-KR" altLang="en-US"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입력란은 2026-09-10 에 뺐다. 이 현장은 컨베이어에 도착지·작업구분을 내려보내지 않는다 - PLC 로 나가는 것은 방향(D300+N-1)과 작업번호 트래킹(R영역)뿐이고, 구 트랙테이블 방식의 D(트랙×10) 지시 쓰기는 확정 주소와 충돌해 2026-09-02 부터 차단돼 있다.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6856" y="1600646"/>
            <a:ext cx="3804525" cy="42053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2026-09-09T21:33:34Z</dcterms:modified>
  <cp:category/>
</cp:coreProperties>
</file>