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ECS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CADCFC"/>
                </a:solidFill>
                <a:latin typeface="맑은 고딕"/>
              </a:rPr>
              <a:t>ECS Renewal   ·   Ver 1.</a:t>
            </a:r>
            <a:r>
              <a:rPr lang="en-US" sz="1600" b="0" dirty="0">
                <a:solidFill>
                  <a:srgbClr val="CADCFC"/>
                </a:solidFill>
                <a:latin typeface="맑은 고딕"/>
              </a:rPr>
              <a:t>2</a:t>
            </a:r>
            <a:r>
              <a:rPr sz="1600" b="0" dirty="0">
                <a:solidFill>
                  <a:srgbClr val="CADCFC"/>
                </a:solidFill>
                <a:latin typeface="맑은 고딕"/>
              </a:rPr>
              <a:t>   ·   2026-09-28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기준 : EXE_NEWUI\WCS_CLIENT\Ecs.exe (Build 2026.09.17 08:18:34) + Ecs.ini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29587"/>
              </p:ext>
            </p:extLst>
          </p:nvPr>
        </p:nvGraphicFramePr>
        <p:xfrm>
          <a:off x="640080" y="1280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2026-09-09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명칭 ECS 확정, 범례 화면 내장, 판넬 보기 신설, 캡처 갱신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V1.</a:t>
                      </a: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  <a:endParaRPr sz="110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알람은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설비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에러만</a:t>
                      </a: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22222"/>
                          </a:solidFill>
                          <a:latin typeface="맑은 고딕"/>
                        </a:rPr>
                        <a:t>기타 에러</a:t>
                      </a:r>
                      <a:endParaRPr sz="110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5760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 (전체화면)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 영역 구성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리본 메뉴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왼쪽 고정 칸 ① 범례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왼쪽 고정 칸 ② 설비 반송 ·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그림 · 마우스 동작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0" y="1097280"/>
            <a:ext cx="365760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MANUAL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부록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Ecs.ini 화면 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설계 결정 · 변경 이력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0" y="1097280"/>
            <a:ext cx="365760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/ 적재용기 표시 전환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ECS 프로그램 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(경고창)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맑은 고딕"/>
              </a:rPr>
              <a:t>메인 화면 (창고 모니터링) - 전체화면 1920×1080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05" y="621792"/>
            <a:ext cx="10641940" cy="576072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메인 화면 영역 구성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39" cy="2771916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51206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1동 자동창고 전체 배치(랙 10열, 크레인 5대, RGV 1대, C/V#2~#15, 작업대)와 작업 진행을 실시간 표시한다.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실행 : Ecs.exe. 기동 시 [USER] DEFAULT_ID 로 자동 로그인한다.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설비 데이터는 [ETC] COLLECT_INTERVAL_MS=300 주기로 DB 에서 읽는다.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0" y="1097280"/>
          <a:ext cx="5943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① 제목줄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V1.0 [Build 시각] [DB:DB명@서버][실행 경로] - 길면 흘러감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② 리본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/ MANUAL / LOG 탭 + 마지막 [통신] 그룹(신호등 4개)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③ 범례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 색상 · C/V 상태 · S/C·RGV 상태 · S/C·RGV 레일 (28항목)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④ 설비 반송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S/C#1~5, RGV 현재 반송 작업 (2초 갱신)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⑤ 작업정보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진행 중 작업 목록, 탭 7개, 자동 갱신 (2초)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⑥ 설비 그림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C/V·크레인·RGV·랙·작업대·입출고 모드 (EcsLayout1.xml)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4389120"/>
            <a:ext cx="5943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크기 조절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칸 사이 손잡이(점선)를 끌면 크기가 바뀌고 Ecs.ini MAIN_UI_LEFT_W / COMM_H / LEG_H / VEH_H 에 저장된다.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창 크기를 바꾸면 왼쪽 칸 폭도 비례해 다시 저장된다. 기준값 : 1920×1080 최대화에서 LEFT_W=531.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MAIN_UI=2(왼쪽 고정 칸 배치)는 기동 시 한 번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리본 메뉴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ECS 탭</a:t>
            </a:r>
          </a:p>
        </p:txBody>
      </p:sp>
      <p:pic>
        <p:nvPicPr>
          <p:cNvPr id="4" name="Picture 3" descr="ribbon_ec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60120"/>
            <a:ext cx="3291839" cy="822959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10312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MANUAL 탭</a:t>
            </a:r>
          </a:p>
        </p:txBody>
      </p:sp>
      <p:pic>
        <p:nvPicPr>
          <p:cNvPr id="6" name="Picture 5" descr="ribbon_manual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3291839" cy="822959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297180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LOG 탭</a:t>
            </a:r>
          </a:p>
        </p:txBody>
      </p:sp>
      <p:pic>
        <p:nvPicPr>
          <p:cNvPr id="8" name="Picture 7" descr="ribbon_log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269748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95360" y="123444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통신 (모든 탭, 마지막 그룹)</a:t>
            </a:r>
          </a:p>
        </p:txBody>
      </p:sp>
      <p:pic>
        <p:nvPicPr>
          <p:cNvPr id="10" name="Picture 9" descr="ribbon_com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554480"/>
            <a:ext cx="2377440" cy="855518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21495"/>
              </p:ext>
            </p:extLst>
          </p:nvPr>
        </p:nvGraphicFramePr>
        <p:xfrm>
          <a:off x="457200" y="3657600"/>
          <a:ext cx="113385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환경설정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 연결 정의 · 로그 삭제 설정 · 범례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INI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열기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(INI_MENU=0)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뷰 / 창고 모니터링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작업정보 · 찾기 / 작업번호 · 트랙번호 · 제품정보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 sz="105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MANUAL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수동조작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5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LOG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작업로그 · HOST로그 · 설비에러이력 · 유저사용로그 · ECS프로그램로그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WMS1 · WMS2 · EQP · SCH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삼색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신호등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끊김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=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빨강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정상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=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노랑↔초록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 1초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교대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누르면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 핑(4회)·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포트를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실제로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0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점검한다</a:t>
                      </a:r>
                      <a:endParaRPr sz="105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① 범례</a:t>
            </a:r>
          </a:p>
        </p:txBody>
      </p:sp>
      <p:pic>
        <p:nvPicPr>
          <p:cNvPr id="3" name="Picture 2" descr="left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3065152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126480" y="1097280"/>
            <a:ext cx="56692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범례 (28항목, 색 = Ecs.ini [USER] USER_COLOR_*)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작업 색상 10 : 입고 · 출고 · 이동 · 랙투랙 · 호기간이동 + 반자동 5종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C/V 상태 10 : 입고대 · 출고대 · 입고 HS · 출고 HS · 일시정지 · 에러 · 수동 · 통신두절 · 검색 · 작업번호 있음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상태 3 : 작업없음(정상) · 미가동(수동) · 에러 - 크레인·RGV 포크 색이 이 범례와 같다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레일 5 : 입고 금지 · 출고 금지 · 입출고 정지 · 레일 에러 · 작업중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색은 ECS &gt; 환경설정 &gt; 범례 에서 바꾸며 저장 즉시 반영된다.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② 설비 반송 · 작업정보</a:t>
            </a:r>
          </a:p>
        </p:txBody>
      </p:sp>
      <p:pic>
        <p:nvPicPr>
          <p:cNvPr id="3" name="Picture 2" descr="left_ve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1653568"/>
          </a:xfrm>
          <a:prstGeom prst="rect">
            <a:avLst/>
          </a:prstGeom>
          <a:ln>
            <a:solidFill>
              <a:srgbClr val="C8CEDA"/>
            </a:solidFill>
          </a:ln>
        </p:spPr>
      </p:pic>
      <p:pic>
        <p:nvPicPr>
          <p:cNvPr id="4" name="Picture 3" descr="left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5303519" cy="3125648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26480" y="1097280"/>
            <a:ext cx="566928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설비 반송 (2초 갱신)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행 : S/C#1 ~ S/C#5, RGV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자재 · 팔렛 · 출발(스테이션 + 위치) · 도착(스테이션 + 위치)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크레인·RGV 가 지금 들고 있는 작업을 한눈에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108960"/>
            <a:ext cx="566928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작업정보 (자동 갱신 2초)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탭 : 전체 · 입고 · 출고 · 피킹출고 · 랙투랙 · 호기간이동 · 이동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구분 · 상태 · 출발 · 출발위치 · 도착 · 도착위치 · LOT · 제품 · 우선 · 수정시각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상태 표기 예 : [15] CV 구동중 / [16] 통로CV 구동중 / [25] SC 구동중 / [35] RGV 구동중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조건 조회·수정·삭제는 ECS &gt; 뷰 &gt; 작업정보 창에서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그림 · 마우스 동작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37360"/>
            <a:ext cx="5349240" cy="289566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0" y="1097280"/>
          <a:ext cx="59436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동작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 트랙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크레인 (가로 레일 위 칸)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SC 상태 창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RGV (세로 레일 위 칸)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RTV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더블클릭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입고 모드 / 출고 모드 글자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방향 전환 요청 (확인창)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우클릭 · 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사용하지 않음 (추후 정의)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3291840"/>
            <a:ext cx="594360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입출고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모드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전환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(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더블클릭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)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대상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: C/V#11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입출고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겸용대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122) / C/V#2 S/C#1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통로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103)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확인창에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PLC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방향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워드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주소를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보여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준다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: DIR_ADDR_CV11=310, DIR_ADDR_CV2=301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확인하면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통신이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즉시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방향을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바꾸고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(DIRM),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스케줄러는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MANUAL_DIR_HOLD_SEC(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기본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120초)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동안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자동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전환을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멈춘다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크레인·RGV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색 :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에러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→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미가동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수동색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) →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작업없음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정상색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) →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작업구분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색.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색을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지우는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시점은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VEH_CLEAR_MODE=3.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글자는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리본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[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창고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모니터링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]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선택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작업번호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트랙번호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제품정보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)을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따른다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작업대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명칭은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해당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왼쪽에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둔다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: 103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제품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(TR#24) · 104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원부자재불출대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(TR#26) · 102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피킹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작업대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출고대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TR#29 /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TR#30) · [101]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입출고대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(TR#22).</a:t>
            </a:r>
          </a:p>
          <a:p>
            <a:pPr algn="l"/>
            <a:r>
              <a:rPr sz="105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명칭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글자색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=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입고색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출고대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=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출고색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변경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시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함께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바뀜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), 101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입출고대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=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핑크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고정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ECS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환경설정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연결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정의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서버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프로그램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(EQP=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HOST/HOST2=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SCH=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스케줄러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)의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접속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정보와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생존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조회한다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(EQP_MST)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구분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콤보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: ALL / EQP / HOST / SCH. HOST 를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고르면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HOST2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까지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함께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조회된다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EQP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행은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EQP_TASK 가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붙는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마스터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PLC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소켓이다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접속은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한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소켓이라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C/V·S/C·RGV 를 이 한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행이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대표한다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2026-09-27 :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종전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C/V 15 · S/C 5 · RGV 1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행을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정리하고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EQP · HOST · HOST2 · SCH 네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행만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남겼다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98320"/>
            <a:ext cx="50292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로그 삭제 설정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행을 클릭하면 그 행의 주기가 (일) 칸에 채워진다.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6584"/>
            <a:ext cx="7498079" cy="2273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ECS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환경설정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범례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쓰는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색(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작업상태·CV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신호·CV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/SC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상태·RAIL·반자동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)을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확인·변경한다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저장하면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Ecs.ini [USER] USER_COLOR_* 에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기록된다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색을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바꾸면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왼쪽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칸에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곧바로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반영된다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크레인·RGV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포크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색도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범례를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따른다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작업없음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"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작업없음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정상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)",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미가동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범례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"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수동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" 색 (2026-09-17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정합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RAIL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색은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정지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사유별로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나뉜다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입고금지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출고금지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입출고금지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278537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ECS ▷ 뷰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작업정보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진행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중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(JOB_MST)을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별도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창에서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조회하고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작업상태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우선순위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수정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삭제·복사·완료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보고를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수행한다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출발지는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[IMS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스테이션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트랙번호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(예 [104]124),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도착지는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트랙번호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이름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)(예 901 (S/C#1))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으로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보인다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endParaRPr lang="en-US" sz="10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왼쪽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작업정보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칸과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별개로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조건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조회와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수정이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필요할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때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여는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창이다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의도된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동작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[CV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도착보고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]/[SC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완료보고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 는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신호가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유실됐을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때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사람이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대신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보고하는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기능이다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[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자동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갱신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 을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켜면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주기적으로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목록을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다시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읽는다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13388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ECS ▷ 뷰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찾기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작업번호를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입력하면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그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화물이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있는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검색색으로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깜빡여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보여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준다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(5초).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ECS&gt;창고 모니터링 - 작업번호 / 트랙번호 / 적재용기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232371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ECS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창고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모니터링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각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트랙·크레인·RGV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에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표시할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글자를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작업번호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트랙번호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적재용기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중에서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고른다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선택한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버튼이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강조된다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[WH] WH_TYP=10 일 때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표시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적재용기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버튼은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[MENU] PRODINFO_MENU=1 일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때만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보인다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적재용기는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작업의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적재용기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번호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(JOB_MST.LOT_NO)의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마지막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4자리를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보여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준다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2CCF21-4A62-5BD0-47BE-ED7D02187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66" y="3005078"/>
            <a:ext cx="1486107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" y="2436495"/>
            <a:ext cx="71818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작업로그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HOST로그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상위(WMS/IMS)와 주고받은 전문 이력(HOST_IF_LOG)을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설비에러이력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설비(CV/SC/RTV) 에러 발생·해제 이력(EQP_ERR_HIS)을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유저사용로그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화면에서 사람이 수행한 조작(지시/삭제/설정 변경/방향 전환) 기록(WCS_CLIENT_LOG)을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ECS 프로그램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ECS프로그램로그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알람 (경고창)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21544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LOG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알람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알람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 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자동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표시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에러를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모아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보여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주는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경고창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10초마다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조회해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에러가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있으면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오른쪽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아래에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스스로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뜬다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알람은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★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★ 가 뜰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때만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올라온다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[STOP] 은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음소거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후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숨긴다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에러가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풀리면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목록에서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빠진다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지난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에러는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LOG 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설비에러이력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본다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DE021E-07D0-05B4-C219-6F529218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47" y="1964765"/>
            <a:ext cx="6058746" cy="34771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v_0_v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60" y="1280160"/>
            <a:ext cx="457751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247760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클릭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트랙의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PLC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신호와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정보를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작업번호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쓰기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삭제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복사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잘라내기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붙여넣기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일시정지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H/S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배출을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수행한다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[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쓰기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]/[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붙여넣기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 로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트랙에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올리면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통로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CV(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트랙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103~120)는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16(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통로CV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구동중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), 그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밖의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작업대는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15 로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기록된다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처리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[H/S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배출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] 은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H/S 에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놓인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없는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화물을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출고대로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내보낸다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반자동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상위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보고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없음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_0_v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379" y="1280160"/>
            <a:ext cx="409548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2015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클릭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상태·차상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화물·좌표·에러와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본다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명령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지시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재전송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강제완료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수동지시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입출고상태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입고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출고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정지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작업금지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제목줄에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호기와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담당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Bank 를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표시한다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(예 S/C#2 (Bank 03,04)).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tv_0_v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41" y="1280160"/>
            <a:ext cx="480395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18466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595959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RGV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클릭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RGV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본다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명령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지시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재전송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강제완료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수동지시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RTV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금지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1E2761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1E2761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· RTV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: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운영모드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완료상태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화물유무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RTV상태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ACTIVE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주행위치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맑은 고딕"/>
              </a:rPr>
              <a:t>LG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화학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1동 ECS  | 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화면설계서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 |  Ver 1.</a:t>
            </a:r>
            <a:r>
              <a:rPr lang="en-US" sz="1000" b="0" dirty="0">
                <a:solidFill>
                  <a:srgbClr val="595959"/>
                </a:solidFill>
                <a:latin typeface="맑은 고딕"/>
              </a:rPr>
              <a:t>2</a:t>
            </a:r>
            <a:endParaRPr sz="10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2639</Words>
  <Application>Microsoft Office PowerPoint</Application>
  <PresentationFormat>와이드스크린</PresentationFormat>
  <Paragraphs>344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2026-09-27T23:37:44Z</dcterms:modified>
  <cp:category/>
</cp:coreProperties>
</file>