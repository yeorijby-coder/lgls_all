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ECS Renewal   ·   Ver 1.4   ·   2026-09-28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맑은 고딕"/>
              </a:rPr>
              <a:t>기준 : EXE_NEWUI\WCS_CLIENT\Ecs.exe (Build 2026.09.17 08:18:34) + Ecs.ini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377440"/>
                <a:gridCol w="164592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2026-09-28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크레인·RTV 수동지시 폐기, 알람은 설비 에러만(체류 알람 폐기),
서버 프로그램(TASK) 장은 관리자 매뉴얼로 옮김, EQP_TASK 아이콘 선택(APP_ICON),
통신 신호등·EQP_MST 네 행 정리·작업정보 이름표·최대화 동작 복구(09-27 분 포함)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 (전체화면)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 영역 구성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리본 메뉴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왼쪽 고정 칸 ① 통신 상태 · 범례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왼쪽 고정 칸 ② 설비 반송 ·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그림 · 마우스 동작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부록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Ecs.ini 화면 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설계 결정 · 변경 이력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097280"/>
            <a:ext cx="3657600" cy="5212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/ 적재용기 표시 전환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 프로그램 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(경고창)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맑은 고딕"/>
              </a:rPr>
              <a:t>메인 화면 (창고 모니터링) - 전체화면 1920×1080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05" y="621792"/>
            <a:ext cx="10641940" cy="576072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 영역 구성</a:t>
            </a:r>
          </a:p>
        </p:txBody>
      </p:sp>
      <p:pic>
        <p:nvPicPr>
          <p:cNvPr id="3" name="Picture 2" descr="main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120639" cy="2771916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57200" y="3931920"/>
            <a:ext cx="51206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1동 자동창고 전체 배치(랙 10열, 크레인 5대, RGV 1대, C/V#2~#15, 작업대)와 작업 진행을 실시간 표시한다.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실행 : Ecs.exe. 기동 시 [USER] DEFAULT_ID 로 자동 로그인한다.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데이터는 [ETC] COLLECT_INTERVAL_MS=300 주기로 DB 에서 읽는다.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52160" y="1097280"/>
          <a:ext cx="5943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① 제목줄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V1.0 [Build 시각] [DB:DB명@서버][실행 경로] - 길면 흘러감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② 리본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/ MANUAL / LOG 탭 + 마지막 [통신] 그룹(신호등 4개)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③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색상 · C/V 상태 · S/C·RGV 상태 · S/C·RGV 레일 (28항목)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④ 설비 반송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S/C#1~5, RGV 현재 반송 작업 (2초 갱신)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⑤ 작업정보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진행 중 작업 목록, 탭 7개, 자동 갱신 (2초)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⑥ 설비 그림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C/V·크레인·RGV·랙·작업대·입출고 모드 (EcsLayout1.xml)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4389120"/>
            <a:ext cx="5943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크기 조절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칸 사이 손잡이(점선)를 끌면 크기가 바뀌고 Ecs.ini MAIN_UI_LEFT_W / COMM_H / LEG_H / VEH_H 에 저장된다.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창 크기를 바꾸면 왼쪽 칸 폭도 비례해 다시 저장된다. 기준값 : 1920×1080 최대화에서 LEFT_W=531.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MAIN_UI=2(왼쪽 고정 칸 배치)는 기동 시 한 번 읽는다.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리본 메뉴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ECS 탭</a:t>
            </a:r>
          </a:p>
        </p:txBody>
      </p:sp>
      <p:pic>
        <p:nvPicPr>
          <p:cNvPr id="4" name="Picture 3" descr="ribbon_ecs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960120"/>
            <a:ext cx="3291839" cy="822959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210312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MANUAL 탭</a:t>
            </a:r>
          </a:p>
        </p:txBody>
      </p:sp>
      <p:pic>
        <p:nvPicPr>
          <p:cNvPr id="6" name="Picture 5" descr="ribbon_manual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828800"/>
            <a:ext cx="3291839" cy="822959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2971800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LOG 탭</a:t>
            </a:r>
          </a:p>
        </p:txBody>
      </p:sp>
      <p:pic>
        <p:nvPicPr>
          <p:cNvPr id="8" name="Picture 7" descr="ribbon_log_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2697480"/>
            <a:ext cx="5143500" cy="822960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595360" y="123444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통신 (모든 탭, 마지막 그룹)</a:t>
            </a:r>
          </a:p>
        </p:txBody>
      </p:sp>
      <p:pic>
        <p:nvPicPr>
          <p:cNvPr id="10" name="Picture 9" descr="ribbon_com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554480"/>
            <a:ext cx="2377440" cy="855518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657600"/>
          <a:ext cx="113385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4389120"/>
                <a:gridCol w="3840480"/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그룹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환경설정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연결 정의 · 로그 삭제 설정 ·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INI 열기(INI_MENU=0) · 사용자(USER_MENU=0) 숨김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뷰 / 창고 모니터링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작업정보 · 찾기 / 작업번호 · 트랙번호 · 제품정보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판넬 보기 · 처리 그룹 숨김(PANEVIEW_MENU / PROCESS_MENU)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MANUAL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수동조작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· RTV 수동지시 폐기(2026-09-28), 반자동 TEST 그룹 숨김(SEMITEST_MENU=0)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LOG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작업로그 · HOST로그 · 설비에러이력 · 유저사용로그 · ECS프로그램로그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WMS1 · WMS2 · EQP · SCH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삼색 신호등. 끊김=빨강, 정상=노랑↔초록 1초 교대. 누르면 핑(4회)·포트를 실제로 점검한다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① 범례</a:t>
            </a:r>
          </a:p>
        </p:txBody>
      </p:sp>
      <p:pic>
        <p:nvPicPr>
          <p:cNvPr id="3" name="Picture 2" descr="left_leg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3065152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126480" y="1097280"/>
            <a:ext cx="566928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범례 (28항목, 색 = Ecs.ini [USER] USER_COLOR_*)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 색상 10 : 입고 · 출고 · 이동 · 랙투랙 · 호기간이동 + 반자동 5종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C/V 상태 10 : 입고대 · 출고대 · 입고 HS · 출고 HS · 일시정지 · 에러 · 수동 · 통신두절 · 검색 · 작업번호 있음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상태 3 : 작업없음(정상) · 미가동(수동) · 에러 - 크레인·RGV 포크 색이 이 범례와 같다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S/C·RGV 레일 5 : 입고 금지 · 출고 금지 · 입출고 정지 · 레일 에러 · 작업중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색은 ECS &gt; 환경설정 &gt; 범례 에서 바꾸며 저장 즉시 반영된다.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② 설비 반송 · 작업정보</a:t>
            </a:r>
          </a:p>
        </p:txBody>
      </p:sp>
      <p:pic>
        <p:nvPicPr>
          <p:cNvPr id="3" name="Picture 2" descr="left_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653568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j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5303519" cy="3125648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126480" y="1097280"/>
            <a:ext cx="566928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설비 반송 (2초 갱신)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행 : S/C#1 ~ S/C#5, RGV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자재 · 팔렛 · 출발(스테이션 + 위치) · 도착(스테이션 + 위치)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가 지금 들고 있는 작업을 한눈에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108960"/>
            <a:ext cx="566928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작업정보 (자동 갱신 2초)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탭 : 전체 · 입고 · 출고 · 피킹출고 · 랙투랙 · 호기간이동 · 이동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구분 · 상태 · 출발 · 출발위치 · 도착 · 도착위치 · LOT · 제품 · 우선 · 수정시각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상태 표기 예 : [15] CV 구동중 / [16] 통로CV 구동중 / [25] SC 구동중 / [35] RGV 구동중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조건 조회·수정·삭제는 ECS &gt; 뷰 &gt; 작업정보 창에서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그림 · 마우스 동작</a:t>
            </a:r>
          </a:p>
        </p:txBody>
      </p:sp>
      <p:pic>
        <p:nvPicPr>
          <p:cNvPr id="3" name="Picture 2" descr="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212080" cy="392703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0" y="1097280"/>
          <a:ext cx="59436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560320"/>
                <a:gridCol w="2103120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동작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트랙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(가로 레일 위 칸)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SC 상태 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RGV (세로 레일 위 칸)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RTV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더블클릭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입고 모드 / 출고 모드 글자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방향 전환 요청 (확인창)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사용하지 않음 (추후 정의)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0" y="3291840"/>
            <a:ext cx="594360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입출고 모드 전환 (더블클릭)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대상 : C/V#11 입출고 겸용대(트랙 122) / C/V#2 S/C#1 통로(트랙 103)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확인창에 PLC 방향 워드 주소를 보여 준다 : DIR_ADDR_CV11=310, DIR_ADDR_CV2=301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확인하면 설비 통신이 즉시 방향을 바꾸고(DIRM), 스케줄러는 MANUAL_DIR_HOLD_SEC(기본 120초) 동안 자동 전환을 멈춘다.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색 : 에러 → 미가동(범례 수동색) → 작업없음(범례 정상색) → 작업구분 색. 색을 지우는 시점은 VEH_CLEAR_MODE=3.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트랙 글자는 리본 [창고 모니터링] 선택(작업번호/트랙번호/제품정보)을 따른다.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작업대 명칭은 해당 트랙 왼쪽에 둔다 : 103 제품 입고대(TR#24) · 104 원부자재불출대(TR#26) · 102 피킹 작업대(출고대 TR#29 / 입고대 TR#30) · [101] 입출고대(TR#22).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명칭 글자색 : 입고대 = 범례 입고색, 출고대 = 범례 출고색(범례 변경 시 함께 바뀜), 101 입출고대 = 핑크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행은 EQP_TASK 가 붙는 마스터 PLC 소켓이다. 설비 접속은 한 소켓이라 C/V·S/C·RGV 를 이 한 행이 대표한다.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2026-09-27 : 종전 C/V 15 · S/C 5 · RGV 1 행을 정리하고 EQP · HOST · HOST2 · SCH 네 행만 남겼다.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798320"/>
            <a:ext cx="5029200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행을 클릭하면 그 행의 주기가 (일) 칸에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6584"/>
            <a:ext cx="7498079" cy="2273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색(작업상태·CV 신호·CV/SC 상태·RAIL·반자동)을 확인·변경한다. 저장하면 Ecs.ini [USER] USER_COLOR_* 에 기록된다.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색을 바꾸면 메인 화면 설비와 왼쪽 범례 칸에 곧바로 반영된다.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크레인·RGV 포크 색도 범례를 따른다 : 작업없음 = 범례 "작업없음(정상)", 미가동 = 범례 "수동" 색 (2026-09-17 정합).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RAIL 색은 정지 사유별로 나뉜다 : 입고금지 / 출고금지 / 입출고금지 / 에러 / 작업 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별도 창에서 조회하고 작업상태/우선순위 수정, 삭제·복사·완료 보고를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출발지는 [IMS 스테이션]트랙번호(예 [104]124), 도착지는 트랙번호 (이름)(예 901 (S/C#1)) 으로 보인다 (2026-09-27).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 왼쪽 작업정보 칸과 별개로, 조건 조회와 수정이 필요할 때 여는 창이다(의도된 동작).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검색색으로 깜빡여 보여 준다(5초).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최소화·최대화 버튼이 없고 크기도 바뀌지 않는다 (2026-09-27).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/ 적재용기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(캡처 없음 - 오른쪽 설명 참조)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트랙·크레인·RGV 에 표시할 글자를 작업번호 / 트랙번호 / 적재용기 중에서 고른다. 선택한 버튼이 강조된다.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[WH] WH_TYP=10 일 때 표시. 적재용기 버튼은 [MENU] PRODINFO_MENU=1 일 때만 보인다.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적재용기는 작업의 적재용기 번호(JOB_MST.LOT_NO)의 마지막 4자리를 보여 준다 (2026-09-17 [제품정보] 에서 변경).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95" y="2436495"/>
            <a:ext cx="7181850" cy="2533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작업로그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HOST로그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이력(HOST_IF_LOG)을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설비에러이력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이력(EQP_ERR_HIS)을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유저사용로그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변경/방향 전환) 기록(WCS_CLIENT_LOG)을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ECS 프로그램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ECS프로그램로그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(경고창)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맑은 고딕"/>
              </a:rPr>
              <a:t>(캡처 없음 - 오른쪽 설명 참조)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알람 ▷ 알람  (자동 표시)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 에러를 모아 보여 주는 경고창. 10초마다 조회해 에러가 있으면 화면 오른쪽 아래에 스스로 뜬다.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2026-09-28 : 오래 멈춘 화물(체류) 알람은 폐기했다. 알람은 ★설비 에러★ 가 뜰 때만 올라온다.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[STOP] 은 음소거 후 숨긴다. 에러가 풀리면 목록에서 빠진다.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지난 에러는 LOG ▷ 설비에러이력 에서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360" y="1280160"/>
            <a:ext cx="457751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트랙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 트랙의 PLC 신호와 작업 정보를 보고, 작업번호 쓰기/삭제/복사/잘라내기/붙여넣기, 트랙 일시정지, H/S 배출을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[쓰기]/[붙여넣기] 로 작업을 트랙에 올리면 통로 CV(트랙 103~120)는 상태 16(통로CV 구동중), 그 밖의 작업대는 15 로 기록된다.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예외 처리 [H/S 배출] 은 출고 H/S 에 놓인 작업 없는 화물을 출고대로 내보낸다(반자동 출고, 상위 보고 없음).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숨김(Ecs.ini ZOOM_BTN=0).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2026-09-27 : [입고모드] · [SC 인터락] · [RGV 인터락] 을 리소스에서 제거했다(표시만 제거, 값 경로는 그대로).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379" y="1280160"/>
            <a:ext cx="409548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 : 지시 재전송 / 강제완료 / 수동지시, 입출고상태 : 입고 정지 / 출고 정지 / 작업금지.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제목줄에 호기와 담당 Bank 를 표시한다 (예 S/C#2 (Bank 03,04)).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tv_0_v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141" y="1280160"/>
            <a:ext cx="480395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 : 지시 재전송 / 강제완료 / 수동지시, RTV 금지.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RTV 상태 : 운영모드 / 완료상태 / 화물유무 / RTV상태 / ACTIVE / 주행위치.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확대 버튼은 숨김(ZOOM_BTN=0).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부록 - Ecs.ini 화면 설정 (현재값)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338560" cy="5925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828800"/>
                <a:gridCol w="4389120"/>
                <a:gridCol w="109728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섹션 · 키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반영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MAIN_UI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1=종전(범례 큰 표) / 2=왼쪽 고정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MAIN_UI_LEFT_W / COMM_H / LEG_H / VEH_H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531 / 0 / 299 / 159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왼쪽 칸 크기(px), 0=기본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자동 저장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INI_MENU / USER_MENU / SEMITEST_MENU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 / 0 /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INI 열기 · 사용자 · 반자동 TEST 메뉴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PROCESS_MENU / AUTOTIME_MENU / UIMODE_MENU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 / 0 / 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처리 그룹 · 시간 기반 자동 처리 · 판넬 보기(MAIN_UI=2 이면 숨김)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PRODINFO_MENU / SCWAIT_VIEW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제품정보 버튼 · 크레인별 출고 대기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ZOOM_BTN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 확대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STATUS_POS / COMM_MODE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RIBBON / 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통신 표시 위치 · 모양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LOADBIT_GATE / VEH_CLEAR_MODE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3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크레인·RGV 색 판정(차상 화물 비트) · 색 지우는 시점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DIR_ADDR_CV11 / DIR_ADDR_CV2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310 / 301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방향 전환 확인창의 PLC 주소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UI_TRACE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클릭 경로 로그(LOG\ECS_UI_yyyymmdd.log)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TRACK_NO_DIGITS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트랙번호 표시 자릿수 (2=뒤 2자리 / 3=세 자리 / 0=자르지 않음)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[MENU] PING_CONSOLE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[통신] 신호등을 눌렀을 때 ping 창을 띄워 4회 보낼지 (0=조용히 1회)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[Title] BuildDate / DbInfo / Path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 / 1 /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제목줄 표시 항목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[RibbonMenu] ToolTip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리본 툴팁에 리소스 경로 표시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[USER] JOB_STALL_WARN_SEC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경고창 체류 기준(초)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[USER] USER_COLOR_*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범례 창에서 저장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범례 · 설비 색 (BGR)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저장 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[ETC] COLLECT_INTERVAL_MS / ViewRetCnt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300 /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설비 데이터 조회 주기 · 출고 잔여 수 표시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재기동 / 즉시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부록 - 설계 결정 · 변경 이력 (V1.4)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338560" cy="768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804672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결정 / 조치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메인 화면 배치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MAIN_UI=2 : 왼쪽에 통신 상태 · 범례 · 설비 반송 · 작업정보를 고정. 종전 레이아웃 안 범례 표와 [판넬 보기] 는 쓰지 않는다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INI 열기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(INI_MENU=0)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반자동 TEST 메뉴 그룹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(SEMITEST_MENU=0)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 확대 버튼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(ZOOM_BTN=0)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크레인·RGV 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범례 기준으로 정합 : 작업없음 = 범례 정상색(RGB 224,224,224), 미가동 = 범례 수동색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레이아웃 그룹 이름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EcsLayout1.xml 의 SC / RTV 이름을 실제 설비에 맞게 정정 (동작 영향 없음)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메인 화면 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현재 사용하지 않음. 추후 기능 정의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리본 [작업정보]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별도 작업정보 창을 여는 것이 의도된 동작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크레인별 출고 대기 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표시하지 않음 (SCWAIT_VIEW=0)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화면 반응 속도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 한 바퀴 3초 이상 → 약 1초 (WCS_TASK_CV 개선, 2026-09-17)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작업대 명칭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위치 정정(103=TR#24 입고대, 104=TR#26 출고대), 102 를 출고대(TR#29)/입고대(TR#30) 둘로 분리, 글자색 = 범례 입고/출고색, 101 = 핑크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상태 표시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왼쪽 통신 칸을 없애고 리본 마지막 [통신] 그룹에 삼색 신호등 4개(WMS1·WMS2·EQP·SCH). 누르면 ping 4회 + 포트 점검 (2026-09-27)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EQP_MST 정리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접속은 마스터 PLC 한 소켓 - C/V 15·S/C 5·RGV 1 행을 지우고 EQP·HOST·HOST2·SCH 네 행만 둔다 (2026-09-27)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상태창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[입고모드]·[SC 인터락]·[RGV 인터락] 을 리소스에서 제거. 표시만 없애고 값 경로는 그대로 (2026-09-27)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대화상자 최대화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최대화 동작이 막혀 있던 것을 되살리고, 커진 창에서 한 줄 입력칸은 높이를 그대로 둔다. 이력삭제·범례·찾기·수동작업 네 창은 최대화·크기조절 금지 (2026-09-27)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· RTV 수동지시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폐기. 리본 [SC]·[RTV] 버튼과 설비 상태창 [수동지시] 를 함께 없앴다 (2026-09-28)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알람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오래 멈춘 화물(체류) 알람 폐기. 알람은 설비 에러가 뜰 때만 올라온다 (2026-09-28)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18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서버 프로그램(TASK) 장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이 문서에서 뺐다. 관리자 매뉴얼에서 다룬다 (2026-09-28)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EQP_TASK 아이콘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WCS_DB.INI [CNF] APP_ICON = CV / EQP 로 고른다 (2026-09-28)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035040"/>
            <a:ext cx="11338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캡처 : 메인 · 리본 · 설비 상태창 · 작업정보 · EQP 정보 · 찾기 · 이력삭제 · 범례 · 수동지시 = 2026-09-28 전체화면(1920×1080). 로그 창 = 2026-09-21 판(구성 변경 없음).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