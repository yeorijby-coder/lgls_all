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1.2   ·   2026-09-17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기준 : EXE_NEWUI\WCS_CLIENT\Ecs.exe (Build 2026.09.17 08:18:34)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메인 화면 새 배치(MAIN_UI=2, 왼쪽 고정 칸) 전체화면 캡처, 리본 메뉴 정리(INI 열기·반자동 TEST·확대 숨김),
크레인·RGV 색 범례 정합, 레이아웃 그룹 이름 정정, Ecs.ini 설정 장 추가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(전체화면)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영역 구성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리본 메뉴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① 통신 상태 · 범례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② 설비 반송 ·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그림 · 마우스 동작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부록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Ecs.ini 화면 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설계 결정 · 변경 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제품정보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666" y="621792"/>
            <a:ext cx="10717618" cy="576072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120640" cy="2752344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오른쪽 끝 통신(EQUIP·HOST·SCH)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통신 상태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/ 상위 통신 / 스케줄러 - 정상·느림·끊김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범례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설비 반송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작업정보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⑦ 설비 그림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pic>
        <p:nvPicPr>
          <p:cNvPr id="4" name="Picture 3" descr="ribbon_ec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96012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pic>
        <p:nvPicPr>
          <p:cNvPr id="6" name="Picture 5" descr="ribbon_manual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570" y="182880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pic>
        <p:nvPicPr>
          <p:cNvPr id="8" name="Picture 7" descr="ribbon_log_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23444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 오른쪽 끝)</a:t>
            </a:r>
          </a:p>
        </p:txBody>
      </p:sp>
      <p:pic>
        <p:nvPicPr>
          <p:cNvPr id="10" name="Picture 9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1097280" cy="81930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4389120"/>
                <a:gridCol w="3840480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열기(INI_MENU=0) · 사용자(USER_MENU=0) 숨김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제품정보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판넬 보기 · 처리 그룹 숨김(PANEVIEW_MENU / PROCESS_MENU)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· 크레인 · RTV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그룹 숨김(SEMITEST_MENU=0)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EQUIP · HOST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파랑=정상, 빨강=단절. 단절 시 클릭하면 핑·포트 점검 안내 (STATUS_POS=RIBBON, COMM_MODE=2)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통신 상태 · 범례</a:t>
            </a:r>
          </a:p>
        </p:txBody>
      </p:sp>
      <p:pic>
        <p:nvPicPr>
          <p:cNvPr id="3" name="Picture 2" descr="left_co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048604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88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0" y="1097280"/>
          <a:ext cx="56692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60320"/>
                <a:gridCol w="173736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표시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조회 대상(5초)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정상 / 느림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CV_DATA.READ_UPD_DT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10초 / 60초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상위 통신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HOST_IF_LOG.INS_DT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60초 / 300초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스케줄러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JOB_MST.UPD_DT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120초 / 900초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2651760"/>
            <a:ext cx="56692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범례 (28항목, 색 = Ecs.ini [USER] USER_COLOR_*)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 색상 10 : 입고 · 출고 · 이동 · 랙투랙 · 호기간이동 + 반자동 5종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C/V 상태 10 : 입고대 · 출고대 · 입고 HS · 출고 HS · 일시정지 · 에러 · 수동 · 통신두절 · 검색 · 작업번호 있음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상태 3 : 작업없음(정상) · 미가동(수동) · 에러 - 크레인·RGV 포크 색이 이 범례와 같다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레일 5 : 입고 금지 · 출고 금지 · 입출고 정지 · 레일 에러 · 작업중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색은 ECS &gt; 환경설정 &gt; 범례 에서 바꾸며 저장 즉시 반영된다.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pic>
        <p:nvPicPr>
          <p:cNvPr id="3" name="Picture 2" descr="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120640" cy="4761105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560320"/>
                <a:gridCol w="210312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선택(작업번호/트랙번호/제품정보)을 따른다.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제품정보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트랙에 표시할 글자를 작업번호 / 트랙번호 / 제품정보 중에서 고른다. 선택한 버튼이 강조된다.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제품정보 버튼은 [MENU] PRODINFO_MENU=1 일 때만 보인다.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782" y="1283970"/>
            <a:ext cx="4638675" cy="48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크레인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5" y="2103120"/>
            <a:ext cx="428625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RTV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지시와, 진행 중 지시가 있을 때의 지시는 거부된다.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 ▷ 알람  (자동 표시)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체류 작업과 알람을 모아 보여 주는 경고창. 10초마다 조회해 해당 건이 있으면 화면 오른쪽 아래에 스스로 뜬다.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 기준 : Ecs.ini [USER] JOB_STALL_WARN_SEC=300 (최소 10초, 저장 즉시 반영).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목록 열 : 시각 / 작업번호 / 구분 / 체류(초) / 내용. [STOP] 은 음소거 후 숨긴다.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체류는 경고만 한다 - 시간 경과로 작업을 자동 완료하지 않는다(설비 신호와 실물을 확인 후 처리).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917" y="1280160"/>
            <a:ext cx="438440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트랙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 트랙의 PLC 신호와 작업 정보를 보고, 작업번호 쓰기/삭제/복사/잘라내기/붙여넣기, 트랙 일시정지, H/S 배출을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[쓰기]/[붙여넣기] 로 작업을 트랙에 올리면 통로 CV(트랙 103~120)는 상태 16(통로CV 구동중), 그 밖의 작업대는 15 로 기록된다.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[H/S 배출] 은 출고 H/S 에 놓인 작업 없는 화물을 출고대로 내보낸다(반자동 출고, 상위 보고 없음).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숨김(Ecs.ini 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 : 지시 재전송 / 강제완료 / 수동지시, 입출고상태 : 입고 정지 / 출고 정지 / 작업금지.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제목줄에 호기와 담당 Bank 를 표시한다 (예 S/C#2 (Bank 03,04)).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 : 지시 재전송 / 강제완료 / 수동지시, RTV 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RTV 상태 : 운영모드 / 완료상태 / 화물유무 / RTV상태 / ACTIVE / 주행위치.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통합 태스크 (ALL_TASK)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ltask_ct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TASK\ALL_TASK\ALL_TASK.exe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 통신(EQP)·스케줄러(IO)·상위 통신(HOST) 세 프로그램을 한 창에 합친 것. 탭으로 각 화면을 보고, [제어판] 에서 태스크별로 기동·정지한다.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로그는 스레드별 파일(LOG\&lt;스레드&gt;\&lt;스레드&gt;_yyyyMMdd.log, 기본 365일)과 WCS_LOG_PGR 에 남는다.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설비 통신 (WCS_TASK_CV)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task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EQP 탭 (단독 : TASK\WCS_TASK_CV_BIN\bin\Debug\WCS_TASK_CV.exe)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마스터 PLC(XGT) 와 1소켓으로 통신하며 CV_DATA/SC_DATA_LGLS/RTV_DATA_LGLS 를 갱신하고 지시를 PLC 에 쓴다.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C/V 15대 한 바퀴 약 1초(2026-09-17 개선, 종전 3초 이상) - 운전 화면 반영 속도를 좌우한다.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WCS_DB.INI [CNF] 속도 옵션(저장 후 2초 내 반영) : CV_BULK_R / CV_EVT_BULK / CV_HB_MS / CV_CYCLE_SLEEP_MS / CV_CYCLE_LOG_MS / UI_LOG_ASYNC.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Client [입고/출고 모드] 더블클릭 전환(DIRM)은 화물 보류 없이 즉시 방향 워드에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스케줄러 (IO_TASK)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sk_IO_TASK_SEMI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IO 탭 (단독 : TASK\IO_TASK\bin\Debug\IO_TASK_SEMI_FINISH.exe)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 기계. JOB_MST 를 읽어 CV/RGV/SC 지시를 내리고 완료를 판정한다.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ENV_IOSCH.INI [CNF] : OUT_HOLD_SEC(출고 유지 유예) / IN_HS_STATUS(입고 통로 15·16) / MANUAL_DIR_HOLD_SEC(수동 방향 전환 뒤 자동 억제).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체류는 경고만 한다(체류복구 폐기). 완료는 설비 신호로만 판정한다.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상위 통신 (WCS_TASK_HOST)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k_TASK_LFC10_G1_ECS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HOST 탭 (단독 : TASK\WCS_TASK_HOST\bin\Debug\TASK_LFC10_G1_ECSCOM.exe)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WMS/IMS 와 소켓(명령 수신/보고 송신)으로 전문을 교환한다. 스테이션 코드 변환(122→101, 124→104, 126→103, 129·130→102)을 담당한다.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완료(09)가 되면 즉시 F 를 보내고, 응답이 없으면 EcsComA.ini [Host] RE_REPORT_09_SEC(기본 60초)마다 다시 보낸다(5초 내 반영).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Ecs.ini 화면 설정 (현재값)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33856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828800"/>
                <a:gridCol w="4389120"/>
                <a:gridCol w="109728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섹션 · 키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반영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1=종전(범례 큰 표) / 2=왼쪽 고정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MAIN_UI_LEFT_W / COMM_H / LEG_H / VEH_H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531 / 0 / 299 / 159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왼쪽 칸 크기(px), 0=기본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자동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INI_MENU / USER_MENU / SEMITEST_MENU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INI 열기 · 사용자 · 반자동 TEST 메뉴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PROCESS_MENU / AUTOTIME_MENU / UIMODE_MENU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처리 그룹 · 시간 기반 자동 처리 · 판넬 보기(MAIN_UI=2 이면 숨김)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PRODINFO_MENU / SCWAIT_VIEW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제품정보 버튼 · 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ZOOM_BTN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STATUS_POS / COMM_MODE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RIBBON / 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통신 표시 위치 · 모양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LOADBIT_GATE / VEH_CLEAR_MODE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3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 판정(차상 화물 비트) · 색 지우는 시점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DIR_ADDR_CV11 / DIR_ADDR_CV2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310 / 301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방향 전환 확인창의 PLC 주소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UI_TRACE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클릭 경로 로그(LOG\ECS_UI_yyyymmdd.log)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[Title] BuildDate / DbInfo / Path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1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제목줄 표시 항목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[RibbonMenu] ToolTip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리본 툴팁에 리소스 경로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JOB_STALL_WARN_SEC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경고창 체류 기준(초)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USER_COLOR_*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창에서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· 설비 색 (BGR)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저장 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[ETC] COLLECT_INTERVAL_MS / ViewRetCnt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데이터 조회 주기 · 출고 잔여 수 표시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 / 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설계 결정 · 변경 이력 (V1.2)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3385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804672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결정 / 조치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배치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MAIN_UI=2 : 왼쪽에 통신 상태 · 범례 · 설비 반송 · 작업정보를 고정. 종전 레이아웃 안 범례 표와 [판넬 보기] 는 쓰지 않는다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(INI_MENU=0)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메뉴 그룹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(ZOOM_BTN=0)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범례 기준으로 정합 : 작업없음 = 범례 정상색(RGB 224,224,224), 미가동 = 범례 수동색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레이아웃 그룹 이름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EcsLayout1.xml 의 SC / RTV 이름을 실제 설비에 맞게 정정 (동작 영향 없음)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현재 사용하지 않음. 추후 기능 정의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리본 [작업정보]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별도 작업정보 창을 여는 것이 의도된 동작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(SCWAIT_VIEW=0)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화면 반응 속도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한 바퀴 3초 이상 → 약 1초 (WCS_TASK_CV 개선, 2026-09-17)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06440"/>
            <a:ext cx="11338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캡처 : 메인 · 리본 · CV/SC/RTV 상태 · 범례 = 2026-09-17 전체화면(1920×1080). 그 밖의 대화상자 = 2026-09-09 판 캡처(구성 변경 없음).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