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CADCFC"/>
                </a:solidFill>
                <a:latin typeface="맑은 고딕"/>
              </a:rPr>
              <a:t>LG 화학 1동 자동창고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맑은 고딕"/>
              </a:rPr>
              <a:t>ECS 화면설계서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맑은 고딕"/>
              </a:rPr>
              <a:t>ECS Renewal   ·   Ver 1.2   ·   2026-09-17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맑은 고딕"/>
              </a:rPr>
              <a:t>기준 : EXE_NEWUI\WCS_CLIENT\Ecs.exe (Build 2026.09.17 08:18:34) + Ecs.ini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Document history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2377440"/>
                <a:gridCol w="1645920"/>
                <a:gridCol w="41148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Vers.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Date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Author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Approver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Notes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V1.0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2026-09-03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LGLS ECS Renewal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최초 작성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V1.1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2026-09-09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LGLS ECS Renewal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명칭 ECS 확정, 범례 화면 내장, 판넬 보기 신설, 캡처 갱신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V1.2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2026-09-17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LGLS ECS Renewal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메인 화면 새 배치(MAIN_UI=2, 왼쪽 고정 칸) 전체화면 캡처, 리본 메뉴 정리(INI 열기·반자동 TEST·확대 숨김),
크레인·RGV 색 범례 정합, 레이아웃 그룹 이름 정정, Ecs.ini 설정 장 추가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3657600" cy="5212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메인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메인 화면 (전체화면)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메인 화면 영역 구성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리본 메뉴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왼쪽 고정 칸 ① 통신 상태 · 범례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왼쪽 고정 칸 ② 설비 반송 · 작업정보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설비 그림 · 마우스 동작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설비 대화상자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CV 상태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SC 상태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RTV(RGV) 상태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부록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Ecs.ini 화면 설정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설계 결정 · 변경 이력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43400" y="1097280"/>
            <a:ext cx="3657600" cy="5212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ECS&gt;환경설정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통신 연결 정의 (EQP 정보)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로그 삭제 설정 (이력 삭제 주기 변경)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범례 (색상정보)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MANUAL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JOB 수동지시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크레인 수동작업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RTV(RGV) 수동작업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서버 프로그램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통합 태스크 (ALL_TASK)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설비 통신 (WCS_TASK_CV)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스케줄러 (IO_TASK)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상위 통신 (WCS_TASK_HOST)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097280"/>
            <a:ext cx="3657600" cy="5212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ECS&gt;뷰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작업정보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찾기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ECS&gt;창고 모니터링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작업번호 / 트랙번호 / 제품정보 표시 전환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400" b="1">
                <a:solidFill>
                  <a:srgbClr val="1E2761"/>
                </a:solidFill>
                <a:latin typeface="맑은 고딕"/>
              </a:rPr>
              <a:t>LOG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작업 로그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HOST 로그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설비에러이력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유저사용 로그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ECS 프로그램 이력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   알람 (경고창)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맑은 고딕"/>
              </a:rPr>
              <a:t>메인 화면 (창고 모니터링) - 전체화면 1920×1080</a:t>
            </a:r>
          </a:p>
        </p:txBody>
      </p:sp>
      <p:pic>
        <p:nvPicPr>
          <p:cNvPr id="3" name="Picture 2" descr="main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66" y="621792"/>
            <a:ext cx="10717618" cy="5760720"/>
          </a:xfrm>
          <a:prstGeom prst="rect">
            <a:avLst/>
          </a:prstGeom>
          <a:ln>
            <a:solidFill>
              <a:srgbClr val="C8CEDA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메인 화면 영역 구성</a:t>
            </a:r>
          </a:p>
        </p:txBody>
      </p:sp>
      <p:pic>
        <p:nvPicPr>
          <p:cNvPr id="3" name="Picture 2" descr="main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120640" cy="2752344"/>
          </a:xfrm>
          <a:prstGeom prst="rect">
            <a:avLst/>
          </a:prstGeom>
          <a:ln>
            <a:solidFill>
              <a:srgbClr val="C8CEDA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457200" y="3931920"/>
            <a:ext cx="512064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1동 자동창고 전체 배치(랙 10열, 크레인 5대, RGV 1대, C/V#2~#15, 작업대)와 작업 진행을 실시간 표시한다.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실행 : Ecs.exe. 기동 시 [USER] DEFAULT_ID 로 자동 로그인한다.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설비 데이터는 [ETC] COLLECT_INTERVAL_MS=300 주기로 DB 에서 읽는다.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52160" y="1097280"/>
          <a:ext cx="5943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572000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① 제목줄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Ecs V1.0 [Build 시각] [DB:DB명@서버][실행 경로] - 길면 흘러감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② 리본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ECS / MANUAL / LOG 탭 + 오른쪽 끝 통신(EQUIP·HOST·SCH)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③ 통신 상태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설비 통신 / 상위 통신 / 스케줄러 - 정상·느림·끊김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④ 범례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작업 색상 · C/V 상태 · S/C·RGV 상태 · S/C·RGV 레일 (28항목)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⑤ 설비 반송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S/C#1~5, RGV 현재 반송 작업 (2초 갱신)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⑥ 작업정보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진행 중 작업 목록, 탭 7개, 자동 갱신 (2초)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⑦ 설비 그림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C/V·크레인·RGV·랙·작업대·입출고 모드 (EcsLayout1.xml)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52160" y="4389120"/>
            <a:ext cx="594360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크기 조절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칸 사이 손잡이(점선)를 끌면 크기가 바뀌고 Ecs.ini MAIN_UI_LEFT_W / COMM_H / LEG_H / VEH_H 에 저장된다.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창 크기를 바꾸면 왼쪽 칸 폭도 비례해 다시 저장된다. 기준값 : 1920×1080 최대화에서 LEFT_W=531.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MAIN_UI=2(왼쪽 고정 칸 배치)는 기동 시 한 번 읽는다.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리본 메뉴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ECS 탭</a:t>
            </a:r>
          </a:p>
        </p:txBody>
      </p:sp>
      <p:pic>
        <p:nvPicPr>
          <p:cNvPr id="4" name="Picture 3" descr="ribbon_ecs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570" y="960120"/>
            <a:ext cx="5143500" cy="822960"/>
          </a:xfrm>
          <a:prstGeom prst="rect">
            <a:avLst/>
          </a:prstGeom>
          <a:ln>
            <a:solidFill>
              <a:srgbClr val="C8CED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210312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MANUAL 탭</a:t>
            </a:r>
          </a:p>
        </p:txBody>
      </p:sp>
      <p:pic>
        <p:nvPicPr>
          <p:cNvPr id="6" name="Picture 5" descr="ribbon_manual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570" y="1828800"/>
            <a:ext cx="5143500" cy="822960"/>
          </a:xfrm>
          <a:prstGeom prst="rect">
            <a:avLst/>
          </a:prstGeom>
          <a:ln>
            <a:solidFill>
              <a:srgbClr val="C8CED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200" y="297180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LOG 탭</a:t>
            </a:r>
          </a:p>
        </p:txBody>
      </p:sp>
      <p:pic>
        <p:nvPicPr>
          <p:cNvPr id="8" name="Picture 7" descr="ribbon_log_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4570" y="2697480"/>
            <a:ext cx="5143500" cy="822960"/>
          </a:xfrm>
          <a:prstGeom prst="rect">
            <a:avLst/>
          </a:prstGeom>
          <a:ln>
            <a:solidFill>
              <a:srgbClr val="C8CED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595360" y="123444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통신 (모든 탭 오른쪽 끝)</a:t>
            </a:r>
          </a:p>
        </p:txBody>
      </p:sp>
      <p:pic>
        <p:nvPicPr>
          <p:cNvPr id="10" name="Picture 9" descr="ribbon_com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1554480"/>
            <a:ext cx="1097280" cy="819302"/>
          </a:xfrm>
          <a:prstGeom prst="rect">
            <a:avLst/>
          </a:prstGeom>
          <a:ln>
            <a:solidFill>
              <a:srgbClr val="C8CEDA"/>
            </a:solidFill>
          </a:ln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657600"/>
          <a:ext cx="1133856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011680"/>
                <a:gridCol w="4389120"/>
                <a:gridCol w="3840480"/>
              </a:tblGrid>
              <a:tr h="4023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탭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그룹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버튼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ECS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환경설정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통신 연결 정의 · 로그 삭제 설정 · 범례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INI 열기(INI_MENU=0) · 사용자(USER_MENU=0) 숨김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ECS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뷰 / 창고 모니터링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작업정보 · 찾기 / 작업번호 · 트랙번호 · 제품정보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판넬 보기 · 처리 그룹 숨김(PANEVIEW_MENU / PROCESS_MENU)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MANUAL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수동조작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작업 · 크레인 · RTV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반자동 TEST 그룹 숨김(SEMITEST_MENU=0)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LOG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로그 / 알람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작업로그 · HOST로그 · 설비에러이력 · 유저사용로그 · ECS프로그램로그 / 알람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공통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통신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EQUIP · HOST · SCH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파랑=정상, 빨강=단절. 단절 시 클릭하면 핑·포트 점검 안내 (STATUS_POS=RIBBON, COMM_MODE=2)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왼쪽 고정 칸 ① 통신 상태 · 범례</a:t>
            </a:r>
          </a:p>
        </p:txBody>
      </p:sp>
      <p:pic>
        <p:nvPicPr>
          <p:cNvPr id="3" name="Picture 2" descr="left_co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19" cy="1048604"/>
          </a:xfrm>
          <a:prstGeom prst="rect">
            <a:avLst/>
          </a:prstGeom>
          <a:ln>
            <a:solidFill>
              <a:srgbClr val="C8CEDA"/>
            </a:solidFill>
          </a:ln>
        </p:spPr>
      </p:pic>
      <p:pic>
        <p:nvPicPr>
          <p:cNvPr id="4" name="Picture 3" descr="left_leg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68880"/>
            <a:ext cx="5303519" cy="3065152"/>
          </a:xfrm>
          <a:prstGeom prst="rect">
            <a:avLst/>
          </a:prstGeom>
          <a:ln>
            <a:solidFill>
              <a:srgbClr val="C8CEDA"/>
            </a:solidFill>
          </a:ln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0" y="1097280"/>
          <a:ext cx="566928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560320"/>
                <a:gridCol w="1737360"/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표시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조회 대상(5초)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정상 / 느림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설비 통신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CV_DATA.READ_UPD_DT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10초 / 60초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상위 통신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HOST_IF_LOG.INS_DT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60초 / 300초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스케줄러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JOB_MST.UPD_DT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120초 / 900초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0" y="2651760"/>
            <a:ext cx="566928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범례 (28항목, 색 = Ecs.ini [USER] USER_COLOR_*)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작업 색상 10 : 입고 · 출고 · 이동 · 랙투랙 · 호기간이동 + 반자동 5종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C/V 상태 10 : 입고대 · 출고대 · 입고 HS · 출고 HS · 일시정지 · 에러 · 수동 · 통신두절 · 검색 · 작업번호 있음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S/C·RGV 상태 3 : 작업없음(정상) · 미가동(수동) · 에러 - 크레인·RGV 포크 색이 이 범례와 같다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S/C·RGV 레일 5 : 입고 금지 · 출고 금지 · 입출고 정지 · 레일 에러 · 작업중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색은 ECS &gt; 환경설정 &gt; 범례 에서 바꾸며 저장 즉시 반영된다.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왼쪽 고정 칸 ② 설비 반송 · 작업정보</a:t>
            </a:r>
          </a:p>
        </p:txBody>
      </p:sp>
      <p:pic>
        <p:nvPicPr>
          <p:cNvPr id="3" name="Picture 2" descr="left_ve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19" cy="1653568"/>
          </a:xfrm>
          <a:prstGeom prst="rect">
            <a:avLst/>
          </a:prstGeom>
          <a:ln>
            <a:solidFill>
              <a:srgbClr val="C8CEDA"/>
            </a:solidFill>
          </a:ln>
        </p:spPr>
      </p:pic>
      <p:pic>
        <p:nvPicPr>
          <p:cNvPr id="4" name="Picture 3" descr="left_j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17520"/>
            <a:ext cx="5303519" cy="3125648"/>
          </a:xfrm>
          <a:prstGeom prst="rect">
            <a:avLst/>
          </a:prstGeom>
          <a:ln>
            <a:solidFill>
              <a:srgbClr val="C8CED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126480" y="1097280"/>
            <a:ext cx="566928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설비 반송 (2초 갱신)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행 : S/C#1 ~ S/C#5, RGV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열 : 작업번호 · 자재 · 팔렛 · 출발(스테이션 + 위치) · 도착(스테이션 + 위치)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크레인·RGV 가 지금 들고 있는 작업을 한눈에 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3108960"/>
            <a:ext cx="5669280" cy="3108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작업정보 (자동 갱신 2초)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탭 : 전체 · 입고 · 출고 · 피킹출고 · 랙투랙 · 호기간이동 · 이동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열 : 작업번호 · 구분 · 상태 · 출발 · 출발위치 · 도착 · 도착위치 · LOT · 제품 · 우선 · 수정시각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상태 표기 예 : [15] CV 구동중 / [16] 통로CV 구동중 / [25] SC 구동중 / [35] RGV 구동중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조건 조회·수정·삭제는 ECS &gt; 뷰 &gt; 작업정보 창에서 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설비 그림 · 마우스 동작</a:t>
            </a:r>
          </a:p>
        </p:txBody>
      </p:sp>
      <p:pic>
        <p:nvPicPr>
          <p:cNvPr id="3" name="Picture 2" descr="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212080" cy="3927032"/>
          </a:xfrm>
          <a:prstGeom prst="rect">
            <a:avLst/>
          </a:prstGeom>
          <a:ln>
            <a:solidFill>
              <a:srgbClr val="C8CEDA"/>
            </a:solidFill>
          </a:ln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52160" y="1097280"/>
          <a:ext cx="594360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560320"/>
                <a:gridCol w="2103120"/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동작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대상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클릭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C/V 트랙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CV 상태 창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클릭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크레인 (가로 레일 위 칸)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SC 상태 창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클릭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RGV (세로 레일 위 칸)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RTV 상태 창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더블클릭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입고 모드 / 출고 모드 글자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방향 전환 요청 (확인창)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우클릭 · 휠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사용하지 않음 (추후 정의)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52160" y="3291840"/>
            <a:ext cx="5943600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입출고 모드 전환 (더블클릭)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대상 : C/V#11 입출고 겸용대(트랙 122) / C/V#2 S/C#1 통로(트랙 103)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확인창에 PLC 방향 워드 주소를 보여 준다 : DIR_ADDR_CV11=310, DIR_ADDR_CV2=301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확인하면 설비 통신이 즉시 방향을 바꾸고(DIRM), 스케줄러는 MANUAL_DIR_HOLD_SEC(기본 120초) 동안 자동 전환을 멈춘다.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크레인·RGV 색 : 에러 → 미가동(범례 수동색) → 작업없음(범례 정상색) → 작업구분 색. 색을 지우는 시점은 VEH_CLEAR_MODE=3.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트랙 글자는 리본 [창고 모니터링] 선택(작업번호/트랙번호/제품정보)을 따른다.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작업대 명칭은 해당 트랙 왼쪽에 둔다 : 103 제품 입고대(TR#24) · 104 원부자재불출대(TR#26) · 102 피킹 작업대(출고대 TR#29 / 입고대 TR#30) · [101] 입출고대(TR#22).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명칭 글자색 : 입고대 = 범례 입고색, 출고대 = 범례 출고색(범례 변경 시 함께 바뀜), 101 입출고대 = 핑크 고정.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ECS&gt;환경설정 - 통신 연결 정의 (EQP 정보)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qpinf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26" y="1280160"/>
            <a:ext cx="7285786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환경설정 ▷ 통신 연결 정의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서버 프로그램(EQP=설비 통신, HOST/HOST2=상위 통신, SCH=스케줄러)의 접속 정보와 생존 상태를 조회한다. (EQP_MST)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설비 구분 콤보 : ALL / EQP / HOST / SCH. HOST 를 고르면 HOST2 까지 함께 조회된다.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EQP 대표 행은 마스터 PLC 소켓(IP/PORT) 정의를 나타낸다.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ECS&gt;환경설정 - 로그 삭제 설정 (이력 삭제 주기 변경)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d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798320"/>
            <a:ext cx="5029200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환경설정 ▷ 로그 삭제 설정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로그 테이블별 보존 주기(일)를 조회·변경한다. (DEL_HIS_SETTING)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행을 클릭하면 그 행의 주기가 (일) 칸에 채워진다.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값을 고쳐 [설정] 을 누르면 변경되고 유저사용 로그에 기록된다. 공백/0 은 설정할 수 없다.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ECS&gt;환경설정 - 범례 (색상정보)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egend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6584"/>
            <a:ext cx="7498079" cy="22734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환경설정 ▷ 범례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메인 화면에서 쓰는 색(작업상태·CV 신호·CV/SC 상태·RAIL·반자동)을 확인·변경한다. 저장하면 Ecs.ini [USER] USER_COLOR_* 에 기록된다.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색을 바꾸면 메인 화면 설비와 왼쪽 범례 칸에 곧바로 반영된다.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크레인·RGV 포크 색도 범례를 따른다 : 작업없음 = 범례 "작업없음(정상)", 미가동 = 범례 "수동" 색 (2026-09-17 정합).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RAIL 색은 정지 사유별로 나뉜다 : 입고금지 / 출고금지 / 입출고금지 / 에러 / 작업 중.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ECS&gt;뷰 - 작업정보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joblis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32515"/>
            <a:ext cx="7498079" cy="4741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뷰 ▷ 작업정보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진행 중 작업(JOB_MST)을 별도 창에서 조회하고 작업상태/우선순위 수정, 삭제·복사·완료 보고를 수행한다.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메인 화면 왼쪽 작업정보 칸과 별개로, 조건 조회와 수정이 필요할 때 여는 창이다(의도된 동작).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[CV 도착보고]/[SC 완료보고] 는 설비 신호가 유실됐을 때 사람이 대신 보고하는 기능이다.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[자동 갱신] 을 켜면 주기적으로 목록을 다시 읽는다.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ECS&gt;뷰 - 찾기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arch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37670"/>
            <a:ext cx="7498079" cy="15312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뷰 ▷ 찾기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작업번호를 입력하면 그 화물이 있는 트랙/설비를 메인 화면에서 검색색으로 깜빡여 보여 준다(5초).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ECS&gt;창고 모니터링 - 작업번호 / 트랙번호 / 제품정보 표시 전환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7315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맑은 고딕"/>
              </a:rPr>
              <a:t>(캡처 없음 - 오른쪽 설명 참조)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ECS ▷ 창고 모니터링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메인 화면 각 트랙에 표시할 글자를 작업번호 / 트랙번호 / 제품정보 중에서 고른다. 선택한 버튼이 강조된다.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[WH] WH_TYP=10 일 때 표시. 제품정보 버튼은 [MENU] PRODINFO_MENU=1 일 때만 보인다.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MANUAL - JOB 수동지시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nual_job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95" y="2436495"/>
            <a:ext cx="7181850" cy="2533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MANUAL ▷ 수동조작 ▷ 작업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창고/작업구분/출발지/도착지/위치를 지정해 작업을 직접 생성한다(수동 운전용).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작업개수를 지정하면 같은 조건으로 여러 건을 만든다.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반자동(1x) 작업은 상위에 보고하지 않고 완료 시 삭제된다.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MANUAL - 크레인 수동작업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nual_sc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782" y="1283970"/>
            <a:ext cx="4638675" cy="4838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MANUAL ▷ 수동조작 ▷ 크레인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크레인 한 대에 H/S(트랙)·셀 위치를 지정해 직접 이송 지시를 낸다.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그 크레인에 진행 중인 지시가 있으면 수동 지시를 거부한다.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MANUAL - RTV(RGV) 수동작업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nual_rtv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995" y="2103120"/>
            <a:ext cx="428625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MANUAL ▷ 수동조작 ▷ RTV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RGV 에 출발지/도착지 트랙을 지정해 직접 반송 지시를 낸다.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출발지=도착지 지시와, 진행 중 지시가 있을 때의 지시는 거부된다.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작업 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_i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55096"/>
            <a:ext cx="7498079" cy="44964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로그 ▷ 작업로그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작업 이력(JOB_MST_HIS)을 기간/작업번호/상태로 조회한다.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HOST 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_mes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03883"/>
            <a:ext cx="7498079" cy="43988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로그 ▷ HOST로그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상위(WMS/IMS)와 주고받은 전문 이력(HOST_IF_LOG)을 조회한다.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전문 : O(작업지시) R(응답) M(모드 전환) S(상태보고) E(에러보고) F(완료)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설비에러이력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_eqp_his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95" y="1280160"/>
            <a:ext cx="7170248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로그 ▷ 설비에러이력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설비(CV/SC/RTV) 에러 발생·해제 이력(EQP_ERR_HIS)을 조회한다.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유저사용 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_clien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98" y="1280160"/>
            <a:ext cx="7266042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로그 ▷ 유저사용로그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운전 화면에서 사람이 수행한 조작(지시/삭제/설정 변경/방향 전환) 기록(WCS_CLIENT_LOG)을 조회한다.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ECS 프로그램 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larm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66792"/>
            <a:ext cx="7498079" cy="3873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로그 ▷ ECS프로그램로그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서버 프로그램(스케줄러/설비 통신/상위 통신)이 남긴 운전 이력(WCS_LOG_PGR)을 프로그램·시간·작업번호로 조회한다.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LOG - 알람 (경고창)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7315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맑은 고딕"/>
              </a:rPr>
              <a:t>(캡처 없음 - 오른쪽 설명 참조)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LOG ▷ 알람 ▷ 알람  (자동 표시)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체류 작업과 알람을 모아 보여 주는 경고창. 10초마다 조회해 해당 건이 있으면 화면 오른쪽 아래에 스스로 뜬다.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체류 기준 : Ecs.ini [USER] JOB_STALL_WARN_SEC=300 (최소 10초, 저장 즉시 반영).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목록 열 : 시각 / 작업번호 / 구분 / 체류(초) / 내용. [STOP] 은 음소거 후 숨긴다.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체류는 경고만 한다 - 시간 경과로 작업을 자동 완료하지 않는다(설비 신호와 실물을 확인 후 처리).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설비 대화상자 - CV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v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917" y="1280160"/>
            <a:ext cx="4384405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메인 화면에서 컨베이어 트랙 클릭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컨베이어 트랙의 PLC 신호와 작업 정보를 보고, 작업번호 쓰기/삭제/복사/잘라내기/붙여넣기, 트랙 일시정지, H/S 배출을 수행한다.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[쓰기]/[붙여넣기] 로 작업을 트랙에 올리면 통로 CV(트랙 103~120)는 상태 16(통로CV 구동중), 그 밖의 작업대는 15 로 기록된다.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예외 처리 [H/S 배출] 은 출고 H/S 에 놓인 작업 없는 화물을 출고대로 내보낸다(반자동 출고, 상위 보고 없음).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확대 버튼은 숨김(Ecs.ini ZOOM_BTN=0).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설비 대화상자 - SC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492" y="1280160"/>
            <a:ext cx="3967255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메인 화면에서 크레인 클릭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크레인 상태·차상 화물·좌표·에러와 작업 상태를 본다. 명령 : 지시 재전송 / 강제완료 / 수동지시, 입출고상태 : 입고 정지 / 출고 정지 / 작업금지.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제목줄에 호기와 담당 Bank 를 표시한다 (예 S/C#2 (Bank 03,04)).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[수동지시] 는 MANUAL &gt; 크레인 창을 연다.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확대 버튼은 숨김(ZOOM_BTN=0).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설비 대화상자 - RTV(RGV)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tv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372" y="1280160"/>
            <a:ext cx="4411495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메인 화면에서 RGV 클릭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RGV 상태와 작업 상태를 본다. 명령 : 지시 재전송 / 강제완료 / 수동지시, RTV 금지.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RTV 상태 : 운영모드 / 완료상태 / 화물유무 / RTV상태 / ACTIVE / 주행위치.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확대 버튼은 숨김(ZOOM_BTN=0).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서버 프로그램 - 통합 태스크 (ALL_TASK)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lltask_ct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126" y="1280160"/>
            <a:ext cx="7023987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TASK\ALL_TASK\ALL_TASK.exe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설비 통신(EQP)·스케줄러(IO)·상위 통신(HOST) 세 프로그램을 한 창에 합친 것. 탭으로 각 화면을 보고, [제어판] 에서 태스크별로 기동·정지한다.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로그는 스레드별 파일(LOG\&lt;스레드&gt;\&lt;스레드&gt;_yyyyMMdd.log, 기본 365일)과 WCS_LOG_PGR 에 남는다.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서버 프로그램 - 설비 통신 (WCS_TASK_CV)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vtask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126" y="1280160"/>
            <a:ext cx="7023987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ALL_TASK ▷ EQP 탭 (단독 : TASK\WCS_TASK_CV_BIN\bin\Debug\WCS_TASK_CV.exe)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마스터 PLC(XGT) 와 1소켓으로 통신하며 CV_DATA/SC_DATA_LGLS/RTV_DATA_LGLS 를 갱신하고 지시를 PLC 에 쓴다.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C/V 15대 한 바퀴 약 1초(2026-09-17 개선, 종전 3초 이상) - 운전 화면 반영 속도를 좌우한다.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WCS_DB.INI [CNF] 속도 옵션(저장 후 2초 내 반영) : CV_BULK_R / CV_EVT_BULK / CV_HB_MS / CV_CYCLE_SLEEP_MS / CV_CYCLE_LOG_MS / UI_LOG_ASYNC.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Client [입고/출고 모드] 더블클릭 전환(DIRM)은 화물 보류 없이 즉시 방향 워드에 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서버 프로그램 - 스케줄러 (IO_TASK)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sk_IO_TASK_SEMI_FIN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126" y="1280160"/>
            <a:ext cx="7023987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ALL_TASK ▷ IO 탭 (단독 : TASK\IO_TASK\bin\Debug\IO_TASK_SEMI_FINISH.exe)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작업 상태 기계. JOB_MST 를 읽어 CV/RGV/SC 지시를 내리고 완료를 판정한다.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ENV_IOSCH.INI [CNF] : OUT_HOLD_SEC(출고 유지 유예) / IN_HS_STATUS(입고 통로 15·16) / MANUAL_DIR_HOLD_SEC(수동 방향 전환 뒤 자동 억제).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체류는 경고만 한다(체류복구 폐기). 완료는 설비 신호로만 판정한다.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서버 프로그램 - 상위 통신 (WCS_TASK_HOST)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7680960" cy="5029200"/>
          </a:xfrm>
          <a:prstGeom prst="rect">
            <a:avLst/>
          </a:prstGeom>
          <a:solidFill>
            <a:srgbClr val="F7F8FA"/>
          </a:solidFill>
          <a:ln>
            <a:solidFill>
              <a:srgbClr val="C8C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k_TASK_LFC10_G1_ECSC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126" y="1280160"/>
            <a:ext cx="7023987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188720"/>
            <a:ext cx="329184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메뉴 Path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ALL_TASK ▷ HOST 탭 (단독 : TASK\WCS_TASK_HOST\bin\Debug\TASK_LFC10_G1_ECSCOM.exe)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프로그램 개요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WMS/IMS 와 소켓(명령 수신/보고 송신)으로 전문을 교환한다. 스테이션 코드 변환(122→101, 124→104, 126→103, 129·130→102)을 담당한다.</a:t>
            </a:r>
          </a:p>
          <a:p>
            <a:pPr algn="l"/>
            <a:r>
              <a:rPr sz="6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특기사항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· 완료(09)가 되면 즉시 F 를 보내고, 응답이 없으면 EcsComA.ini [Host] RE_REPORT_09_SEC(기본 60초)마다 다시 보낸다(5초 내 반영).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부록 - Ecs.ini 화면 설정 (현재값)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113385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828800"/>
                <a:gridCol w="4389120"/>
                <a:gridCol w="1097280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섹션 · 키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반영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[MENU] MAIN_UI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1=종전(범례 큰 표) / 2=왼쪽 고정 칸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재기동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[MENU] MAIN_UI_LEFT_W / COMM_H / LEG_H / VEH_H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531 / 0 / 299 / 159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왼쪽 칸 크기(px), 0=기본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자동 저장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[MENU] INI_MENU / USER_MENU / SEMITEST_MENU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0 / 0 / 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INI 열기 · 사용자 · 반자동 TEST 메뉴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재기동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[MENU] PROCESS_MENU / AUTOTIME_MENU / UIMODE_MENU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0 / 0 / 1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처리 그룹 · 시간 기반 자동 처리 · 판넬 보기(MAIN_UI=2 이면 숨김)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재기동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[MENU] PRODINFO_MENU / SCWAIT_VIEW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1 / 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제품정보 버튼 · 크레인별 출고 대기 칸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재기동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[MENU] ZOOM_BTN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설비 대화상자 확대 버튼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즉시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[MENU] STATUS_POS / COMM_MODE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RIBBON / 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통신 표시 위치 · 모양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재기동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[MENU] LOADBIT_GATE / VEH_CLEAR_MODE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1 / 3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크레인·RGV 색 판정(차상 화물 비트) · 색 지우는 시점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즉시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[MENU] DIR_ADDR_CV11 / DIR_ADDR_CV2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310 / 301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방향 전환 확인창의 PLC 주소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재기동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[MENU] UI_TRACE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클릭 경로 로그(LOG\ECS_UI_yyyymmdd.log)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즉시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[Title] BuildDate / DbInfo / Path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1 / 1 / 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제목줄 표시 항목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즉시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[RibbonMenu] ToolTip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리본 툴팁에 리소스 경로 표시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즉시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[USER] JOB_STALL_WARN_SEC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경고창 체류 기준(초)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즉시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[USER] USER_COLOR_*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범례 창에서 저장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범례 · 설비 색 (BGR)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저장 시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[ETC] COLLECT_INTERVAL_MS / ViewRetCnt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300 / 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설비 데이터 조회 주기 · 출고 잔여 수 표시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재기동 / 즉시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맑은 고딕"/>
              </a:rPr>
              <a:t>부록 - 설계 결정 · 변경 이력 (V1.2)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33856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743200"/>
                <a:gridCol w="8046720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결정 / 조치</a:t>
                      </a:r>
                    </a:p>
                  </a:txBody>
                  <a:tcPr marT="27432" marB="27432"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메인 화면 배치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MAIN_UI=2 : 왼쪽에 통신 상태 · 범례 · 설비 반송 · 작업정보를 고정. 종전 레이아웃 안 범례 표와 [판넬 보기] 는 쓰지 않는다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INI 열기 버튼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표시하지 않음 (INI_MENU=0)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반자동 TEST 메뉴 그룹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표시하지 않음 (SEMITEST_MENU=0)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설비 대화상자 확대 버튼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표시하지 않음 (ZOOM_BTN=0)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크레인·RGV 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범례 기준으로 정합 : 작업없음 = 범례 정상색(RGB 224,224,224), 미가동 = 범례 수동색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레이아웃 그룹 이름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EcsLayout1.xml 의 SC / RTV 이름을 실제 설비에 맞게 정정 (동작 영향 없음)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메인 화면 우클릭 · 휠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현재 사용하지 않음. 추후 기능 정의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리본 [작업정보]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별도 작업정보 창을 여는 것이 의도된 동작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크레인별 출고 대기 칸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표시하지 않음 (SCWAIT_VIEW=0)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10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화면 반응 속도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설비 통신 한 바퀴 3초 이상 → 약 1초 (WCS_TASK_CV 개선, 2026-09-17)</a:t>
                      </a:r>
                    </a:p>
                  </a:txBody>
                  <a:tcPr marT="27432" marB="27432"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11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작업대 명칭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맑은 고딕"/>
                        </a:rPr>
                        <a:t>위치 정정(103=TR#24 입고대, 104=TR#26 출고대), 102 를 출고대(TR#29)/입고대(TR#30) 둘로 분리, 글자색 = 범례 입고/출고색, 101 = 핑크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806440"/>
            <a:ext cx="11338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캡처 : 메인 · 리본 · CV/SC/RTV 상태 · 범례 = 2026-09-17 전체화면(1920×1080). 그 밖의 대화상자 = 2026-09-09 판 캡처(구성 변경 없음).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LG 화학 1동 ECS  |  화면설계서  |  Ver 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맑은 고딕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