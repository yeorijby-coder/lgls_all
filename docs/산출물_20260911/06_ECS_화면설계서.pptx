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dirty="0">
                <a:solidFill>
                  <a:srgbClr val="000000"/>
                </a:solidFill>
                <a:latin typeface="맑은 고딕"/>
              </a:rPr>
              <a:t>LG </a:t>
            </a:r>
            <a:r>
              <a:rPr sz="2200" b="0" dirty="0" err="1">
                <a:solidFill>
                  <a:srgbClr val="000000"/>
                </a:solidFill>
                <a:latin typeface="맑은 고딕"/>
              </a:rPr>
              <a:t>화학</a:t>
            </a:r>
            <a:r>
              <a:rPr sz="2200" b="0" dirty="0">
                <a:solidFill>
                  <a:srgbClr val="000000"/>
                </a:solidFill>
                <a:latin typeface="맑은 고딕"/>
              </a:rPr>
              <a:t> 1동 </a:t>
            </a:r>
            <a:r>
              <a:rPr sz="2200" b="0" dirty="0" err="1">
                <a:solidFill>
                  <a:srgbClr val="000000"/>
                </a:solidFill>
                <a:latin typeface="맑은 고딕"/>
              </a:rPr>
              <a:t>자동창고</a:t>
            </a:r>
            <a:endParaRPr sz="2200" b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 dirty="0">
                <a:solidFill>
                  <a:srgbClr val="C00000"/>
                </a:solidFill>
                <a:latin typeface="맑은 고딕"/>
              </a:rPr>
              <a:t>ECS </a:t>
            </a:r>
            <a:r>
              <a:rPr sz="4800" b="1" dirty="0" err="1">
                <a:solidFill>
                  <a:srgbClr val="C00000"/>
                </a:solidFill>
                <a:latin typeface="맑은 고딕"/>
              </a:rPr>
              <a:t>화면설계서</a:t>
            </a:r>
            <a:endParaRPr sz="4800" b="1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dirty="0">
                <a:solidFill>
                  <a:srgbClr val="C00000"/>
                </a:solidFill>
                <a:latin typeface="맑은 고딕"/>
              </a:rPr>
              <a:t>ECS Renewal   ·   Ver 1.3   ·   2026-09-11        (</a:t>
            </a:r>
            <a:r>
              <a:rPr sz="1600" b="0" dirty="0" err="1">
                <a:solidFill>
                  <a:srgbClr val="C00000"/>
                </a:solidFill>
                <a:latin typeface="맑은 고딕"/>
              </a:rPr>
              <a:t>붉은</a:t>
            </a:r>
            <a:r>
              <a:rPr sz="16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00000"/>
                </a:solidFill>
                <a:latin typeface="맑은 고딕"/>
              </a:rPr>
              <a:t>글씨</a:t>
            </a:r>
            <a:r>
              <a:rPr sz="1600" b="0" dirty="0">
                <a:solidFill>
                  <a:srgbClr val="C00000"/>
                </a:solidFill>
                <a:latin typeface="맑은 고딕"/>
              </a:rPr>
              <a:t> = 2026-09-04 </a:t>
            </a:r>
            <a:r>
              <a:rPr sz="1600" b="0" dirty="0" err="1">
                <a:solidFill>
                  <a:srgbClr val="C00000"/>
                </a:solidFill>
                <a:latin typeface="맑은 고딕"/>
              </a:rPr>
              <a:t>판에서</a:t>
            </a:r>
            <a:r>
              <a:rPr sz="16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00000"/>
                </a:solidFill>
                <a:latin typeface="맑은 고딕"/>
              </a:rPr>
              <a:t>바뀐</a:t>
            </a:r>
            <a:r>
              <a:rPr sz="16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00000"/>
                </a:solidFill>
                <a:latin typeface="맑은 고딕"/>
              </a:rPr>
              <a:t>부분</a:t>
            </a:r>
            <a:r>
              <a:rPr sz="1600" b="0" dirty="0">
                <a:solidFill>
                  <a:srgbClr val="C00000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Document history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Vers.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Author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Approver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Notes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최초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2026-09-09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명칭 ECS 확정, 범례 화면 내장, 판넬 보기 신설, 캡처 갱신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V1.2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2026-09-10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endParaRPr/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미사용 표 12개 정리에 따른 화면 폐지(WC / BCR / 공PLT / WC로그), 판넬 3개를 모두 올린 화면 추가, 2026-09-04 판 대비 변경분 붉은색 표시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V1.3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2026-09-11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endParaRPr/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[INI 열기] 버튼 숨김(목차에 없던 화면), 범례 글자를 칸 크기에 맞춤, RTV 가 103 제품 입고대에 한 칸 덜 온 것으로 보이던 배치 수정, 캡처 갱신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65760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메인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메인 화면(창고 모니터링)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ECS&gt;환경설정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통신 연결 정의 (EQP 정보)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로그 삭제 설정 (이력 삭제 주기 변경)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범례 (색상정보)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ECS&gt;뷰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작업정보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찾기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3400" y="1188720"/>
            <a:ext cx="365760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ECS&gt;판넬 보기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판넬 보기 (작업정보/상세정보/설비반송)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ECS&gt;창고 모니터링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작업번호 / 트랙번호 표시 전환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수동조작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JOB 수동지시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크레인 수동작업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수동작업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LOG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HOST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설비에러이력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유저사용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알람 (ECS 프로그램 이력)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설비 대화상자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CV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SC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상태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서버 프로그램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통합 태스크 (ALL_TASK)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 통신 (WCS_TASK_CV)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스케줄러 (IO_TASK)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상위 통신 (WCS_TASK_HOST)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메인 화면(창고 모니터링)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40164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000000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 err="1">
                <a:solidFill>
                  <a:srgbClr val="000000"/>
                </a:solidFill>
                <a:latin typeface="맑은 고딕"/>
              </a:rPr>
              <a:t>운전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화면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(Ecs.exe)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실행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시 첫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화면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000000"/>
                </a:solidFill>
                <a:latin typeface="맑은 고딕"/>
              </a:rPr>
              <a:t>1동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자동창고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전체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배치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(랙 10열,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크레인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5대, RGV 1대,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컨베이어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C/V#2~#15,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작업대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)와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작업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진행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상황을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실시간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표시한다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000000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화물이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있는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위치는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작업번호와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작업구분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색(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출고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피킹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랙투랙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이동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)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으로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표시된다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C00000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화면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왼쪽에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범례표가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함께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그려진다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-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작업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색상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/ C/V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/ S/C·RTV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/ S/C·RTV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레일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4개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그룹이며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,
   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색은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[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범례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]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창에서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바꾸면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이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표에도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곧바로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반영된다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000000"/>
                </a:solidFill>
                <a:latin typeface="맑은 고딕"/>
              </a:rPr>
              <a:t>· C/V#2(S/C#1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통로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)와 C/V#11(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입출고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겸용대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)의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현재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입출고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모드를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"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모드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출고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모드"로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표시한다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.</a:t>
            </a:r>
          </a:p>
          <a:p>
            <a:pPr algn="l"/>
            <a:r>
              <a:rPr sz="1000" b="0" dirty="0">
                <a:solidFill>
                  <a:srgbClr val="000000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작업대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라벨은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IMS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스테이션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코드와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명칭을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함께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표기한다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: [101]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외부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입고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전용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입출고대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, 103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제품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입고대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(TR#24), 104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원부자재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불출대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(TR#26), 102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피킹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</a:rPr>
              <a:t>작업대</a:t>
            </a:r>
            <a:r>
              <a:rPr sz="1000" b="0" dirty="0">
                <a:solidFill>
                  <a:srgbClr val="000000"/>
                </a:solidFill>
                <a:latin typeface="맑은 고딕"/>
              </a:rPr>
              <a:t>(TR#29/30).</a:t>
            </a:r>
          </a:p>
          <a:p>
            <a:pPr algn="l"/>
            <a:r>
              <a:rPr sz="1000" b="0" dirty="0">
                <a:solidFill>
                  <a:srgbClr val="C00000"/>
                </a:solidFill>
                <a:latin typeface="맑은 고딕"/>
              </a:rPr>
              <a:t>· </a:t>
            </a:r>
            <a:r>
              <a:rPr lang="ko-KR" altLang="en-US" sz="1000" dirty="0">
                <a:solidFill>
                  <a:srgbClr val="C00000"/>
                </a:solidFill>
                <a:latin typeface="맑은 고딕"/>
              </a:rPr>
              <a:t>상단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상태바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EQUIP / HOST / SCH 는 각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서버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프로그램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설비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통신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통신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스케줄러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)의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생존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초록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=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정상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,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빨강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=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끊김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)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이다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4</a:t>
            </a:r>
          </a:p>
        </p:txBody>
      </p:sp>
      <p:pic>
        <p:nvPicPr>
          <p:cNvPr id="8" name="Picture 7" descr="main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41" y="1356125"/>
            <a:ext cx="7658557" cy="41457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ECS&gt;환경설정 - 통신 연결 정의 (EQP 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qpinf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26" y="1280160"/>
            <a:ext cx="728578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환경설정 ▷ 통신 연결 정의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서버 프로그램(EQP=설비 통신, HOST/HOST2=상위 통신, SCH=스케줄러)의 접속 정보와 생존 상태를 조회한다. (EQP_MST)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설비 구분 콤보 : ALL / EQP / HOST / SCH. HOST 를 고르면 HOST2 까지 함께 조회된다.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EQP 대표 행은 마스터 PLC 소켓(IP/PORT) 정의를 나타낸다.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ECS&gt;환경설정 - 로그 삭제 설정 (이력 삭제 주기 변경)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d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548" y="1280160"/>
            <a:ext cx="63971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환경설정 ▷ 로그 삭제 설정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로그 테이블별 보존 주기(일)를 조회·변경한다. (DEL_HIS_SETTING)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그리드에서 행을 클릭하면 그 행의 주기가 (일) 칸에 채워지고 그룹 제목에 선택한 로그명과 현재 주기가 표시된다.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값을 고쳐 [설정] 을 누르면 변경되고 유저사용 로그에 기록된다. 공백/0 은 설정할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ECS&gt;환경설정 - 범례 (색상정보)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egen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0524"/>
            <a:ext cx="7498079" cy="26255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환경설정 ▷ 범례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메인 화면에서 쓰는 색상(작업상태·CV 신호·CV,SC 상태·RAIL·반자동)을 확인·변경한다.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CV, SC 상태의 "WC 패스모드" 는 이 현장에 없는 기능이라 비활성이다.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S/C·RTV 레일 색은 정지 사유별로 나뉜다 : 입고 금지(주황빨강) / 출고 금지(자홍빨강) /
    입출고 정지(진빨강) / 에러(보라) / 작업중(파랑). 붉은 계열은 모두 "정지" 를 뜻하고,
    설비 에러만 보라로 빼 사람이 건 정지와 구분한다(크레인 포크는 에러 시 빨강).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ECS&gt;뷰 - 작업정보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jobli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32515"/>
            <a:ext cx="7498079" cy="4741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뷰 ▷ 작업정보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진행 중 작업(JOB_MST)을 조회하고 작업상태/우선순위를 수정하거나 삭제·복사·완료 보고를 수행한다.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[자동 갱신] 을 켜면 주기적으로 목록을 다시 읽는다.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[CV 도착보고]/[SC 완료보고] 는 설비 신호가 유실됐을 때 사람이 대신 보고하는 기능이다.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[삭제] 는 작업을 지우고, 설비에 남은 지시는 설비 대화상자의 [지시 삭제] 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ECS&gt;뷰 - 찾기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earc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37670"/>
            <a:ext cx="7498079" cy="15312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뷰 ▷ 찾기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작업번호를 입력하면 그 화물이 있는 트랙/설비를 메인 화면에서 깜빡여 보여 준다(5초).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맑은 고딕"/>
              </a:rPr>
              <a:t>ECS&gt;판넬 보기 - 판넬 보기 (작업정보/상세정보/설비반송)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ECS ▷ 판넬 보기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작업 목록·설비 상세·크레인 반송 현황을 화면에 붙는 판넬로 한눈에 본다. 버튼 3개를 각각 켜고 끈다. 판넬은 보기 전용이다 - 조작은 설비 대화상자에서 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작업정보 판넬은 화면 상단에 가로로 넓게 붙는다(작업 목록은 열이 많아 가로가 필요하다).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상세정보·설비반송 판넬은 오른쪽에 위아래로 붙는다.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메인 화면에서 설비를 클릭하면 상세정보 판넬의 해당 탭이 그 설비로 바뀌고, 설비 대화상자도 함께 뜬다. (2026-09-10 변경 - 종전에는 판넬만 바뀌고 대화상자가 뜨지 않았다)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판넬에는 조작 버튼을 두지 않는다. 목록과 상태만 보여 준다(2026-09-10 정리).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작업정보 판넬 오른쪽 위 [자동 갱신] 을 켜면 2초마다 목록을 다시 읽는다. 끄면 그 시점 목록이 그대로 멈춘다. 작업이 많고 설비가 바쁘면 목록이 계속 새로 그려져 보기 어려우므로, 살펴볼 때는 꺼 두면 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10</a:t>
            </a:r>
          </a:p>
        </p:txBody>
      </p:sp>
      <p:pic>
        <p:nvPicPr>
          <p:cNvPr id="8" name="Picture 7" descr="panels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42" y="1356125"/>
            <a:ext cx="7658555" cy="41457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맑은 고딕"/>
              </a:rPr>
              <a:t>ECS&gt;판넬 보기 - 판넬 3개를 모두 올린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ECS ▷ 판넬 보기  (작업정보 + 상세정보 + 설비반송)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세 판넬을 모두 올렸을 때의 화면 구성. 위쪽 전폭이 작업정보, 오른쪽 위가 상세정보, 오른쪽 아래가 설비반송, 남은 왼쪽 아래가 창고 모니터링이다.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작업정보 판넬은 열이 많아 화면 상단에 가로로 넓게 붙는다. 오른쪽 위 [자동 갱신] 으로 2초 주기 갱신을 켜고 끈다.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상세정보 판넬은 메인 화면에서 클릭한 설비를 따라간다. CV / SC / RTV / 작업정보 탭으로 나뉜다.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설비반송 판넬은 크레인 5대와 RGV 의 반송 현황을 한 줄씩 보여 준다.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판넬은 보기 전용이다. 조작은 설비 대화상자에서 한다.</a:t>
            </a:r>
          </a:p>
          <a:p>
            <a:pPr algn="l"/>
            <a:r>
              <a:rPr sz="1000" b="0">
                <a:solidFill>
                  <a:srgbClr val="C00000"/>
                </a:solidFill>
                <a:latin typeface="맑은 고딕"/>
              </a:rPr>
              <a:t>· 판넬을 모두 끄면 창고 모니터링이 화면 전체를 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11</a:t>
            </a:r>
          </a:p>
        </p:txBody>
      </p:sp>
      <p:pic>
        <p:nvPicPr>
          <p:cNvPr id="8" name="Picture 7" descr="panels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42" y="1356125"/>
            <a:ext cx="7658555" cy="41457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ECS&gt;창고 모니터링 - 작업번호 / 트랙번호 표시 전환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ECS ▷ 창고 모니터링 ▷ 작업번호 · 트랙번호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메인 화면 각 위치에 표시할 문자를 작업번호 / 트랙번호 중에서 고른다.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12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6B90D6-1C18-5244-4956-7D7B6D78F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172" y="3000315"/>
            <a:ext cx="1047896" cy="857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MANUAL - JOB 수동지시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nual_jo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80714"/>
            <a:ext cx="7498079" cy="2645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수동조작 ▷ 작업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창고/작업구분/출발지/도착지/위치를 지정해 작업을 직접 생성한다(수동 운전용).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작업개수를 지정하면 같은 조건으로 여러 건을 만든다.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반자동(1x) 작업은 상위에 보고하지 않고 완료 시 삭제된다.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MANUAL - 크레인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nual_s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130" y="1280160"/>
            <a:ext cx="4645980" cy="4846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수동조작 ▷ 크레인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크레인 한 대에 H/S(트랙)·셀 위치를 지정해 직접 이송 지시를 낸다.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H/S 목록은 그 크레인 측 C/V 의 트랙(RGV측/S/C측)으로 채워진다.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그 크레인에 진행 중인 지시가 있으면 수동 지시를 거부한다 - 먼저 SC 상태창의 [지시 삭제] 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MANUAL - RTV(RGV)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nual_rt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816" y="1280160"/>
            <a:ext cx="649060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수동조작 ▷ RTV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RGV 에 출발지/도착지 트랙을 지정해 직접 반송 지시를 낸다.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출발지·도착지는 RGV 가 정차하는 실제 트랙번호(103,105,…,131)로 표시된다.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출발지=도착지 지시는 거부되고, 진행 중 지시가 있으면 거부된다(스케줄러 지시 덮어쓰기 방지).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LOG - 작업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i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55096"/>
            <a:ext cx="7498079" cy="4496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로그 ▷ 작업로그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작업 이력(JOB_MST_HIS)을 기간/작업번호/상태로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LOG - HOST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me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3883"/>
            <a:ext cx="7498079" cy="4398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로그 ▷ HOST로그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상위(WMS/IMS)와 주고받은 전문 이력을 조회한다.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전문 : O(작업지시) R(응답) M(모드 전환) S(상태보고) E(에러보고) F(완료)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LOG - 설비에러이력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eqp_hi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95" y="1280160"/>
            <a:ext cx="7170248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로그 ▷ 설비에러이력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설비(CV/SC/RTV) 에러 발생·해제 이력을 조회한다. (EQP_ERR_HIS)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LOG - 유저사용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_clien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98" y="1280160"/>
            <a:ext cx="72660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로그 ▷ 유저사용로그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운전 화면에서 사람이 수행한 조작(지시/삭제/설정 변경) 기록을 조회한다. (WCS_CLIENT_LOG)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LOG - 알람 (ECS 프로그램 이력)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larm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6792"/>
            <a:ext cx="7498079" cy="3873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로그 ▷ 알람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서버 프로그램(스케줄러/설비 통신/상위 통신)이 남긴 운전 이력(WCS_LOG_PGR)을 프로그램·시간·작업번호로 조회한다.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정체 작업 알림창도 이 이력을 근거로 뜬다(작업이 같은 상태로 오래 머물면 경고).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설비 대화상자 - CV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32470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메뉴</a:t>
            </a:r>
            <a:r>
              <a:rPr sz="1300" b="1" dirty="0">
                <a:solidFill>
                  <a:srgbClr val="000000"/>
                </a:solidFill>
                <a:latin typeface="맑은 고딕"/>
              </a:rPr>
              <a:t> Path</a:t>
            </a:r>
          </a:p>
          <a:p>
            <a:pPr algn="l"/>
            <a:r>
              <a:rPr sz="1100" b="0" dirty="0" err="1">
                <a:solidFill>
                  <a:srgbClr val="000000"/>
                </a:solidFill>
                <a:latin typeface="맑은 고딕"/>
              </a:rPr>
              <a:t>메인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화면에서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컨베이어</a:t>
            </a:r>
            <a:r>
              <a:rPr sz="11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맑은 고딕"/>
              </a:rPr>
              <a:t>클릭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프로그램</a:t>
            </a:r>
            <a:r>
              <a:rPr sz="13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개요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100" b="0" dirty="0" err="1">
                <a:solidFill>
                  <a:srgbClr val="C00000"/>
                </a:solidFill>
                <a:latin typeface="맑은 고딕"/>
              </a:rPr>
              <a:t>컨베이어(트랙 2개)의 PLC 신호와 작업 정보를 보고, 작업번호 쓰기/삭제/복사/잘라내기/붙여넣기를 수행한다.</a:t>
            </a:r>
          </a:p>
          <a:p>
            <a:pPr algn="l"/>
            <a:endParaRPr sz="1100" b="0" dirty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 dirty="0">
                <a:solidFill>
                  <a:srgbClr val="000000"/>
                </a:solidFill>
                <a:latin typeface="맑은 고딕"/>
              </a:rPr>
              <a:t>■ </a:t>
            </a:r>
            <a:r>
              <a:rPr sz="1300" b="1" dirty="0" err="1">
                <a:solidFill>
                  <a:srgbClr val="000000"/>
                </a:solidFill>
                <a:latin typeface="맑은 고딕"/>
              </a:rPr>
              <a:t>특기사항</a:t>
            </a:r>
            <a:endParaRPr sz="1300" b="1" dirty="0">
              <a:solidFill>
                <a:srgbClr val="1E2761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C00000"/>
                </a:solidFill>
                <a:latin typeface="맑은 고딕"/>
              </a:rPr>
              <a:t>· [쓰기] 는 그 트랙의 작업번호를 새로 넣는다. 실물 화물이 있는데 시스템이 모르는 경우 작업번호를 인식시킬 때 쓴다.</a:t>
            </a:r>
          </a:p>
          <a:p>
            <a:pPr algn="l"/>
            <a:r>
              <a:rPr sz="1000" b="0" dirty="0">
                <a:solidFill>
                  <a:srgbClr val="C00000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예외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처리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그룹의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[H/S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배출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] 은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출고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H/S 에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놓인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작업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없는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화물을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출고대로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내보낸다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.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비상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확인창이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뜨며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,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반자동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출고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작업을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만들어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상위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보고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없이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처리한다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아래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예외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처리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참조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).</a:t>
            </a:r>
          </a:p>
          <a:p>
            <a:pPr algn="l"/>
            <a:r>
              <a:rPr sz="1000" b="0" dirty="0">
                <a:solidFill>
                  <a:srgbClr val="C00000"/>
                </a:solidFill>
                <a:latin typeface="맑은 고딕"/>
              </a:rPr>
              <a:t>· 도착지·작업구분 </a:t>
            </a:r>
            <a:r>
              <a:rPr sz="1000" b="0" dirty="0" err="1">
                <a:solidFill>
                  <a:srgbClr val="C00000"/>
                </a:solidFill>
                <a:latin typeface="맑은 고딕"/>
              </a:rPr>
              <a:t>입력란은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뺐다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. 이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현장은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컨베이어에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도착지·작업구분을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내려보내지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않는다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- PLC 로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나가는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것은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방향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(D300+N-1)과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작업번호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트래킹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(</a:t>
            </a:r>
            <a:r>
              <a:rPr sz="1000" dirty="0" err="1">
                <a:solidFill>
                  <a:srgbClr val="C00000"/>
                </a:solidFill>
                <a:latin typeface="맑은 고딕"/>
              </a:rPr>
              <a:t>R영역</a:t>
            </a:r>
            <a:r>
              <a:rPr sz="1000" dirty="0">
                <a:solidFill>
                  <a:srgbClr val="C00000"/>
                </a:solidFill>
                <a:latin typeface="맑은 고딕"/>
              </a:rPr>
              <a:t>) </a:t>
            </a:r>
            <a:r>
              <a:rPr lang="ko-KR" altLang="en-US" sz="1000" dirty="0">
                <a:solidFill>
                  <a:srgbClr val="C00000"/>
                </a:solidFill>
                <a:latin typeface="맑은 고딕"/>
              </a:rPr>
              <a:t>이</a:t>
            </a:r>
            <a:r>
              <a:rPr sz="1000" b="0" dirty="0">
                <a:solidFill>
                  <a:srgbClr val="C00000"/>
                </a:solidFill>
                <a:latin typeface="맑은 고딕"/>
              </a:rPr>
              <a:t>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21</a:t>
            </a:r>
          </a:p>
        </p:txBody>
      </p:sp>
      <p:pic>
        <p:nvPicPr>
          <p:cNvPr id="8" name="Picture 7" descr="cv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856" y="1600646"/>
            <a:ext cx="3804524" cy="42053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설비 대화상자 - SC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492" y="1280160"/>
            <a:ext cx="396725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메인 화면에서 크레인(랙 열 번호) 클릭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크레인 상태·차상 화물·좌표·에러와 작업 상태를 본다. 명령은 지시 재전송 / 삭제 / 강제완료 / 수동지시.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작업상태는 두 열(왼쪽 작업번호·구분·상태·적재용기·제품정보, 오른쪽 출발지·출발위치·도착지·도착위치).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[지시 삭제] 는 설비에 남은 지시(OD)와 요청 플래그를 함께 비운다.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[수동지시] 는 MANUAL &gt; 크레인 창을 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맑은 고딕"/>
              </a:rPr>
              <a:t>설비 대화상자 - RTV(RGV)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t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72" y="1280160"/>
            <a:ext cx="441149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메인 화면에서 RGV 클릭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RGV 상태와 작업 상태를 본다. 명령은 지시 재전송 / 삭제 / 강제완료 / 수동지시, 명령 그룹 아래에 일시정지(상태 표시 + 버튼).</a:t>
            </a:r>
          </a:p>
          <a:p>
            <a:pPr algn="l"/>
            <a:endParaRPr sz="1100" b="0">
              <a:solidFill>
                <a:srgbClr val="595959"/>
              </a:solidFill>
              <a:latin typeface="맑은 고딕"/>
            </a:endParaRP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· RGV 가 지시를 받지 않을 때(요청 플래그 잔류) [지시 삭제] 로 풀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LG 화학 1동 ECS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2119</Words>
  <Application>Microsoft Office PowerPoint</Application>
  <PresentationFormat>와이드스크린</PresentationFormat>
  <Paragraphs>289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9</cp:revision>
  <dcterms:created xsi:type="dcterms:W3CDTF">2013-01-27T09:14:16Z</dcterms:created>
  <dcterms:modified xsi:type="dcterms:W3CDTF">2026-09-10T14:26:16Z</dcterms:modified>
  <cp:category/>
</cp:coreProperties>
</file>