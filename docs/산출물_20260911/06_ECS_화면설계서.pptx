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8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2.png"/><Relationship Id="rId4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3.png"/><Relationship Id="rId4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 dirty="0">
                <a:solidFill>
                  <a:srgbClr val="000000"/>
                </a:solidFill>
                <a:latin typeface="맑은 고딕"/>
              </a:rPr>
              <a:t>LG </a:t>
            </a:r>
            <a:r>
              <a:rPr sz="2200" b="0" dirty="0" err="1">
                <a:solidFill>
                  <a:srgbClr val="000000"/>
                </a:solidFill>
                <a:latin typeface="맑은 고딕"/>
              </a:rPr>
              <a:t>화학</a:t>
            </a:r>
            <a:r>
              <a:rPr sz="2200" b="0" dirty="0">
                <a:solidFill>
                  <a:srgbClr val="000000"/>
                </a:solidFill>
                <a:latin typeface="맑은 고딕"/>
              </a:rPr>
              <a:t> 1동 </a:t>
            </a:r>
            <a:r>
              <a:rPr sz="22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endParaRPr sz="2200" b="0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83099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 dirty="0">
                <a:solidFill>
                  <a:srgbClr val="C00000"/>
                </a:solidFill>
                <a:latin typeface="맑은 고딕"/>
              </a:rPr>
              <a:t>ECS </a:t>
            </a:r>
            <a:r>
              <a:rPr sz="4800" b="1" dirty="0" err="1">
                <a:solidFill>
                  <a:srgbClr val="C00000"/>
                </a:solidFill>
                <a:latin typeface="맑은 고딕"/>
              </a:rPr>
              <a:t>화면설계서</a:t>
            </a:r>
            <a:endParaRPr sz="4800" b="1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C00000"/>
                </a:solidFill>
                <a:latin typeface="맑은 고딕"/>
              </a:rPr>
              <a:t>ECS Renewal   ·   Ver 1.3   ·   2026-09-11        (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붉은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글씨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= 2026-09-04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판에서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바뀐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부분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V1.2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2026-09-10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미사용 표 12개 정리에 따른 화면 폐지(WC / BCR / 공PLT / WC로그), 판넬 3개를 모두 올린 화면 추가, 2026-09-04 판 대비 변경분 붉은색 표시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V1.3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2026-09-11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[INI 열기] 버튼 숨김(목차에 없던 화면), 범례 글자를 칸 크기에 맞춤, RTV 가 103 제품 입고대에 한 칸 덜 온 것으로 보이던 배치 수정, 캡처 갱신, 설비 대화상자(CV/SC/RTV)의 [확대] 버튼 숨김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수동조작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000000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4</a:t>
            </a:r>
          </a:p>
        </p:txBody>
      </p:sp>
      <p:pic>
        <p:nvPicPr>
          <p:cNvPr id="8" name="Picture 7" descr="main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841" y="1356125"/>
            <a:ext cx="7658557" cy="41457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작업 목록·설비 상세·크레인 반송 현황을 화면에 붙는 판넬로 한눈에 본다. 버튼 3개를 각각 켜고 끈다. 판넬은 보기 전용이다 - 조작은 설비 대화상자에서 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메인 화면에서 설비를 클릭하면 상세정보 판넬의 해당 탭이 그 설비로 바뀌고, 설비 대화상자도 함께 뜬다. (2026-09-10 변경 - 종전에는 판넬만 바뀌고 대화상자가 뜨지 않았다)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판넬에는 조작 버튼을 두지 않는다. 목록과 상태만 보여 준다(2026-09-10 정리).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 오른쪽 위 [자동 갱신] 을 켜면 2초마다 목록을 다시 읽는다. 끄면 그 시점 목록이 그대로 멈춘다. 작업이 많고 설비가 바쁘면 목록이 계속 새로 그려져 보기 어려우므로, 살펴볼 때는 꺼 두면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10</a:t>
            </a:r>
          </a:p>
        </p:txBody>
      </p:sp>
      <p:pic>
        <p:nvPicPr>
          <p:cNvPr id="8" name="Picture 7" descr="panels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842" y="1356125"/>
            <a:ext cx="7658555" cy="414574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3개를 모두 올린 화면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  (작업정보 + 상세정보 + 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세 판넬을 모두 올렸을 때의 화면 구성. 위쪽 전폭이 작업정보, 오른쪽 위가 상세정보, 오른쪽 아래가 설비반송, 남은 왼쪽 아래가 창고 모니터링이다.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열이 많아 화면 상단에 가로로 넓게 붙는다. 오른쪽 위 [자동 갱신] 으로 2초 주기 갱신을 켜고 끈다.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 판넬은 메인 화면에서 클릭한 설비를 따라간다. CV / SC / RTV / 작업정보 탭으로 나뉜다.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설비반송 판넬은 크레인 5대와 RGV 의 반송 현황을 한 줄씩 보여 준다.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판넬은 보기 전용이다. 조작은 설비 대화상자에서 한다.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판넬을 모두 끄면 창고 모니터링이 화면 전체를 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11</a:t>
            </a:r>
          </a:p>
        </p:txBody>
      </p:sp>
      <p:pic>
        <p:nvPicPr>
          <p:cNvPr id="8" name="Picture 7" descr="panels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842" y="1356125"/>
            <a:ext cx="7658555" cy="41457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12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6B90D6-1C18-5244-4956-7D7B6D78F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172" y="3000315"/>
            <a:ext cx="104789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32470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C00000"/>
                </a:solidFill>
                <a:latin typeface="맑은 고딕"/>
              </a:rPr>
              <a:t>컨베이어(트랙 2개)의 PLC 신호와 작업 정보를 보고, 작업번호 쓰기/삭제/복사/잘라내기/붙여넣기를 수행한다.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[쓰기] 는 그 트랙의 작업번호를 새로 넣는다. 실물 화물이 있는데 시스템이 모르는 경우 작업번호를 인식시킬 때 쓴다.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비상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확인창이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뜨며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만들어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아래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참조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도착지·작업구분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입력란은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뺐다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. 이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현장은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컨베이어에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도착지·작업구분을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내려보내지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않는다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- PLC 로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나가는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것은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방향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(D300+N-1)과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작업번호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트래킹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R영역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)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21</a:t>
            </a:r>
          </a:p>
        </p:txBody>
      </p:sp>
      <p:pic>
        <p:nvPicPr>
          <p:cNvPr id="8" name="Picture 7" descr="cv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6856" y="1600646"/>
            <a:ext cx="3804524" cy="420534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22</a:t>
            </a:r>
          </a:p>
        </p:txBody>
      </p:sp>
      <p:pic>
        <p:nvPicPr>
          <p:cNvPr id="8" name="Picture 7" descr="sc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492" y="1280160"/>
            <a:ext cx="3967255" cy="484631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23</a:t>
            </a:r>
          </a:p>
        </p:txBody>
      </p:sp>
      <p:pic>
        <p:nvPicPr>
          <p:cNvPr id="8" name="Picture 7" descr="rtv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372" y="1280160"/>
            <a:ext cx="4411495" cy="48463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2119</Words>
  <Application>Microsoft Office PowerPoint</Application>
  <PresentationFormat>와이드스크린</PresentationFormat>
  <Paragraphs>289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9</cp:revision>
  <dcterms:created xsi:type="dcterms:W3CDTF">2013-01-27T09:14:16Z</dcterms:created>
  <dcterms:modified xsi:type="dcterms:W3CDTF">2026-09-10T14:26:16Z</dcterms:modified>
  <cp:category/>
</cp:coreProperties>
</file>