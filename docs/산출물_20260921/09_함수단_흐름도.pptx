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0584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ECS 함수단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500" b="0">
                <a:solidFill>
                  <a:srgbClr val="CADCFC"/>
                </a:solidFill>
                <a:latin typeface="맑은 고딕"/>
              </a:rPr>
              <a:t>입고 · 출고 풀사이클을 실제 함수 호출 단위로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맑은 고딕"/>
              </a:rPr>
              <a:t>ECS Renewal   ·   작성일 2026-09-21   ·   Ver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0584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최종판 - 현장 기본 시험 완료 기준 (소스 2026-09-17)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문서 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88720"/>
          <a:ext cx="11338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2194560"/>
                <a:gridCol w="649224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일자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작성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2026-09-05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최초 작성 (입고/출고 풀사이클, 스케줄러·C/V 통신·상위 통신 1사이클, 예외 지점)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2026-09-21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최종판 - 명칭 ECS 통일, 상태 전이 현행화(입고 25→09, 출고 29→16→35→39→09), 없어진 함수 정리(ParseArrived·ParsePallet·GetDirOrder·GetLuggOrder 등), C/V#2 통로 사용권·방향 지시 관문·알람 함수 흐름 추가, 주석 처리 함수(DeleteSemiFinished·MarkErrorJobStatus·ResumeRedirectedJobs) 표기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문서 이력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읽는 법 · 프로세스별 진입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네 개의 처리 루프가 DB(LGLS_MCS_IO)를 매개로 각자 돈다. 서로 직접 호출하는 관계는 없다.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606040" cy="1188720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WCS_TASK_HOST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상위 통신</a:t>
            </a:r>
          </a:p>
          <a:p>
            <a:pPr algn="ctr"/>
            <a:r>
              <a:rPr sz="900" b="0">
                <a:solidFill>
                  <a:srgbClr val="1B5FB0"/>
                </a:solidFill>
                <a:latin typeface="맑은 고딕"/>
              </a:rPr>
              <a:t>CSrvWork.ReadRequest()</a:t>
            </a:r>
          </a:p>
          <a:p>
            <a:pPr algn="ctr"/>
            <a:r>
              <a:rPr sz="900" b="0">
                <a:solidFill>
                  <a:srgbClr val="1B5FB0"/>
                </a:solidFill>
                <a:latin typeface="맑은 고딕"/>
              </a:rPr>
              <a:t>CCliWork.GetSendData()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34440"/>
            <a:ext cx="2606040" cy="1188720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IO_TASK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스케줄러</a:t>
            </a:r>
          </a:p>
          <a:p>
            <a:pPr algn="ctr"/>
            <a:r>
              <a:rPr sz="900" b="0">
                <a:solidFill>
                  <a:srgbClr val="23794A"/>
                </a:solidFill>
                <a:latin typeface="맑은 고딕"/>
              </a:rPr>
              <a:t>cThread_SCH.Thread_Doing()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200ms 주기 · 단일 루프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2606040" cy="1188720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WCS_TASK_CV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C/V 통신</a:t>
            </a:r>
          </a:p>
          <a:p>
            <a:pPr algn="ctr"/>
            <a:r>
              <a:rPr sz="900" b="0">
                <a:solidFill>
                  <a:srgbClr val="B5720A"/>
                </a:solidFill>
                <a:latin typeface="맑은 고딕"/>
              </a:rPr>
              <a:t>CvThread.Thread_Doing()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15설비 슬롯 순회 · 약 16초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234440"/>
            <a:ext cx="2606040" cy="1188720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WCS_TASK_CV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S/C · RGV 통신</a:t>
            </a:r>
          </a:p>
          <a:p>
            <a:pPr algn="ctr"/>
            <a:r>
              <a:rPr sz="900" b="0">
                <a:solidFill>
                  <a:srgbClr val="6B3FA0"/>
                </a:solidFill>
                <a:latin typeface="맑은 고딕"/>
              </a:rPr>
              <a:t>VehThread.Thread_Doing()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관측 폴링 + 명령 소비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82880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017520" y="201168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182880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943600" y="201168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1828800"/>
            <a:ext cx="320039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869680" y="2011680"/>
            <a:ext cx="320039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gnetic Disk 13"/>
          <p:cNvSpPr/>
          <p:nvPr/>
        </p:nvSpPr>
        <p:spPr>
          <a:xfrm>
            <a:off x="3337560" y="2788920"/>
            <a:ext cx="5532120" cy="566928"/>
          </a:xfrm>
          <a:prstGeom prst="flowChartMagneticDisk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DB : LGLS_MCS_IO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JOB_MST · CV_DATA · SC_DATA_LGLS · RTV_DATA_LGLS · EQP_ERR_HIS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992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600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6208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8816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3611880"/>
            <a:ext cx="5532120" cy="26517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표기 규칙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상자 안 윗줄 = 실제 함수명. 소스 그대로다.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아랫줄 = 그 함수가 하는 일과 건드리는 테이블/신호.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마지막 줄 = JOB_MST.JOB_STATUS 전이. 없는 단계는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상태를 바꾸지 않고 설비 신호만 주고받는다.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상자 색 = 그 함수가 사는 프로세스.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번호는 시간 순서다. 열이 넘어가면 다음 열 맨 위로 이어진다.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5532120" cy="2743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작업 상태 전이 (cThread_SCH.cs)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100" b="1">
                <a:solidFill>
                  <a:srgbClr val="23794A"/>
                </a:solidFill>
                <a:latin typeface="맑은 고딕"/>
              </a:rPr>
              <a:t>입고   99 → 10 → 15 → 35 → 39 → 15(16) → 25 → 09</a:t>
            </a:r>
          </a:p>
          <a:p>
            <a:pPr algn="l"/>
            <a:r>
              <a:rPr sz="1100" b="1">
                <a:solidFill>
                  <a:srgbClr val="1B5FB0"/>
                </a:solidFill>
                <a:latin typeface="맑은 고딕"/>
              </a:rPr>
              <a:t>출고   99 → 20 → 25 → 29 → 16 → 35 → 39 → 09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16 = 통로CV 구동중. 입고는 [CNF] IN_HS_STATUS=16 일 때만.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11 · 21 · 30 · 31 은 폐기(코드표 사용 N).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출고 29 는 1차 완료보고만 나가고 작업은 계속 간다.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09 = 완료. 상위 F 보고 → 응답 수신 시 삭제, 미응답이면 재보고.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반자동(11/12)은 완료 시점에 DeleteJobNow() 로 즉시 삭제.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출고대 신호 경로 : 15 → 19(ReportOutStationArrival) → 09.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읽는 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입고 풀사이클 — 함수 호출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상위 O 전문 수신부터 F 완료보고·삭제까지. JOB_TYP='1', 입고대 124(C/V#12) → S/C 랙 셀 기준.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82880" cy="146304"/>
          </a:xfrm>
          <a:prstGeom prst="roundRect">
            <a:avLst/>
          </a:prstGeom>
          <a:solidFill>
            <a:srgbClr val="CFE0FA"/>
          </a:solidFill>
          <a:ln w="12700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960120"/>
            <a:ext cx="182880" cy="146304"/>
          </a:xfrm>
          <a:prstGeom prst="roundRect">
            <a:avLst/>
          </a:prstGeom>
          <a:solidFill>
            <a:srgbClr val="D4F0D8"/>
          </a:solidFill>
          <a:ln w="12700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960120"/>
            <a:ext cx="182880" cy="146304"/>
          </a:xfrm>
          <a:prstGeom prst="roundRect">
            <a:avLst/>
          </a:prstGeom>
          <a:solidFill>
            <a:srgbClr val="FDE3BF"/>
          </a:solidFill>
          <a:ln w="12700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CvThread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960120"/>
            <a:ext cx="182880" cy="146304"/>
          </a:xfrm>
          <a:prstGeom prst="roundRect">
            <a:avLst/>
          </a:prstGeom>
          <a:solidFill>
            <a:srgbClr val="E8DAF6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VehThread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9844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01  CSrvWork.ReadRequest()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TCP 수신 → CheckHeader() / CheckBody() 로 전문 길이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2029967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02  CSrvWork.Parsing() → ParseOorR()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O 전문 고정자리수 파싱 (작업번호·출발/도착 스테이션·셀)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2848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76148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03  IsValidStartStation() / IsValidDestStation()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작업대 번호와 랙 셀 유효성 검증. 실패 시 MakeResponse() 로 반려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49300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04  frmMain.InsertJobMst()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JOB_MST INSERT</a:t>
            </a:r>
          </a:p>
          <a:p>
            <a:pPr algn="ctr"/>
            <a:r>
              <a:rPr sz="800" b="1">
                <a:solidFill>
                  <a:srgbClr val="1B5FB0"/>
                </a:solidFill>
                <a:latin typeface="맑은 고딕"/>
              </a:rPr>
              <a:t>JOB_STATUS = 99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12848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22452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05  MakeResponse() → SendSock()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상위에 응답 전문(11byte) 회신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12848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495604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06  AcceptNewJob()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입고는 C/V 가 먼저 받는다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99 → 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2848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568756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07  DriveCV() → UpdateCvData()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CV_DATA 에 이송 명령 기록 (OD_RQ_YN='Y', DEST_POS_OD)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10 → 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1298448"/>
            <a:ext cx="3602736" cy="676656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08  ScanPendingWork() → CvChg_OD_RQ_YN()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쓰기 대기 설비만 골라 PLC 로 이송 명령 WRITE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9904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88536" y="2029967"/>
            <a:ext cx="3602736" cy="676656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09  CvStatusScenario() → CvTrackingWrite()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PLC 상태 READ → CV_DATA 미러, R 영역 작업번호 트래킹 WRITE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9904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88536" y="276148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10  CompleteCV()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RGV 픽업 트랙(123)에 이 작업 화물 도착 확인 → 지시값 정리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15 유지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88536" y="349300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11  DriveRGV() → Cv2TryTakeForIn()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드롭칸·H/S·RTV 유휴·픽업 화물 소유 확인. 1호기행은 입고 사용권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9904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88536" y="422452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  UpdateRtvData() → UpdateJobStatusHs()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이송 명령 + 도착 트랙을 HS_TRACK_NO 에 기록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15 → 35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4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88536" y="495604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13  VehThread.ConsumeCommands()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에 출발/도착 트랙 WRITE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9904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88536" y="568756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14  VehThread.PollObservations()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하역 완료 이벤트 Ack → RTV_DATA_LGLS.COMPLETE_RD 래치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29844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 CompleteRGVReal()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RtvCompleteFor() 로 완료 신호 소비 → RtvResetComplete()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35 → 39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65592" y="2029967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16  LandRgvDrop() → RequestArrivalTrackingWrite()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도착 트랙 실물 확인(번호 비었으면 기록 요청). IN_HS_STATUS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39 → 15 / 16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66960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165592" y="276148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17  DriveSC() → UpdateScData()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트랙 화물 = 이 작업 · 입고 H/S ON · 크레인당 사이클 1건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15/16 → 25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66960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65592" y="349300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18  ConsumeCommands() / PollObservations()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S/C 에 이송 명령 WRITE, 적재 완료 → SC_DATA_LGLS.COMPLETE_RD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65592" y="422452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19  CompleteSC()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완료 신호 + 유휴 + 8초 경과. 반자동(11)은 DeleteJobNow()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25 → 09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966960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165592" y="495604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20  ReReportComplete09() → RequestSrv()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처음 보는 09 는 즉시 F 전송, 이후 RE_REPORT_09_SEC 간격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66960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65592" y="568756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21  frmMain.DeleteJobMst()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응답 수신 → 작업 삭제(이력 이관). 미응답이면 09 유지</a:t>
            </a:r>
          </a:p>
          <a:p>
            <a:pPr algn="ctr"/>
            <a:r>
              <a:rPr sz="800" b="1">
                <a:solidFill>
                  <a:srgbClr val="1B5FB0"/>
                </a:solidFill>
                <a:latin typeface="맑은 고딕"/>
              </a:rPr>
              <a:t>09 → 삭제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입고 풀사이클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출고 풀사이클 — 함수 호출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JOB_TYP='2'. 출고는 S/C 가 먼저 움직인다. 랙 셀 → 출고대 126(C/V#13) 기준.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82880" cy="146304"/>
          </a:xfrm>
          <a:prstGeom prst="roundRect">
            <a:avLst/>
          </a:prstGeom>
          <a:solidFill>
            <a:srgbClr val="CFE0FA"/>
          </a:solidFill>
          <a:ln w="12700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960120"/>
            <a:ext cx="182880" cy="146304"/>
          </a:xfrm>
          <a:prstGeom prst="roundRect">
            <a:avLst/>
          </a:prstGeom>
          <a:solidFill>
            <a:srgbClr val="D4F0D8"/>
          </a:solidFill>
          <a:ln w="12700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960120"/>
            <a:ext cx="182880" cy="146304"/>
          </a:xfrm>
          <a:prstGeom prst="roundRect">
            <a:avLst/>
          </a:prstGeom>
          <a:solidFill>
            <a:srgbClr val="FDE3BF"/>
          </a:solidFill>
          <a:ln w="12700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CvThread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960120"/>
            <a:ext cx="182880" cy="146304"/>
          </a:xfrm>
          <a:prstGeom prst="roundRect">
            <a:avLst/>
          </a:prstGeom>
          <a:solidFill>
            <a:srgbClr val="E8DAF6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VehThread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9844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01  ReadRequest() → Parsing() → ParseOorR()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O 전문 수신·파싱. 출발이 랙 셀이면 출고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2029967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02  IsValid*Station() → frmMain.InsertJobMst()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출발 셀과 도착 작업대 검증 후 JOB_MST INSERT</a:t>
            </a:r>
          </a:p>
          <a:p>
            <a:pPr algn="ctr"/>
            <a:r>
              <a:rPr sz="800" b="1">
                <a:solidFill>
                  <a:srgbClr val="1B5FB0"/>
                </a:solidFill>
                <a:latin typeface="맑은 고딕"/>
              </a:rPr>
              <a:t>JOB_STATUS = 99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2848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76148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03  AcceptNewJob()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출고는 S/C 가 먼저 받는다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99 → 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49300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04  DriveSC()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크레인 유휴·출고 H/S·하차 트랙 빔·출고 2-deep·크레인당 1건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12848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22452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05  Cv2TryTakeForOut()  (S/C#1)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입고 사용권·예약이 없을 때만 출고 예약. CV2_FAIR 판정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12848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495604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06  RequestCvDirection(103, "1")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C/V#2 방향이 출고가 아니면 DIR 기록 → 다음 사이클에 지시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2848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568756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07  UpdateScData() → UpdateJobStatusHs()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S/C 이송 명령 + 하차 트랙을 HS_TRACK_NO 에 기록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20 → 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129844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08  VehThread.ConsumeCommands()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S/C 에 출발 셀 / 도착 트랙 WRITE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9904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88536" y="2029967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09  VehThread.PollObservations()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하역 완료 → SC_DATA_LGLS.COMPLETE_RD 래치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9904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88536" y="276148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10  CompleteSC()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 1차 완료(랙 셀 해제). 901 은 출고 유지 유예 OUT_HOLD_SEC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25 → 29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88536" y="349300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11  GetJobCompleteReport(29)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1차 완료보고 F 전송 → WC_STEP=1 (상태 유지)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9904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88536" y="422452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  LandScDrop() → LuggLandedTrack()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하차 트랙/짝 트랙 실물 확인. 없으면 LandedByCargoOnly() + StampHsTrackingForOut()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29 → 16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4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88536" y="495604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13  DriveRGV() → IsRtvBusyWithOwnJob()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1대 배타, 픽업 화물 소유·H/S 확인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9904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88536" y="568756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14  UpdateRtvData() → UpdateJobStatusHs()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이송 명령(통로 → 출고대 RGV측 트랙)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16 → 35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29844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 ConsumeCommands() / PollObservations()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명령 WRITE, 하역 완료 → COMPLETE_RD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65592" y="2029967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16  CompleteRGVReal()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출고도 여기서 끝내지 않는다 - 도착 기록 대기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35 → 39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66960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165592" y="2761488"/>
            <a:ext cx="3602736" cy="676656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17  CvStatusScenario() → UpdateCvData()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출고대 RGV측 트랙의 화물·작업번호를 CV_DATA 에 미러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66960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65592" y="349300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18  LandRgvDrop() → LuggLandedTrack()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도착 트랙에 작업번호 실제 기록 확인. 반자동(12)은 DeleteJobNow()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39 → 09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65592" y="422452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19  ReReportComplete09() → RequestSrv()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F 전송 → 응답 시 frmMain.DeleteJobMst()</a:t>
            </a:r>
          </a:p>
          <a:p>
            <a:pPr algn="ctr"/>
            <a:r>
              <a:rPr sz="800" b="1">
                <a:solidFill>
                  <a:srgbClr val="1B5FB0"/>
                </a:solidFill>
                <a:latin typeface="맑은 고딕"/>
              </a:rPr>
              <a:t>09 → 삭제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966960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165592" y="495604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20  (보조) ReportOutStationArrival()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15 인 출고가 출고대에 도착 + RET_READY_RD=1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15 → 19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66960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65592" y="568756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21  (보조) GetJobCompleteReport(19)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UpdateJobStatusTo('09') → F 전송 → 삭제. 실패 시 19 로 롤백</a:t>
            </a:r>
          </a:p>
          <a:p>
            <a:pPr algn="ctr"/>
            <a:r>
              <a:rPr sz="800" b="1">
                <a:solidFill>
                  <a:srgbClr val="1B5FB0"/>
                </a:solidFill>
                <a:latin typeface="맑은 고딕"/>
              </a:rPr>
              <a:t>19 → 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출고 풀사이클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IO_TASK 스케줄러 — Thread_Doing() 1사이클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200ms 마다 아래 순서를 그대로 한 번 돈다 (왼쪽 열 → 오른쪽 열). Drive* 는 대기 상태 + 유휴 설비에만 작용하는 멱등 함수다.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1143000" cy="40233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접수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16152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AcceptNewJob()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25296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99 → 10(입고·이동) / 20(그 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18488"/>
            <a:ext cx="1143000" cy="149961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① 구동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CompleteCV()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00784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출고 15 → 19 / 입고는 15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CompleteSC()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7510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입고 25 → 09 / 출고 25 →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79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CompleteRGVReal()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4942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35 → 39 (COMPLETE_RD 소비)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14599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CompleteRGVManual()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2374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RTV 수동지시(9998)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88919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CompleteSCManual()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79806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SC 수동지시(9999)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91256"/>
            <a:ext cx="1143000" cy="67665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② 착지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64408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LandRgvDrop()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273552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입고 39 → 15/16, 출고 39 →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538728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LandScDrop()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547872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출고 29 →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032504"/>
            <a:ext cx="557784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l"/>
            <a:r>
              <a:rPr sz="1050" b="1">
                <a:solidFill>
                  <a:srgbClr val="B02E2E"/>
                </a:solidFill>
                <a:latin typeface="맑은 고딕"/>
              </a:rPr>
              <a:t>호출하지 않는 함수 (주석 처리, 정의만 보존)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DeleteSemiFinished() - 반자동 완료 일괄 삭제. 09-16 비활성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   (반자동은 완료 시점에 DeleteJobNow() 로 한 건씩 삭제)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MarkErrorJobStatus() - 이중입고/공출고 → 08/07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ResumeRedirectedJobs() - 재지정 06/05 → 새 셀 재개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   "이 현장은 이중입고/공출고가 없다" (사용자 확인 09-16)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2026-09-17 미사용 함수 13개 삭제, 체류 복구(시간 기반 자동 완료) 폐기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143000"/>
            <a:ext cx="1143000" cy="149961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③ 구동 지시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216152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SyncDualCvDirection()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225296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122 출고 정합·입고 복귀, 103 은 모드 0/1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490472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PromotePendingDirection()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499616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HOST 입고 복귀 DIRW → DIR 승격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764792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DriveCV()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773936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10 →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039112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DriveSC()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048255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입고 15/16 · 출고 20 → 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313432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DriveRGV()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322575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15/16 → 35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715768"/>
            <a:ext cx="1143000" cy="204825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④ 마무리 · 감시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78892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CheckStalledJobs()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98064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체류 경고만 (1분 주기, 300초)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06324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ReportOutStationArrival()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072384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출고 15 + 출고대 신호 → 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33756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MonitorAlarm() → CheckAlarm()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34670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CV/SC/RGV 새 알람 코드 로그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611879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ConsumeForceComplete()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62102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[강제완료] FCMP → 25→29 / 35→39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388620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SweepOrphanVehicleData()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3895344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작업 없는 RTV/SC 지시 흔적 정리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16052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SyncDisplayTyp()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16966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표시용 작업구분 보강 (제어 미사용)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434840"/>
            <a:ext cx="21488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맑은 고딕"/>
              </a:rPr>
              <a:t>Heartbeat(true)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4443983"/>
            <a:ext cx="22402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사이클 완주 → 상태표시줄 SCH 녹색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074920"/>
            <a:ext cx="5532120" cy="11887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사이클이 예외로 깨지면 Heartbeat(false) 후 DB 재연결을 시도한다.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Drive* 를 완료·착지 뒤에 한 번만 부르는 것은 방금 인계된 작업도 같은 호출이 잡기 때문이다.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ENV_IOSCH.INI [CNF] 값(CV2_DIR_MODE · CV2_FAIR · IN_HS_STATUS · OUT_HOLD_SEC 등)은 호출마다 읽어 재기동 없이 반영된다.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스케줄러 1사이클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S/C#1 통로(C/V#2) 사용권 — 함수 흐름 ([CNF] CV2_DIR_MODE=2)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왼쪽 = 1호기 출고(DriveSC), 오른쪽 = 1호기행 입고(DriveRGV). 사용권은 작업 상태(DB)로 판정하고, 방향은 지시를 낼 때만 바꾼다.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82880" cy="146304"/>
          </a:xfrm>
          <a:prstGeom prst="roundRect">
            <a:avLst/>
          </a:prstGeom>
          <a:solidFill>
            <a:srgbClr val="CFE0FA"/>
          </a:solidFill>
          <a:ln w="12700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960120"/>
            <a:ext cx="182880" cy="146304"/>
          </a:xfrm>
          <a:prstGeom prst="roundRect">
            <a:avLst/>
          </a:prstGeom>
          <a:solidFill>
            <a:srgbClr val="D4F0D8"/>
          </a:solidFill>
          <a:ln w="12700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960120"/>
            <a:ext cx="182880" cy="146304"/>
          </a:xfrm>
          <a:prstGeom prst="roundRect">
            <a:avLst/>
          </a:prstGeom>
          <a:solidFill>
            <a:srgbClr val="FDE3BF"/>
          </a:solidFill>
          <a:ln w="12700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CvThread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960120"/>
            <a:ext cx="182880" cy="146304"/>
          </a:xfrm>
          <a:prstGeom prst="roundRect">
            <a:avLst/>
          </a:prstGeom>
          <a:solidFill>
            <a:srgbClr val="E8DAF6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VehThread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98448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O1  DriveSC()  - 1호기 출고 후보(20)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크레인 유휴·하차 트랙 빔 등 일반 게이트 통과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1820" y="1865376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1920240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O2  Cv2TryTakeForOut() → GetSc1AisleToken()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입고 사용권(IN_TOK) 또는 입고 예약(20초)이면 보류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31820" y="2487168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542032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O3  CV2_FAIR=1 : GetJobInsDt() 비교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사용권이 비고 입고가 더 오래 기다렸으면 보류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31820" y="3108960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163824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O4  Cv2Reserve("1")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 예약 20초 (CV2_RESV_SEC) - 방향 반영 대기 중 선점 방지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31820" y="3730752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3785616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O5  GetCvStockMode(103) ≠ 1 → RequestCvDirection()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Cv2TokenAllowsDir() 통과 시 CMD_RQ_ID=DIR 기록, 이번 사이클 종료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1820" y="43525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4407408"/>
            <a:ext cx="5440680" cy="566928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O6  CvChg_CMD_RQ_YN()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IsDualCvDirChangeHeld() 통과 → 방향 D 워드 WRITE → STOCK_MODE 갱신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31820" y="4974336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5029200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O7  IsHsOn(RETHS) → UpdateScData()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다음 사이클에 크레인 지시 = 출고 사용권(25·29·16)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20 → 25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31820" y="5596128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1480" y="5650992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O8  출고 사용권 해제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가 출고 화물을 싣고 103/104 를 벗어남(35 + 통로 실물 없음)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298448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I1  DriveRGV()  - 1호기행 입고 후보(15/16)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CanDropInbound() · IsRtvBusyWithOwnJob() · 픽업 화물 소유 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29700" y="1865376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09360" y="1920240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I2  Cv2TryTakeForIn() → GetSc1AisleToken()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 사용권(OUT_TOK) 또는 출고 예약이면 보류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29700" y="2487168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2542032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I3  CV2_FAIR=0 : 대기 출고 + Sc1Ready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1호기 자동·정상이고 대기 출고가 있으면 입고 양보 (FAIR=1 은 대기 시각 비교)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29700" y="3108960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09360" y="3163824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I4  Cv2Reserve("0")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입고 예약 20초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29700" y="3730752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09360" y="3785616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I5  GetCvStockMode(103) ≠ 0 → RequestCvDirection()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CMD_RQ_ID=DIR(0) 기록, 이번 사이클 종료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29700" y="43525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09360" y="4407408"/>
            <a:ext cx="5440680" cy="566928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I6  CvChg_CMD_RQ_YN()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통로 출고 화물이 남아 있으면 보류, 없으면 방향 WRITE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29700" y="4974336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309360" y="5029200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I7  IsHsOn(DEPART/ARRIVE) → UpdateRtvData()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지시 = 입고 사용권(35·39, 15/16+통로 실물)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15/16 → 35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29700" y="5596128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309360" y="5650992"/>
            <a:ext cx="544068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I8  DriveSC() 입고 지시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크레인 1호기에 입고 지시(25)를 주면 입고 사용권 해제</a:t>
            </a:r>
          </a:p>
          <a:p>
            <a:pPr algn="ctr"/>
            <a:r>
              <a:rPr sz="800" b="1">
                <a:solidFill>
                  <a:srgbClr val="23794A"/>
                </a:solidFill>
                <a:latin typeface="맑은 고딕"/>
              </a:rPr>
              <a:t>→ 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291072"/>
            <a:ext cx="113385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모드 1(교착 때만) : RequestCvDirection → Cv2SwitchAllowed() - 현재 방향 점유 0 이면 전환, 크레인 25 가 아니고 CV2_STALL_SEC 무진행이면 CMD_RQ_ID=DIRF(즉시).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C/V#2 통로 사용권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방향 지시 공통 관문 — RequestCvDirection()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겸용대(C/V#2 103/104, C/V#11 121/122)의 자동 방향 지시는 모두 이 함수를 지난다. HOST 입고 복귀(DIRW)만 별도 경로.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27432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호출하는 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74320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SyncDualCvDirection()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122 출고 정합 / 입고 복귀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1700784"/>
            <a:ext cx="457200" cy="996696"/>
          </a:xfrm>
          <a:prstGeom prst="line">
            <a:avLst/>
          </a:prstGeom>
          <a:ln w="1270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" y="2130552"/>
            <a:ext cx="274320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DriveCV()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122 행 출고 CV 지시 전 → 출고(1)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2414016"/>
            <a:ext cx="457200" cy="283464"/>
          </a:xfrm>
          <a:prstGeom prst="line">
            <a:avLst/>
          </a:prstGeom>
          <a:ln w="1270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2843784"/>
            <a:ext cx="274320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DriveSC()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1호기 지시 전 → 103 을 작업 방향으로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54680" y="2697480"/>
            <a:ext cx="457200" cy="429768"/>
          </a:xfrm>
          <a:prstGeom prst="line">
            <a:avLst/>
          </a:prstGeom>
          <a:ln w="1270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3557016"/>
            <a:ext cx="2743200" cy="566928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DriveRGV()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1호기행 입고 드롭 전 → 103 입고(0)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54680" y="2697480"/>
            <a:ext cx="457200" cy="1143000"/>
          </a:xfrm>
          <a:prstGeom prst="line">
            <a:avLst/>
          </a:prstGeom>
          <a:ln w="1270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1143000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① 중복 억제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197864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같은 방향 재지시는 DIR_REQ_HOLD_MS(15초) 동안 막는다. 반대 방향은 즉시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160020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11880" y="1709928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② IsManualDirHold()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64792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운전 화면 수동 전환(MANUAL_DIR) 뒤 MANUAL_DIR_HOLD_SEC(120초) 동안 자동 지시 보류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30368" y="2167128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11880" y="2276856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③ 103 모드 2 : Cv2TokenAllowsDir()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331720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상대 사용권·예약이 있으면 보류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30368" y="2734056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11880" y="2843784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③ 103 모드 1 : Cv2SwitchAllowed()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898648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점유 0 이면 허용, 교착(CV2_STALL_SEC)이면 강제(bForceDir)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30368" y="330098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11880" y="3410712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④ 그 외 : IsDualCvBusyWithJob()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465576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현재 방향의 작업 화물이 겸용대에 있으면 보류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30368" y="3867912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11880" y="3977640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⑤ 입고(0) : IsDualStnClearForInbound()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032504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122 : 121/122 빈 상태 3초 연속 + RecentOutboundArrivedAt() 15초 유예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30368" y="443484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11880" y="4544568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⑥ UPDATE CV_DATA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599432"/>
            <a:ext cx="4846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CMD_RQ_ID = 'DIR' 또는 'DIRF', CMD_RQ_PARM = 방향, CMD_RQ_YN = 'Y'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129784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B02E2E"/>
                </a:solidFill>
                <a:latin typeface="맑은 고딕"/>
              </a:rPr>
              <a:t>① ~ ⑤ 중 하나라도 걸리면 false 를 돌려주고 호출부는 다음 사이클에 다시 시도한다.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532120"/>
            <a:ext cx="5577840" cy="777240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PromotePendingDirection()  (HOST M 전문 입고 복귀)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CMD_RQ_ID='DIRW' → 작업대·짝 트랙 빔 + (122) IsDualStnClearForInbound() → 'DIR'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5532120"/>
            <a:ext cx="5532120" cy="777240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CvThread.CvChg_CMD_RQ_YN()  (설비 통신)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DIR : IsDualCvDirChangeHeld() 보류 가능 / DIRF · DIRM : 즉시 → D 워드 → STOCK_MODE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방향 지시 관문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WCS_TASK_CV — CvThread.Thread_Doing() 1사이클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마스터 PLC 1소켓으로 15설비 슬롯을 순회한다. 한 바퀴가 약 16초라, 3초짜리 펄스는 DB 에서 놓칠 수 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331720" cy="566928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ScanPendingWork()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쓰기 대기 1회 스캔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472184"/>
            <a:ext cx="411480" cy="0"/>
          </a:xfrm>
          <a:prstGeom prst="line">
            <a:avLst/>
          </a:prstGeom>
          <a:ln w="1905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54680" y="1188720"/>
            <a:ext cx="2331720" cy="566928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PreloadStatusBlocks()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상태 구간 일괄 조회 (왕복 45→3회)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1472184"/>
            <a:ext cx="411480" cy="0"/>
          </a:xfrm>
          <a:prstGeom prst="line">
            <a:avLst/>
          </a:prstGeom>
          <a:ln w="1905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97880" y="1188720"/>
            <a:ext cx="2514600" cy="566928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지시 걸린 설비 우선 정렬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m_setPendCmd / Od / Trk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472184"/>
            <a:ext cx="411480" cy="0"/>
          </a:xfrm>
          <a:prstGeom prst="line">
            <a:avLst/>
          </a:prstGeom>
          <a:ln w="1905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23960" y="1188720"/>
            <a:ext cx="2971800" cy="566928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슬롯 순회 후 CvMainAlarmBits()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M5501~M550D 과부하 → ERROR_CODE (사이클당 1회)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슬롯(설비) 하나마다 아래 6단계를 순서대로 수행한다. 실패가 소켓 끊김이면 전체 재접속, 데이터 문제면 그 설비만 건너뛴다.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86000"/>
            <a:ext cx="384048" cy="512064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2286000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GetFirstAddress(Idx)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14016"/>
            <a:ext cx="6766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그 설비의 CV_DATA 로 읽을 첫 주소를 구한다. 실패하면 이 설비만 skip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" y="279806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907792"/>
            <a:ext cx="384048" cy="512064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2907792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CvStatusScenario(Idx)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35808"/>
            <a:ext cx="6766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PLC 상태 READ → UpdateCvData() 로 CV_DATA 미러 (센서·작업번호·H/S·방향)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" y="3419856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3529584"/>
            <a:ext cx="384048" cy="512064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529584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CvChg_CMD_RQ_YN(Idx)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57600"/>
            <a:ext cx="6766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CMD 지시 WRITE - 방향 전환 DIR / DIRF / DIRM (방향 D 워드, 부호는 [PLC] DIR_CODE)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" y="4041648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4151376"/>
            <a:ext cx="384048" cy="512064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4151376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CvChg_OD_RQ_YN(Idx)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279392"/>
            <a:ext cx="6766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OD 지시 WRITE (이송 명령)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504" y="466344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1480" y="4773168"/>
            <a:ext cx="384048" cy="512064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4773168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CvEventCheck(Idx)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901183"/>
            <a:ext cx="6766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Load / Unload Complete 이벤트 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" y="5285231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1480" y="5394959"/>
            <a:ext cx="384048" cy="512064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5394959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CvTrackingWrite(Idx)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522975"/>
            <a:ext cx="6766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R 영역 작업번호 트래킹 WRITE (EncodeJobNoR / GetRTrackingAddr)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989320"/>
            <a:ext cx="1133856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공통 알람 비트 처리 CvAlarmCheck(1) 은 기본 건너뛴다(WCS_DB.INI [CNF] CV_GLOBAL_ALARM=1 일 때만) - S/C#1 알람은 VehThread 가 호기별로 처리한다.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연속 통신 실패가 임계를 넘으면 소켓을 닫고 스레드를 종료한다 — SYS_MAIN.Thread_Tick 이 재생성해 접속 루프를 다시 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C/V 통신 1사이클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WCS_TASK_HOST — 수신 / 송신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수신은 CSrvWork(서버, EcsComA.ini LocalPort), 송신은 CCliWork(클라이언트, RemoteIP:RemotePort)가 맡는다. 서로 다른 소켓이다.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55778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수신 — CSrvWork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44752"/>
            <a:ext cx="2697480" cy="530352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ReadRequest()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517904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CheckHeader() / CheckBody() 로 헤더·본문 길이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5648" y="197510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" y="2084832"/>
            <a:ext cx="2697480" cy="530352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Parsing()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157984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전문 종류 판별 후 분기. 수신 로그 InsertHostIfLog()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261518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2724912"/>
            <a:ext cx="2697480" cy="530352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ParseOorR()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798064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O = 작업지시(66) / R = 재지정(31). InsertJobMst() 로 작업 생성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" y="325526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3364992"/>
            <a:ext cx="2697480" cy="530352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ParseCancel()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3438144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D = 작업 취소 — 상태 99 / 10 / 20 만 대상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55648" y="389534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4005072"/>
            <a:ext cx="2697480" cy="530352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ParseModeChange() → SetCvDirection()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4078224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M = 모드 전환(7). 출고 DIR 즉시 / 입고 DIRW(대기)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55648" y="453542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645152"/>
            <a:ext cx="2697480" cy="530352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MakeResponse() → SendSock()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4718304"/>
            <a:ext cx="2743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응답 전문 회신 (정상 또는 반려 사유코드)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115568"/>
            <a:ext cx="55778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송신 — CCliWork.GetSendData() 매 주기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44752"/>
            <a:ext cx="2880360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GetStatusReport()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499616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S = 상태 변경 시 + 30초 주기 상태보고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011680"/>
            <a:ext cx="2880360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GetErrorReport()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066544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E = 설비 에러보고. 새 에러(HOST_ERR_SEND_YN=N)만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2578608"/>
            <a:ext cx="2532888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IsEquip_ERROR_Modified()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633472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ErrorKind : 73·74 → 1, 75 → 3, 그 밖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2697480"/>
            <a:ext cx="329184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1100" b="1">
                <a:solidFill>
                  <a:srgbClr val="B6BFD0"/>
                </a:solidFill>
                <a:latin typeface="맑은 고딕"/>
              </a:rPr>
              <a:t>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145536"/>
            <a:ext cx="2880360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GetJobCompleteReport()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20040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F = 완료보고. 대상 상태 19 / 29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11112" y="3712464"/>
            <a:ext cx="2532888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IsJobExist(nJobStatus)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767328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출고 29 는 1차 보고만(WC_STEP=1)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3831336"/>
            <a:ext cx="329184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1100" b="1">
                <a:solidFill>
                  <a:srgbClr val="B6BFD0"/>
                </a:solidFill>
                <a:latin typeface="맑은 고딕"/>
              </a:rPr>
              <a:t>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11112" y="4279392"/>
            <a:ext cx="2532888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UpdateJobStatusTo('09') → RequestSrv()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4334256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응답 시 DeleteJobMst(), 실패 시 롤백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4398264"/>
            <a:ext cx="329184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1100" b="1">
                <a:solidFill>
                  <a:srgbClr val="B6BFD0"/>
                </a:solidFill>
                <a:latin typeface="맑은 고딕"/>
              </a:rPr>
              <a:t>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846320"/>
            <a:ext cx="2880360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ReReportComplete09()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901184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09 작업 : 즉시 → RE_REPORT_09_SEC 간격 재보고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413248"/>
            <a:ext cx="2880360" cy="475488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GetLoadArrivalReport()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5468112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도착보고 - 대상 상태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961888"/>
            <a:ext cx="553212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B6BFD0"/>
                </a:solidFill>
                <a:latin typeface="맑은 고딕"/>
              </a:rPr>
              <a:t>└ 표시는 위 함수가 내부에서 부르는 함수다.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715000"/>
            <a:ext cx="557784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무게보고(U)·빈파렛트 요청(P)은 이 현장이 재고를 관리하지 않아 발신하지 않는다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   (송신 함수 자체를 정리했다).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반자동·수동(작업구분 10~15, 작업번호 9000번대)은 완료 보고 대상이 아니다.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상위 통신 함수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알람 · 에러 — 함수 흐름 (PLC 알람 리스트 2026-09-17)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설비 통신이 알람을 코드로 기록하고, 상위 통신이 E 전문으로 보고한다. 스케줄러는 로그만 남기고 에러 설비를 지시에서 뺀다.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82880" cy="146304"/>
          </a:xfrm>
          <a:prstGeom prst="roundRect">
            <a:avLst/>
          </a:prstGeom>
          <a:solidFill>
            <a:srgbClr val="CFE0FA"/>
          </a:solidFill>
          <a:ln w="12700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960120"/>
            <a:ext cx="182880" cy="146304"/>
          </a:xfrm>
          <a:prstGeom prst="roundRect">
            <a:avLst/>
          </a:prstGeom>
          <a:solidFill>
            <a:srgbClr val="D4F0D8"/>
          </a:solidFill>
          <a:ln w="12700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960120"/>
            <a:ext cx="182880" cy="146304"/>
          </a:xfrm>
          <a:prstGeom prst="roundRect">
            <a:avLst/>
          </a:prstGeom>
          <a:solidFill>
            <a:srgbClr val="FDE3BF"/>
          </a:solidFill>
          <a:ln w="12700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CvThread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960120"/>
            <a:ext cx="182880" cy="146304"/>
          </a:xfrm>
          <a:prstGeom prst="roundRect">
            <a:avLst/>
          </a:prstGeom>
          <a:solidFill>
            <a:srgbClr val="E8DAF6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932688"/>
            <a:ext cx="237744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VehThread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9844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01  VehThread.PollObservations()  (S/C)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알람코드 워드 → ERR_CODE_RD. [CNF] SC_ERR_CODE_BLOCK 0=워드 상시(현장)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1975104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216712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02  ReadRgvAlarmBitCode()  (RGV)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코드 워드가 0 이면 M5601~M560F 중 가장 낮은 켜진 비트의 코드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2848" y="2843784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3035808"/>
            <a:ext cx="3602736" cy="676656"/>
          </a:xfrm>
          <a:prstGeom prst="roundRect">
            <a:avLst/>
          </a:prstGeom>
          <a:solidFill>
            <a:srgbClr val="E8DAF6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03  InsertEqpErrHis()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새 에러 → EQP_ERR_HIS 적재, HOST_ERR_SEND_YN = 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712463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904487"/>
            <a:ext cx="3602736" cy="676656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04  CvThread.CvMainAlarmBits()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M5501~M550D → CV_DATA.ERROR_CODE '0119'~'0131'. [CNF] MAIN_ALM_BITS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1298448"/>
            <a:ext cx="3602736" cy="676656"/>
          </a:xfrm>
          <a:prstGeom prst="roundRect">
            <a:avLst/>
          </a:prstGeom>
          <a:solidFill>
            <a:srgbClr val="FDE3B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05  UpdateEQMT_ERR_LOG()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메인 C/V 과부하 발생 → EQP_ERR_HIS 적재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1975104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88536" y="216712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06  MonitorAlarm() → CheckAlarm()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CV / SC / RGV 의 새 알람 코드를 로그로만 남긴다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9904" y="2843784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88536" y="303580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07  DriveCV() / DriveSC() / DriveRGV()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에러 코드가 있는 설비·라인(IsCvError)에는 지시하지 않는다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9904" y="3712463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88536" y="3904487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08  GetErrorReport(EQP_TYP)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CV / SC / RTV 순서로 새 에러를 찾는다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9844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09  IsEquip_ERROR_Modified()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EQP_ECD_MST(SC_LGLS) · modDefApp.IsCodeIn() 으로 ErrorKind 판정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6960" y="1975104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65592" y="2167128"/>
            <a:ext cx="3602736" cy="676656"/>
          </a:xfrm>
          <a:prstGeom prst="roundRect">
            <a:avLst/>
          </a:prstGeom>
          <a:solidFill>
            <a:srgbClr val="CFE0FA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10  RequestSrv()  — E 전문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DeviceClass · DeviceNo · ErrorKind · ErrorCode · 작업번호 · 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66960" y="2843784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65592" y="3035808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11  (호출 안 함) MarkErrorJobStatus()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이중입고/공출고 → 08/07 상태 표시. "이 현장 없음"(09-16)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66960" y="3712463"/>
            <a:ext cx="0" cy="19202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65592" y="3904487"/>
            <a:ext cx="3602736" cy="676656"/>
          </a:xfrm>
          <a:prstGeom prst="roundRect">
            <a:avLst/>
          </a:prstGeom>
          <a:solidFill>
            <a:srgbClr val="D4F0D8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  (호출 안 함) ResumeRedirectedJobs()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상위 R 재지정(06/05) → 새 셀로 재개. 정의만 보존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937760"/>
            <a:ext cx="11384280" cy="132588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ErrorKind 판정 코드 (EcsComA.ini [Host])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맑은 고딕"/>
              </a:rPr>
              <a:t>ScDualCodes = 73,74 (좌/우측 렉 이중입고 → 1)     ScEmptyCodes = 75 (공출고 → 3)     ScInFailCodes / ScOutFailCodes = 없음     그 밖 → 0 (기계적)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맑은 고딕"/>
              </a:rPr>
              <a:t>크레인 코드표 구분 ScErrCodeType = SC_LGLS (종전 SC_SFA 의 54·55 / 58·59 는 이 현장 코드가 아니다)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맑은 고딕"/>
              </a:rPr>
              <a:t>설비 에러 해제는 설비(조작반)에서 한다. 운전 화면에는 에러 해제 기능이 없다.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알람 · 에러 흐름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예외 · 정리 함수 — 체류 / 강제완료 / 잔류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완료는 설비 신호로만 판정한다. 시간 기반 자동 완료(체류 복구)는 2026-09-17 폐기했다.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CheckStalledJobs()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8848" y="1261872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1분 주기. 19/29 가 아닌 작업이 JOB_STALL_WARN_SEC(300초) 넘게 멈추면 경고만 남긴다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700784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" y="1792224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CleanupAutoTimeSets()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865376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JOB_MST 에 없는 작업번호를 시간 기반 허용·사용 이력에서 지운다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304288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2395728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AutoTimeProcEnabled()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468880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COMMON_CODE SCH_OPT/AUTO_TIME = 'Y' 일 때만 CompleteSC/CompleteRGVReal 의 경과시간 분기를 연다(기본 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907792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2999232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ConsumeForceComplete()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072384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운전 화면 [강제완료](FCMP) 소비 → ForceCompleteSc() 25→29 / ForceCompleteRtv() 35→39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3511296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3602736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  ForceCompleteSc() / ForceCompleteRtv()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675888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설비가 화물을 들고 있으면 처리하지 않는다 (사람이 이미 내려놓았다는 전제)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4114800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4206240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SweepOrphanVehicleData()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279392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지시 소비 · 차상 빔 · 유휴 · JOB_MST 에 없음 → ClearRvData() / ClearScOd() / ResetScComplete()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4718304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4809744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CompleteRGVManual() / CompleteSCManual()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882896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수동지시 9998 / 9999 완료 신호 → 지시 흔적 정리, 이력 로그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5321808"/>
            <a:ext cx="0" cy="9144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1480" y="5413248"/>
            <a:ext cx="393192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DeleteJobNow()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486400"/>
            <a:ext cx="731520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반자동 입고(11) 크레인 완료 · 반자동 출고(12) RTV 도착 기록 확인 시 즉시 삭제 (상위 보고 없음)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53328"/>
            <a:ext cx="1138428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B02E2E"/>
                </a:solidFill>
                <a:latin typeface="맑은 고딕"/>
              </a:rPr>
              <a:t>※ 체류 경고가 뜨면 설비 상태와 화물 위치를 사람이 확인한다. 작업정보를 자동으로 지우면 실물 위치를 되찾을 길이 없다(유령 재고 방지).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예외 · 정리 함수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