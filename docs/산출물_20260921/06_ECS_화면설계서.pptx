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2.0   ·   2026-09-21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기준 : EXE_NEWUI\WCS_CLIENT\Ecs.exe (Build 2026.09.21 17:13:55)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009286"/>
              </p:ext>
            </p:extLst>
          </p:nvPr>
        </p:nvGraphicFramePr>
        <p:xfrm>
          <a:off x="640080" y="12801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새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배치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(MAIN_UI=2,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왼쪽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고정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칸)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전체화면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캡처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정리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크레인·RGV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색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범례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정합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레이아웃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그룹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이름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정정, 작업대 명칭 위치·색 정정, 리본 [제품정보]→[적재용기](적재용기 끝 4자리 표시)</a:t>
                      </a:r>
                      <a:endParaRPr sz="110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V2.0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최종판 : 크레인·RGV 상태창 정리(동작상태 파생 항목 제거, 값 칸 통합·확대), 설비 DOWN·수동을 에러색으로, 에러 칸 "[코드]문구" 표시, 상태창 긴 글자 흐름 표시, MANUAL 수동지시 숨김 반영. 캡처 전면 갱신(전체화면)</a:t>
                      </a:r>
                      <a:endParaRPr sz="110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255454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메인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영역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구성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리본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①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②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반송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작업정보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그림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마우스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동작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설비</a:t>
            </a:r>
            <a:r>
              <a:rPr sz="14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대화상자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CV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SC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204671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ECS&gt;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환경설정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연결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(EQP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로그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이력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변경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색상정보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JOB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수동작업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수동작업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pic>
        <p:nvPicPr>
          <p:cNvPr id="6" name="Picture 5" descr="main_full_v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120640" cy="2752344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오른쪽 끝 통신(EQUIP·HOST·SCH)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통신 상태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/ 상위 통신 / 스케줄러 - 정상·느림·끊김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범례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설비 반송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작업정보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⑦ 설비 그림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23444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 오른쪽 끝)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열기(INI_MENU=0) · 사용자(USER_MENU=0) 숨김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적재용기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판넬 보기 · 처리 그룹 숨김(PANEVIEW_MENU / PROCESS_MENU)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· 크레인 · RTV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그룹 숨김(SEMITEST_MENU=0)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EQUIP · HOST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파랑=정상, 빨강=단절. 단절 시 클릭하면 핑·포트 점검 안내 (STATUS_POS=RIBBON, COMM_MODE=2)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14" name="Picture 13" descr="ribbon_e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960120"/>
            <a:ext cx="5143500" cy="523701"/>
          </a:xfrm>
          <a:prstGeom prst="rect">
            <a:avLst/>
          </a:prstGeom>
        </p:spPr>
      </p:pic>
      <p:pic>
        <p:nvPicPr>
          <p:cNvPr id="15" name="Picture 14" descr="ribbon_manu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4570" y="1828800"/>
            <a:ext cx="5143500" cy="523701"/>
          </a:xfrm>
          <a:prstGeom prst="rect">
            <a:avLst/>
          </a:prstGeom>
        </p:spPr>
      </p:pic>
      <p:pic>
        <p:nvPicPr>
          <p:cNvPr id="16" name="Picture 15" descr="ribbon_lo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74570" y="2697480"/>
            <a:ext cx="5143500" cy="523701"/>
          </a:xfrm>
          <a:prstGeom prst="rect">
            <a:avLst/>
          </a:prstGeom>
        </p:spPr>
      </p:pic>
      <p:pic>
        <p:nvPicPr>
          <p:cNvPr id="17" name="Picture 16" descr="ribbon_com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0" y="1554480"/>
            <a:ext cx="1097280" cy="740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통신 상태 · 범례</a:t>
            </a:r>
          </a:p>
        </p:txBody>
      </p:sp>
      <p:pic>
        <p:nvPicPr>
          <p:cNvPr id="3" name="Picture 2" descr="left_co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048604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88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0" y="1097280"/>
          <a:ext cx="56692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표시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조회 대상(5초)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정상 / 느림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CV_DATA.READ_UPD_DT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10초 / 60초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상위 통신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HOST_IF_LOG.INS_DT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60초 / 300초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스케줄러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JOB_MST.UPD_DT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120초 / 900초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2651760"/>
            <a:ext cx="566928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범례 (28항목, 색 = Ecs.ini [USER] USER_COLOR_*)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 색상 10 : 입고 · 출고 · 이동 · 랙투랙 · 호기간이동 + 반자동 5종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C/V 상태 10 : 입고대 · 출고대 · 입고 HS · 출고 HS · 일시정지 · 에러 · 수동 · 통신두절 · 검색 · 작업번호 있음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상태 3 : 작업없음(정상) · 미가동(수동) · 에러 - 크레인·RGV 포크 색이 이 범례와 같다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레일 5 : 입고 금지 · 출고 금지 · 입출고 정지 · 레일 에러 · 작업중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색은 ECS &gt; 환경설정 &gt; 범례 에서 바꾸며 저장 즉시 반영된다.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2026-09-21 : 설비 동작상태가 DOWN 이거나 기상반이 수동이면 크레인·RGV 를 에러색으로 그린다.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pic>
        <p:nvPicPr>
          <p:cNvPr id="3" name="Picture 2" descr="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212080" cy="392703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선택(작업번호/트랙번호/적재용기)을 따른다.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작업대 명칭은 해당 트랙 왼쪽에 둔다 : 103 제품 입고대(TR#24) · 104 원부자재불출대(TR#26) · 102 피킹 작업대(출고대 TR#29 / 입고대 TR#30) · [101] 입출고대(TR#22).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명칭 글자색 : 입고대 = 범례 입고색, 출고대 = 범례 출고색(범례 변경 시 함께 바뀜), 101 입출고대 = 핑크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트랙에 표시할 글자를 작업번호 / 트랙번호 / 적재용기 중에서 고른다. 적재용기를 고르면 트랙·크레인·RGV 에 적재용기(JOB_MST.LOT_NO) 끝 4자리를 표시한다(예 P008383 → 8383). 선택한 버튼이 강조된다.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B7CF6AC-70A2-72DA-43BF-44F854163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777" y="3000315"/>
            <a:ext cx="151468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782" y="1283970"/>
            <a:ext cx="4638675" cy="48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5" y="2103120"/>
            <a:ext cx="428625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지시와, 진행 중 지시가 있을 때의 지시는 거부된다.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■ 특기사항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에러 문구는 에러코드 마스터(EQP_ECD_MST)에서 설비·코드표 구분으로 찾는다. 크레인은 PLC 알람 리스트 코드표(SC_LGLS).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설비구분 SC 를 고르면 SC_LGLS 등 크레인 코드표 구분으로 쌓인 이력도 함께 조회된다.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 ▷ 알람  (자동 표시)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체류 작업과 알람을 모아 보여 주는 경고창. 10초마다 조회해 해당 건이 있으면 화면 오른쪽 아래에 스스로 뜬다.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 기준 : Ecs.ini [USER] JOB_STALL_WARN_SEC=300 (최소 10초, 저장 즉시 반영).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목록 열 : 시각 / 작업번호 / 구분 / 체류(초) / 내용. [STOP] 은 음소거 후 숨긴다.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체류는 경고만 한다 - 시간 경과로 작업을 자동 완료하지 않는다(설비 신호와 실물을 확인 후 처리).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1B19C5-784F-1DE8-6BB5-FB8FA66BB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747" y="1694873"/>
            <a:ext cx="6058746" cy="34771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트랙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 트랙의 PLC 신호와 작업 정보를 보고, 작업번호 쓰기/삭제/복사/잘라내기/붙여넣기, 트랙 일시정지, H/S 배출을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[쓰기]/[붙여넣기] 로 작업을 트랙에 올리면 통로 CV(트랙 103~120)는 상태 16(통로CV 구동중), 그 밖의 작업대는 15 로 기록된다.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[H/S 배출] 은 출고 H/S 에 놓인 작업 없는 화물을 출고대로 내보낸다(반자동 출고, 상위 보고 없음).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숨김(Ecs.ini ZOOM_BTN=0).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칸에 다 들어가지 않는 긴 글자는 그 칸에서 한 글자씩 흘러간다(입력 중인 칸은 제외). 2026-09-21 추가.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8" name="Picture 7" descr="cv_0_v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917" y="1280160"/>
            <a:ext cx="4384405" cy="47478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 : 지시 재전송 / 강제완료 / 수동지시, 입출고상태 : 입고 정지 / 출고 정지 / 작업금지.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제목줄에 호기와 담당 Bank 를 표시한다 (예 S/C#2 (Bank 03,04)).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에러 칸은 "[코드]알람 문구" 로 표시한다 (예 [0073]좌측 렉 이중입고). 코드표 = Ecs.ini [SC_ERR] ERR_TYP(SC_LGLS).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에러 해제 시 이중입고(73·74)·공출고(75) 확인창은 Ecs.ini [SC_ERR] DUAL_CODES / EMPTY_CODES 기준.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2026-09-21 : 지상반·기상반·SRC상태 칸을 없앴다(셋 다 동작상태 워드에서 계산한 값이라 동작상태와 늘 같았다).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화물유무·포크위치·수평주행·완료상태를 동작상태와 한 그룹으로 모으고 값 칸을 넓혔다.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8" name="Picture 7" descr="sc_0_v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492" y="1280160"/>
            <a:ext cx="3967255" cy="46945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 : 지시 재전송 / 강제완료 / 수동지시, RTV 금지.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RTV 상태 : 운영모드 / 완료상태 / 화물유무 / RTV상태 / ACTIVE / 주행위치.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진단 칸은 "[코드]알람 문구" 로 표시한다 (예 [0033]RGV 전진 한계점, PLC 알람 비트 M5601~M560F).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2026-09-21 : 운영모드·ACTIVE 칸을 없애고(동작상태 파생값), [RTV 금지] 영역에 맞춰 배치를 정리했다.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8" name="Picture 7" descr="rtv_0_v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372" y="1280160"/>
            <a:ext cx="4411495" cy="4668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2856</Words>
  <Application>Microsoft Office PowerPoint</Application>
  <PresentationFormat>와이드스크린</PresentationFormat>
  <Paragraphs>381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2026-09-17T02:08:57Z</dcterms:modified>
  <cp:category/>
</cp:coreProperties>
</file>