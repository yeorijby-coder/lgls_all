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CADCFC"/>
                </a:solidFill>
                <a:latin typeface="맑은 고딕"/>
              </a:rPr>
              <a:t>LG 생명과학 1동 자동창고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맑은 고딕"/>
              </a:rPr>
              <a:t>WCS 화면설계서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맑은 고딕"/>
              </a:rPr>
              <a:t>WCS Renewal (구 ECS 대체)   ·   Ver 1.1   ·   2026-09-04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Document history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1088136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2377440"/>
                <a:gridCol w="1645920"/>
                <a:gridCol w="411480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Vers.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Date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Author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Approver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Notes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WCS Renewal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최초 작성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V1.1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2026-09-04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WCS Renewal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검토 반영 - 미사용 메뉴 정리, 캡처 갱신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생명과학 1동 WCS  |  화면설계서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365760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메인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메인 화면(창고 모니터링)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ECS&gt;환경설정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통신 연결 정의 (EQP 정보)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로그 삭제 설정 (이력 삭제 주기 변경)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범례 (색상정보)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ECS&gt;뷰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작업정보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찾기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43400" y="1188720"/>
            <a:ext cx="365760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ECS&gt;창고 모니터링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작업번호 / 트랙번호 표시 전환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MANUAL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JOB 수동지시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크레인 수동작업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RTV(RGV) 수동작업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LOG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HOST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설비에러이력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유저사용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알람 (ECS 프로그램 이력)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188720"/>
            <a:ext cx="365760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설비 대화상자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CV 상태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SC 상태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RTV(RGV) 상태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서버 프로그램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설비 통신 (WCS_TASK_CV)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스케줄러 (IO_TASK)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상위 통신 (WCS_TASK_HOST)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생명과학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메인 화면(창고 모니터링)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in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73880"/>
            <a:ext cx="7498079" cy="405887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운전 화면(Ecs.exe) 실행 시 첫 화면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1동 자동창고 전체 배치(랙 10열, 크레인 5대, RGV 1대, 컨베이어 C/V#2~#15, 작업대)와 작업 진행 상황을 실시간 표시한다.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화물이 있는 위치는 작업번호와 작업구분 색(입고/출고/피킹/랙투랙/이동)으로 표시된다.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크레인 행마다 "출고대기 N" 으로 그 크레인의 출고 대기 건수([20] SC 구동대기)를 상시 표시한다.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C/V#2(S/C#1 통로)와 C/V#11(입출고 겸용대)의 현재 입출고 모드를 "입고 모드/출고 모드"로 표시한다.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작업대 라벨은 IMS 스테이션 코드와 명칭을 함께 표기한다 : [101] 외부 입고 전용 입출고대, 103 제품 입고대(TR#24), 104 원부자재 불출대(TR#26), 102 피킹 작업대(TR#29/30).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하단 상태바 EQUIP / HOST / SCH 는 각 서버 프로그램(설비 통신/상위 통신/스케줄러)의 생존 상태(초록=정상, 빨강=끊김)이다.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생명과학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ECS&gt;환경설정 - 통신 연결 정의 (EQP 정보)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qpinf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226" y="1280160"/>
            <a:ext cx="7285786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환경설정 ▷ 통신 연결 정의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서버 프로그램(EQP=설비 통신, HOST/HOST2=상위 통신, SCH=스케줄러)의 접속 정보와 생존 상태를 조회한다. (EQP_MST)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설비 구분 콤보 : ALL / EQP / HOST / SCH. HOST 를 고르면 HOST2 까지 함께 조회된다.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EQP 대표 행은 마스터 PLC 소켓(IP/PORT) 정의를 나타낸다.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생명과학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ECS&gt;환경설정 - 로그 삭제 설정 (이력 삭제 주기 변경)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del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0548" y="1280160"/>
            <a:ext cx="6397142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환경설정 ▷ 로그 삭제 설정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로그 테이블별 보존 주기(일)를 조회·변경한다. (DEL_HIS_SETTING)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그리드에서 행을 클릭하면 그 행의 주기가 (일) 칸에 채워지고 그룹 제목에 선택한 로그명과 현재 주기가 표시된다.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값을 고쳐 [설정] 을 누르면 변경되고 유저사용 로그에 기록된다. 공백/0 은 설정할 수 없다.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생명과학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ECS&gt;환경설정 - 범례 (색상정보)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egend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90524"/>
            <a:ext cx="7498079" cy="26255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환경설정 ▷ 범례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화면에서 쓰는 색상(작업상태·CV 신호·CV,SC 상태·RAIL·반자동)을 확인·변경한다.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CV, SC 상태의 "WC 패스모드" 는 이 현장에 없는 기능이라 비활성이다.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생명과학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ECS&gt;뷰 - 작업정보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joblis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32515"/>
            <a:ext cx="7498079" cy="4741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뷰 ▷ 작업정보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진행 중 작업(JOB_MST)을 조회하고 작업상태/우선순위를 수정하거나 삭제·복사·완료 보고를 수행한다.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[자동 갱신] 을 켜면 주기적으로 목록을 다시 읽는다.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[CV 도착보고]/[SC 완료보고] 는 설비 신호가 유실됐을 때 사람이 대신 보고하는 기능이다.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[삭제] 는 작업을 지우고, 설비에 남은 지시는 설비 대화상자의 [지시 삭제] 로 정리한다.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생명과학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ECS&gt;뷰 - 찾기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earch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37670"/>
            <a:ext cx="7498079" cy="15312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뷰 ▷ 찾기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작업번호를 입력하면 그 화물이 있는 트랙/설비를 메인 화면에서 깜빡여 보여 준다(5초).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생명과학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ECS&gt;창고 모니터링 - 작업번호 / 트랙번호 표시 전환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91840"/>
            <a:ext cx="768096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0">
                <a:solidFill>
                  <a:srgbClr val="595959"/>
                </a:solidFill>
                <a:latin typeface="맑은 고딕"/>
              </a:rPr>
              <a:t>화면 설명 참조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창고 모니터링 ▷ 작업번호 · 트랙번호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 각 위치에 표시할 문자를 작업번호 / 트랙번호 중에서 고른다.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생명과학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MANUAL - JOB 수동지시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nual_job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80714"/>
            <a:ext cx="7498079" cy="26452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MANUAL ▷ JOB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창고/작업구분/출발지/도착지/위치를 지정해 작업을 직접 생성한다(수동 운전용).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작업개수를 지정하면 같은 조건으로 여러 건을 만든다.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반자동(1x) 작업은 상위에 보고하지 않고 완료 시 삭제된다.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생명과학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MANUAL - 크레인 수동작업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nual_sc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130" y="1280160"/>
            <a:ext cx="4645980" cy="48463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MANUAL ▷ 크레인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크레인 한 대에 H/S(트랙)·셀 위치를 지정해 직접 이송 지시를 낸다.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H/S 목록은 그 크레인 측 C/V 의 트랙(RGV측/S/C측)으로 채워진다.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그 크레인에 진행 중인 지시가 있으면 수동 지시를 거부한다 - 먼저 SC 상태창의 [지시 삭제] 로 정리한다.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생명과학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MANUAL - RTV(RGV) 수동작업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nual_rtv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816" y="1280160"/>
            <a:ext cx="6490607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MANUAL ▷ RTV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RGV 에 출발지/도착지 트랙을 지정해 직접 반송 지시를 낸다.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출발지·도착지는 RGV 가 정차하는 실제 트랙번호(103,105,…,131)로 표시된다.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출발지=도착지 지시는 거부되고, 진행 중 지시가 있으면 거부된다(스케줄러 지시 덮어쓰기 방지).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생명과학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작업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_i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55096"/>
            <a:ext cx="7498079" cy="44964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IO_LOG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작업 이력(JOB_MST_HIS)을 기간/작업번호/상태로 조회한다.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생명과학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HOST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_me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03883"/>
            <a:ext cx="7498079" cy="43988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MES_LOG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상위(WMS/IMS)와 주고받은 전문 이력을 조회한다.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전문 : O(작업지시) R(응답) M(모드 전환) S(상태보고) E(에러보고) F(완료)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생명과학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설비에러이력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_eqp_hi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995" y="1280160"/>
            <a:ext cx="7170248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EQP_HIS_LOG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설비(CV/SC/RTV) 에러 발생·해제 이력을 조회한다. (EQP_ERR_HIS)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생명과학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유저사용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_clien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98" y="1280160"/>
            <a:ext cx="7266042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CLIENT_LOG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운전 화면에서 사람이 수행한 조작(지시/삭제/설정 변경) 기록을 조회한다. (WCS_CLIENT_LOG)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생명과학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알람 (ECS 프로그램 이력)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larm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66792"/>
            <a:ext cx="7498079" cy="38730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알람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서버 프로그램(스케줄러/설비 통신/상위 통신)이 남긴 운전 이력(WCS_LOG_PGR)을 프로그램·시간·작업번호로 조회한다.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정체 작업 알림창도 이 이력을 근거로 뜬다(작업이 같은 상태로 오래 머물면 경고).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생명과학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대화상자 - CV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v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3597" y="1280160"/>
            <a:ext cx="3491044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화면에서 컨베이어 클릭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컨베이어(트랙 2개)의 PLC 신호와 작업 정보를 보고, 작업번호 쓰기/삭제/복사/잘라내기/붙여넣기/MZ 이동 등을 수행한다.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생명과학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대화상자 - SC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4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9633" y="1280160"/>
            <a:ext cx="3398973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화면에서 크레인(랙 열 번호) 클릭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크레인 상태·차상 화물·좌표·에러와 작업 상태를 본다. 명령은 지시 재전송 / 삭제 / 강제완료 / 수동지시.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작업상태는 두 열(왼쪽 작업번호·구분·상태·적재용기·제품정보, 오른쪽 출발지·출발위치·도착지·도착위치).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[지시 삭제] 는 설비에 남은 지시(OD)와 요청 플래그를 함께 비운다.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[수동지시] 는 MANUAL &gt; 크레인 창을 연다.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생명과학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대화상자 - RTV(RGV)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91840"/>
            <a:ext cx="768096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0">
                <a:solidFill>
                  <a:srgbClr val="595959"/>
                </a:solidFill>
                <a:latin typeface="맑은 고딕"/>
              </a:rPr>
              <a:t>화면 설명 참조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화면에서 RGV 클릭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RGV 상태와 작업 상태를 본다. 명령은 지시 재전송 / 삭제 / 강제완료 / 수동지시, 명령 그룹 아래에 일시정지(상태 표시 + 버튼).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RGV 가 지시를 받지 않을 때(요청 플래그 잔류) [지시 삭제] 로 풀 수 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생명과학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서버 프로그램 - 설비 통신 (WCS_TASK_CV)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vtask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76811"/>
            <a:ext cx="7498079" cy="40530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TASK\WCS_TASK_CV\WCS_TASK_CV.exe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마스터 PLC(XGT) 와 1소켓으로 통신하며 CV_DATA/SC_DATA_LGLS/RTV_DATA_LGLS 의 읽기값을 갱신하고 지시를 PLC 에 쓴다.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로그 창에 "주소" 열이 있어 PLC 읽기/쓰기 주소가 남는다.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[PLC 메모리 맵] 은 구 ECS 표기(W/B/R)와 실주소 변환기.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생명과학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서버 프로그램 - 스케줄러 (IO_TASK)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ask_IO_TASK_SEMI_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2425" y="1280160"/>
            <a:ext cx="6453389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TASK\IO_TASK\IO_TASK_SEMI_FINISH.exe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작업 상태 기계. JOB_MST 를 읽어 CV/RGV/SC 지시를 내리고 완료를 판정하며 상위 보고용 상태를 만든다.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생명과학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서버 프로그램 - 상위 통신 (WCS_TASK_HOST)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k_TASK_LFC10_G1_ECSC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240" y="1280160"/>
            <a:ext cx="646176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TASK\WCS_TASK_HOST\TASK_LFC10_G1_ECSCOM.exe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WMS/IMS 와 소켓(명령 수신/보고 송신)으로 전문을 교환한다. 스테이션 코드 변환(122→101, 124→104, 126→103, 129·130→102)을 담당한다.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에러 보고(E)는 SC/CV/RTV 모두 대상이다.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생명과학 1동 WCS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