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WCS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WCS Renewal (구 ECS 대체)   ·   Ver 1.1   ·   2026-09-04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2026-09-04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미사용 메뉴 정리,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i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3880"/>
            <a:ext cx="7498079" cy="4058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화면(Ecs.exe) 실행 시 첫 화면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1동 자동창고 전체 배치(랙 10열, 크레인 5대, RGV 1대, 컨베이어 C/V#2~#15, 작업대)와 작업 진행 상황을 실시간 표시한다.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화물이 있는 위치는 작업번호와 작업구분 색(입고/출고/피킹/랙투랙/이동)으로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 행마다 "출고대기 N" 으로 그 크레인의 출고 대기 건수([20] SC 구동대기)를 상시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C/V#2(S/C#1 통로)와 C/V#11(입출고 겸용대)의 현재 입출고 모드를 "입고 모드/출고 모드"로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작업대 라벨은 IMS 스테이션 코드와 명칭을 함께 표기한다 : [101] 외부 입고 전용 입출고대, 103 제품 입고대(TR#24), 104 원부자재 불출대(TR#26), 102 피킹 작업대(TR#29/30).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하단 상태바 EQUIP / HOST / SCH 는 각 서버 프로그램(설비 통신/상위 통신/스케줄러)의 생존 상태(초록=정상, 빨강=끊김)이다.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JOB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IO_LOG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MES_LOG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EQP_HIS_LOG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CLIENT_LOG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3597" y="1280160"/>
            <a:ext cx="3491044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컨베이어(트랙 2개)의 PLC 신호와 작업 정보를 보고, 작업번호 쓰기/삭제/복사/잘라내기/붙여넣기/MZ 이동 등을 수행한다.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633" y="1280160"/>
            <a:ext cx="339897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54" y="1280160"/>
            <a:ext cx="719173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TASK\WCS_TASK_CV\WCS_TASK_CV.exe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의 읽기값을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 창에 "주소" 열이 있어 PLC 읽기/쓰기 주소가 남는다.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[PLC 메모리 맵] 은 구 ECS 표기(W/B/R)와 실주소 변환기.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425" y="1280160"/>
            <a:ext cx="645338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TASK\IO_TASK\IO_TASK_SEMI_FINISH.exe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판정하며 상위 보고용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1280160"/>
            <a:ext cx="646176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TASK\WCS_TASK_HOST\TASK_LFC10_G1_ECSCOM.exe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보고(E)는 SC/CV/RTV 모두 대상이다.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