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LG 생명과학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WCS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맑은 고딕"/>
              </a:rPr>
              <a:t>WCS Renewal (구 ECS 대체)   ·   Ver 1.1   ·   2026-09-04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377440"/>
                <a:gridCol w="164592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WCS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2026-09-04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WCS Renewal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미사용 메뉴 정리, 캡처 갱신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화면(창고 모니터링)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표시 전환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MANUAL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크레인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수동작업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(ECS 프로그램 이력)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서버 프로그램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통신 (WCS_TASK_CV)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스케줄러 (IO_TASK)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상위 통신 (WCS_TASK_HOST)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메인 화면(창고 모니터링)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i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3880"/>
            <a:ext cx="7498079" cy="4058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화면(Ecs.exe) 실행 시 첫 화면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1동 자동창고 전체 배치(랙 10열, 크레인 5대, RGV 1대, 컨베이어 C/V#2~#15, 작업대)와 작업 진행 상황을 실시간 표시한다.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화물이 있는 위치는 작업번호와 작업구분 색(입고/출고/피킹/랙투랙/이동)으로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크레인 행마다 "출고대기 N" 으로 그 크레인의 출고 대기 건수([20] SC 구동대기)를 상시 표시한다.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C/V#2(S/C#1 통로)와 C/V#11(입출고 겸용대)의 현재 입출고 모드를 "입고 모드/출고 모드"로 표시한다.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작업대 라벨은 IMS 스테이션 코드와 명칭을 함께 표기한다 : [101] 외부 입고 전용 입출고대, 103 제품 입고대(TR#24), 104 원부자재 불출대(TR#26), 102 피킹 작업대(TR#29/30).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하단 상태바 EQUIP / HOST / SCH 는 각 서버 프로그램(설비 통신/상위 통신/스케줄러)의 생존 상태(초록=정상, 빨강=끊김)이다.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통신 연결 정의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48" y="1280160"/>
            <a:ext cx="63971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로그 삭제 설정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그리드에서 행을 클릭하면 그 행의 주기가 (일) 칸에 채워지고 그룹 제목에 선택한 로그명과 현재 주기가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0524"/>
            <a:ext cx="7498079" cy="2625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범례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쓰는 색상(작업상태·CV 신호·CV,SC 상태·RAIL·반자동)을 확인·변경한다.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CV, SC 상태의 "WC 패스모드" 는 이 현장에 없는 기능이라 비활성이다.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작업정보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진행 중 작업(JOB_MST)을 조회하고 작업상태/우선순위를 수정하거나 삭제·복사·완료 보고를 수행한다.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[자동 갱신] 을 켜면 주기적으로 목록을 다시 읽는다.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[삭제] 는 작업을 지우고, 설비에 남은 지시는 설비 대화상자의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찾기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작업번호를 입력하면 그 화물이 있는 트랙/설비를 메인 화면에서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ECS&gt;창고 모니터링 - 작업번호 / 트랙번호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창고 모니터링 ▷ 작업번호 · 트랙번호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 각 위치에 표시할 문자를 작업번호 / 트랙번호 중에서 고른다.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80714"/>
            <a:ext cx="7498079" cy="2645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JOB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30" y="1280160"/>
            <a:ext cx="4645980" cy="4846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크레인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H/S 목록은 그 크레인 측 C/V 의 트랙(RGV측/S/C측)으로 채워진다.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 크레인에 진행 중인 지시가 있으면 수동 지시를 거부한다 - 먼저 SC 상태창의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16" y="1280160"/>
            <a:ext cx="64906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RTV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출발지·도착지는 RGV 가 정차하는 실제 트랙번호(103,105,…,131)로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출발지=도착지 지시는 거부되고, 진행 중 지시가 있으면 거부된다(스케줄러 지시 덮어쓰기 방지).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IO_LOG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MES_LOG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상위(WMS/IMS)와 주고받은 전문 이력을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EQP_HIS_LOG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설비(CV/SC/RTV) 에러 발생·해제 이력을 조회한다. (EQP_ERR_HIS)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CLIENT_LOG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화면에서 사람이 수행한 조작(지시/삭제/설정 변경) 기록을 조회한다. (WCS_CLIENT_LOG)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알람 (ECS 프로그램 이력)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알람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정체 작업 알림창도 이 이력을 근거로 뜬다(작업이 같은 상태로 오래 머물면 경고).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97" y="1280160"/>
            <a:ext cx="3491044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컨베이어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컨베이어(트랙 2개)의 PLC 신호와 작업 정보를 보고, 작업번호 쓰기/삭제/복사/잘라내기/붙여넣기/MZ 이동 등을 수행한다.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633" y="1280160"/>
            <a:ext cx="339897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크레인(랙 열 번호)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상태·차상 화물·좌표·에러와 작업 상태를 본다. 명령은 지시 재전송 / 삭제 / 강제완료 / 수동지시.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작업상태는 두 열(왼쪽 작업번호·구분·상태·적재용기·제품정보, 오른쪽 출발지·출발위치·도착지·도착위치).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[지시 삭제] 는 설비에 남은 지시(OD)와 요청 플래그를 함께 비운다.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[수동지시] 는 MANUAL &gt; 크레인 창을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RGV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상태와 작업 상태를 본다. 명령은 지시 재전송 / 삭제 / 강제완료 / 수동지시, 명령 그룹 아래에 일시정지(상태 표시 + 버튼).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RGV 가 지시를 받지 않을 때(요청 플래그 잔류) [지시 삭제] 로 풀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설비 통신 (WCS_TASK_CV)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tas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54" y="1280160"/>
            <a:ext cx="719173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TASK\WCS_TASK_CV\WCS_TASK_CV.exe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마스터 PLC(XGT) 와 1소켓으로 통신하며 CV_DATA/SC_DATA_LGLS/RTV_DATA_LGLS 의 읽기값을 갱신하고 지시를 PLC 에 쓴다.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로그 창에 "주소" 열이 있어 PLC 읽기/쓰기 주소가 남는다.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[PLC 메모리 맵] 은 구 ECS 표기(W/B/R)와 실주소 변환기.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스케줄러 (IO_TASK)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_IO_TASK_SEMI_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25" y="1280160"/>
            <a:ext cx="645338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TASK\IO_TASK\IO_TASK_SEMI_FINISH.exe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상태 기계. JOB_MST 를 읽어 CV/RGV/SC 지시를 내리고 완료를 판정하며 상위 보고용 상태를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상위 통신 (WCS_TASK_HOST)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k_TASK_LFC10_G1_ECS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1280160"/>
            <a:ext cx="64617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TASK\WCS_TASK_HOST\TASK_LFC10_G1_ECSCOM.exe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WMS/IMS 와 소켓(명령 수신/보고 송신)으로 전문을 교환한다. 스테이션 코드 변환(122→101, 124→104, 126→103, 129·130→102)을 담당한다.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에러 보고(E)는 SC/CV/RTV 모두 대상이다.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