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058400" cy="1005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WCS 시스템 구성도 및 업무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맑은 고딕"/>
              </a:rPr>
              <a:t>WCS Renewal (구 ECS 대체)   ·   2026-09-05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시스템 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모든 프로그램은 DB(LGLS_MCS_IO)를 매개로 구동한다. 화살표는 데이터가 흐르는 방향이다.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2194560" cy="7315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시스템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WMS / IMS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630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스케줄러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7" name="Magnetic Disk 6"/>
          <p:cNvSpPr/>
          <p:nvPr/>
        </p:nvSpPr>
        <p:spPr>
          <a:xfrm>
            <a:off x="4434840" y="3063240"/>
            <a:ext cx="2468880" cy="1234440"/>
          </a:xfrm>
          <a:prstGeom prst="flowChartMagneticDisk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DB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Microsoft SQL Server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LGLS_MCS_IO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02920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291840"/>
            <a:ext cx="237744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운전 화면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Ecs.exe (Client)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2377440" cy="7772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/ PLC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· C/V · S/C · RGV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08960" y="3675887"/>
            <a:ext cx="13258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66928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0644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0644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903720" y="3675887"/>
            <a:ext cx="150876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541324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66560" y="559612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114800"/>
            <a:ext cx="21945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O/R/M/S/E/F 전문 · TCP 8001·8002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623560"/>
            <a:ext cx="15087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1소켓 · 2004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188720"/>
            <a:ext cx="4114800" cy="1828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각 프로그램의 역할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상위 통신 : WMS/IMS 전문을 작업(JOB_MST)으로 바꾸고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상태·완료·에러를 되보고한다.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스케줄러 : 작업 상태를 진행시키고 설비 지시(_OD)를 쓴다.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통신 : PLC 를 읽어 _RD 에 쓰고, 지시를 PLC 에 전송한다.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운전 화면 : DB 를 보여주고 수동 지시·설정을 DB 에 기록한다.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설비와 직접 통신하지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566160" cy="10972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한 줄 요약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프로그램끼리 직접 부르지 않는다.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모두 DB 를 통해 주고받으므로,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하나가 죽어도 지시와 상태는 DB 에 남는다.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시스템 구성도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상태(JOB_STATUS)를 따라가는 판단 흐름. 로직1(124) 기준이며 로직2(130)·로직3(122)은 출발 트랙만 다르다.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14300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입고대에 파렛트 적재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4370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120640" y="178308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상위 O 전문 수신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작업 생성 (99)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9019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43700" y="231343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0" y="242316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입고대 CV 구동지시 (10 → 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39" y="25420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43700" y="292608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0640" y="306324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(15 → 35)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픽업 트랙 → 크레인 통로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318211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43700" y="359359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120640" y="370332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하역 완료 (39)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39" y="3822191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 통신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43700" y="420624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20640" y="434340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도착 트랙에 작업번호 기록 (39 → 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44622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43700" y="48463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120640" y="498348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(15 → 25 → 29)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S/C측 트랙 → 랙 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39" y="51023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3700" y="551383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20640" y="562356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완료 (09) · 상위 F 전문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57424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14300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RGV 지시 전 확인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536192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① 출발 트랙 : RGV 출발 H/S 신호 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1920240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② 도착 트랙 : RGV 도착 H/S 신호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304288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③ RGV : 대기(IDLE)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688336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④ 도착 트랙에 착지 기록 대기(39) 작업 없음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46120"/>
            <a:ext cx="3017520" cy="68580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하나라도 아니면 지시하지 않고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알람 이력에 사유를 남긴다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20624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57200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10 CV 구동대기   15 CV 구동중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4873752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30 RGV 대기   35 RGV 구동중   39 RGV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517550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20 크레인 대기   25 구동중   29 완료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47725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09 완료(이력 이관)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입고 플로우차트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스케줄러는 설비에 직접 말하지 않는다. 지시를 DB(_OD)에 쓰면 설비 통신이 PLC 로 전송한다.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설비가 올린 완료 신호는 설비 통신이 관측해 Ack 를 돌려주고 DB(_RD)에 남긴다. 스케줄러는 그 값을 보고 상태를 올린다.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(작업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→ 15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PLC 쓰기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트래킹/목적지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컨베이어 이송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RGV 픽업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35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752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6752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통로로 하역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하역 완료 신호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83056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COMPLETE_RD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83056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35 → 39 → 15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9360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9360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적재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셀에 저장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29 → 09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확인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입고 플로우 다이어그램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입고의 역순이다. 크레인이 먼저 움직이고 마지막에 출고대에서 지게차가 가져간다.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14300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상위 O 전문(출발 셀 · 도착 작업대)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39" y="12618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74370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120640" y="178308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작업 생성 (99) → 크레인 구동대기 (20)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19019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43700" y="22860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120640" y="242316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(20 → 25 → 29)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랙 셀 → S/C측 트랙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5420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43700" y="295351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20640" y="306324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통로 CV 가 RGV측 트랙으로 이송 (15)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318211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43700" y="356616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120640" y="370332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(35 → 39)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통로 → 출고대 픽업 트랙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3822191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43700" y="423367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20640" y="434340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출고대 진입 · 출고대 신호 ON (15 → 19)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39" y="44622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 통신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43700" y="48463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20640" y="498348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지게차 반출 → 화물감지 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51023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작업자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3700" y="54864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20640" y="562356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완료 (09) · 상위 F 전문 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57424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14300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출고 작업대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1536192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126 원부자재 불출대 (C/V#13, 로직1)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1847088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129 피킹 작업대 (C/V#14, 로직2)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157984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122 입출고 겸용대 (C/V#11, 로직3)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2651760"/>
            <a:ext cx="3017520" cy="8686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겸용대(122)는 출고 모드일 때만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출고 화물이 나올 수 있다.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모드 전환은 상위 M 전문(WMS → WCS)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79476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16052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20 크레인 대기   25 구동중   29 완료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4462272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15 CV 구동중   35 RGV 구동중   39 RGV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76402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19 CV 구동완료(출고대 도착)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06577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09 완료(이력 이관)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출고 플로우차트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출고는 크레인이 먼저 움직인다. 크레인이 통로에 내려놓으면 컨베이어와 RGV 가 출고대까지 이어 나른다.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마지막 완료는 사람이 만든다. 지게차가 화물을 가져가 출고대 화물감지가 꺼지면 그때 완료(19 → 09)로 처리한다.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(출고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→ 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출고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 → 트랙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36752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36752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29 → 15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35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3056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3056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출고대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출고대 신호 ON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9360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신호 관측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829360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39 → 15 → 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지게차 반출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감지 OFF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해제 관측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→ 09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확인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출고 플로우 다이어그램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피킹 작업대 흐름 (102)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129(출고)와 130(재입고)은 물리적으로 한 자리다. IMS 는 둘을 하나의 작업대 102 로 본다.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출고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랙 → 129 도착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371600"/>
            <a:ext cx="2286000" cy="82296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작업자 피킹</a:t>
            </a:r>
          </a:p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필요 수량만 꺼냄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PLC 인계</a:t>
            </a:r>
          </a:p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#30 ON → #29 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1371600"/>
            <a:ext cx="20116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재입고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130 → 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2648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5256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PLC 사양(시나리오 슬라이드 13)에 적힌 인계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화물이 #29 에 도착 → W.O 비트 ON, 트래킹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1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PLC Unload Request #2 ON → WCS Ack ON   (작업자 피킹 구간)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12463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반출 완료 → PLC Unload Complete #2 ON → WCS Ack ON → 양쪽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5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Pallet Exist #30 ON   (아직 #29 도 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07408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Pallet Exist #29 OFF   ※ 사양 주석 : "출고 영역 #29 bit 만 지움"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10789920" cy="12344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확인 필요 (PLC 담당자)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작업자 완료 버튼은 없다고 확인됨 → Unload Complete #2 는 PLC 타이머가 올리는 것으로 보인다.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#30 재하 ON 조건에 WCS Ack(M0933)가 들어가는지, 타이머 단독인지 확인이 필요하다.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#30 트래킹(작업번호)은 WCS 가 기록한다 — 재입고는 상위의 새 지시로 시작한다.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피킹 작업대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예외 처리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에러는 상위에 보고하고, 상위의 재지정을 받아 이어서 진행한다.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이중입고 (에러 54) — 입고 목적 셀에 이미 화물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크레인이 셀에 넣지 못하고 에러 54 발생 (화물은 실은 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설비 통신이 에러를 DB 에 기록 → 상위 E 전문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22576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운전자가 크레인 에러 해제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6624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상위가 새 셀로 재지정 (O 전문)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크레인 재지시 → 정상 입고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14300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공출고 (에러 58) — 출고 출발 셀이 비어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크레인이 셀에서 집지 못하고 에러 58 발생 (빈 포크)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938528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설비 통신이 에러를 DB 에 기록 → 상위 E 전문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22576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운전자가 크레인 에러 해제 · 필요 시 지시 삭제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06624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상위가 다른 셀로 재지정 (O 전문)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090672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크레인 재지시 → 정상 출고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그 밖의 정체와 조치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40690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13232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같은 상태에 오래 머묾 (정체 알림창)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대화상자에서 상태 확인 → 지시 재전송 / 지시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가 지시를 받지 않음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상태창 [지시 삭제] 로 요청 플래그까지 비운다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완료 신호가 오지 않아 상태가 남음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[환경설정] &gt; [시간기반 자동처리] 를 선택하면 경과시간으로 완료를 추정한다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상태바 EQUIP / HOST / SCH 빨강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해당 서버 프로그램 재기동 (지시는 DB 에 남아 이어서 진행된다)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예외 처리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