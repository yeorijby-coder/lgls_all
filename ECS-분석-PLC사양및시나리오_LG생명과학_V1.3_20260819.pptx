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5"/>
  </p:notesMasterIdLst>
  <p:handoutMasterIdLst>
    <p:handoutMasterId r:id="rId46"/>
  </p:handoutMasterIdLst>
  <p:sldIdLst>
    <p:sldId id="291" r:id="rId2"/>
    <p:sldId id="295" r:id="rId3"/>
    <p:sldId id="367" r:id="rId4"/>
    <p:sldId id="332" r:id="rId5"/>
    <p:sldId id="376" r:id="rId6"/>
    <p:sldId id="377" r:id="rId7"/>
    <p:sldId id="378" r:id="rId8"/>
    <p:sldId id="379" r:id="rId9"/>
    <p:sldId id="380" r:id="rId10"/>
    <p:sldId id="381" r:id="rId11"/>
    <p:sldId id="382" r:id="rId12"/>
    <p:sldId id="390" r:id="rId13"/>
    <p:sldId id="391" r:id="rId14"/>
    <p:sldId id="393" r:id="rId15"/>
    <p:sldId id="394" r:id="rId16"/>
    <p:sldId id="383" r:id="rId17"/>
    <p:sldId id="384" r:id="rId18"/>
    <p:sldId id="385" r:id="rId19"/>
    <p:sldId id="386" r:id="rId20"/>
    <p:sldId id="368" r:id="rId21"/>
    <p:sldId id="369" r:id="rId22"/>
    <p:sldId id="370" r:id="rId23"/>
    <p:sldId id="371" r:id="rId24"/>
    <p:sldId id="372" r:id="rId25"/>
    <p:sldId id="373" r:id="rId26"/>
    <p:sldId id="387" r:id="rId27"/>
    <p:sldId id="374" r:id="rId28"/>
    <p:sldId id="375" r:id="rId29"/>
    <p:sldId id="392" r:id="rId30"/>
    <p:sldId id="395" r:id="rId31"/>
    <p:sldId id="396" r:id="rId32"/>
    <p:sldId id="397" r:id="rId33"/>
    <p:sldId id="398" r:id="rId34"/>
    <p:sldId id="399" r:id="rId35"/>
    <p:sldId id="400" r:id="rId36"/>
    <p:sldId id="401" r:id="rId37"/>
    <p:sldId id="402" r:id="rId38"/>
    <p:sldId id="403" r:id="rId39"/>
    <p:sldId id="404" r:id="rId40"/>
    <p:sldId id="405" r:id="rId41"/>
    <p:sldId id="406" r:id="rId42"/>
    <p:sldId id="407" r:id="rId43"/>
    <p:sldId id="408" r:id="rId44"/>
  </p:sldIdLst>
  <p:sldSz cx="10096500" cy="7239000"/>
  <p:notesSz cx="6888163" cy="10020300"/>
  <p:defaultTextStyle>
    <a:defPPr>
      <a:defRPr lang="ko-KR"/>
    </a:defPPr>
    <a:lvl1pPr algn="ctr" rtl="0" fontAlgn="base" latinLnBrk="1">
      <a:spcBef>
        <a:spcPct val="0"/>
      </a:spcBef>
      <a:spcAft>
        <a:spcPct val="0"/>
      </a:spcAft>
      <a:defRPr kumimoji="1" sz="800" b="1" kern="1200">
        <a:solidFill>
          <a:srgbClr val="000099"/>
        </a:solidFill>
        <a:latin typeface="Tahoma" panose="020B0604030504040204" pitchFamily="34" charset="0"/>
        <a:ea typeface="돋움체" panose="020B0609000101010101" pitchFamily="49" charset="-127"/>
        <a:cs typeface="+mn-cs"/>
      </a:defRPr>
    </a:lvl1pPr>
    <a:lvl2pPr marL="457200" algn="ctr" rtl="0" fontAlgn="base" latinLnBrk="1">
      <a:spcBef>
        <a:spcPct val="0"/>
      </a:spcBef>
      <a:spcAft>
        <a:spcPct val="0"/>
      </a:spcAft>
      <a:defRPr kumimoji="1" sz="800" b="1" kern="1200">
        <a:solidFill>
          <a:srgbClr val="000099"/>
        </a:solidFill>
        <a:latin typeface="Tahoma" panose="020B0604030504040204" pitchFamily="34" charset="0"/>
        <a:ea typeface="돋움체" panose="020B0609000101010101" pitchFamily="49" charset="-127"/>
        <a:cs typeface="+mn-cs"/>
      </a:defRPr>
    </a:lvl2pPr>
    <a:lvl3pPr marL="914400" algn="ctr" rtl="0" fontAlgn="base" latinLnBrk="1">
      <a:spcBef>
        <a:spcPct val="0"/>
      </a:spcBef>
      <a:spcAft>
        <a:spcPct val="0"/>
      </a:spcAft>
      <a:defRPr kumimoji="1" sz="800" b="1" kern="1200">
        <a:solidFill>
          <a:srgbClr val="000099"/>
        </a:solidFill>
        <a:latin typeface="Tahoma" panose="020B0604030504040204" pitchFamily="34" charset="0"/>
        <a:ea typeface="돋움체" panose="020B0609000101010101" pitchFamily="49" charset="-127"/>
        <a:cs typeface="+mn-cs"/>
      </a:defRPr>
    </a:lvl3pPr>
    <a:lvl4pPr marL="1371600" algn="ctr" rtl="0" fontAlgn="base" latinLnBrk="1">
      <a:spcBef>
        <a:spcPct val="0"/>
      </a:spcBef>
      <a:spcAft>
        <a:spcPct val="0"/>
      </a:spcAft>
      <a:defRPr kumimoji="1" sz="800" b="1" kern="1200">
        <a:solidFill>
          <a:srgbClr val="000099"/>
        </a:solidFill>
        <a:latin typeface="Tahoma" panose="020B0604030504040204" pitchFamily="34" charset="0"/>
        <a:ea typeface="돋움체" panose="020B0609000101010101" pitchFamily="49" charset="-127"/>
        <a:cs typeface="+mn-cs"/>
      </a:defRPr>
    </a:lvl4pPr>
    <a:lvl5pPr marL="1828800" algn="ctr" rtl="0" fontAlgn="base" latinLnBrk="1">
      <a:spcBef>
        <a:spcPct val="0"/>
      </a:spcBef>
      <a:spcAft>
        <a:spcPct val="0"/>
      </a:spcAft>
      <a:defRPr kumimoji="1" sz="800" b="1" kern="1200">
        <a:solidFill>
          <a:srgbClr val="000099"/>
        </a:solidFill>
        <a:latin typeface="Tahoma" panose="020B0604030504040204" pitchFamily="34" charset="0"/>
        <a:ea typeface="돋움체" panose="020B0609000101010101" pitchFamily="49" charset="-127"/>
        <a:cs typeface="+mn-cs"/>
      </a:defRPr>
    </a:lvl5pPr>
    <a:lvl6pPr marL="2286000" algn="l" defTabSz="914400" rtl="0" eaLnBrk="1" latinLnBrk="1" hangingPunct="1">
      <a:defRPr kumimoji="1" sz="800" b="1" kern="1200">
        <a:solidFill>
          <a:srgbClr val="000099"/>
        </a:solidFill>
        <a:latin typeface="Tahoma" panose="020B0604030504040204" pitchFamily="34" charset="0"/>
        <a:ea typeface="돋움체" panose="020B0609000101010101" pitchFamily="49" charset="-127"/>
        <a:cs typeface="+mn-cs"/>
      </a:defRPr>
    </a:lvl6pPr>
    <a:lvl7pPr marL="2743200" algn="l" defTabSz="914400" rtl="0" eaLnBrk="1" latinLnBrk="1" hangingPunct="1">
      <a:defRPr kumimoji="1" sz="800" b="1" kern="1200">
        <a:solidFill>
          <a:srgbClr val="000099"/>
        </a:solidFill>
        <a:latin typeface="Tahoma" panose="020B0604030504040204" pitchFamily="34" charset="0"/>
        <a:ea typeface="돋움체" panose="020B0609000101010101" pitchFamily="49" charset="-127"/>
        <a:cs typeface="+mn-cs"/>
      </a:defRPr>
    </a:lvl7pPr>
    <a:lvl8pPr marL="3200400" algn="l" defTabSz="914400" rtl="0" eaLnBrk="1" latinLnBrk="1" hangingPunct="1">
      <a:defRPr kumimoji="1" sz="800" b="1" kern="1200">
        <a:solidFill>
          <a:srgbClr val="000099"/>
        </a:solidFill>
        <a:latin typeface="Tahoma" panose="020B0604030504040204" pitchFamily="34" charset="0"/>
        <a:ea typeface="돋움체" panose="020B0609000101010101" pitchFamily="49" charset="-127"/>
        <a:cs typeface="+mn-cs"/>
      </a:defRPr>
    </a:lvl8pPr>
    <a:lvl9pPr marL="3657600" algn="l" defTabSz="914400" rtl="0" eaLnBrk="1" latinLnBrk="1" hangingPunct="1">
      <a:defRPr kumimoji="1" sz="800" b="1" kern="1200">
        <a:solidFill>
          <a:srgbClr val="000099"/>
        </a:solidFill>
        <a:latin typeface="Tahoma" panose="020B0604030504040204" pitchFamily="34" charset="0"/>
        <a:ea typeface="돋움체" panose="020B0609000101010101" pitchFamily="49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39">
          <p15:clr>
            <a:srgbClr val="A4A3A4"/>
          </p15:clr>
        </p15:guide>
        <p15:guide id="2" pos="6219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57" userDrawn="1">
          <p15:clr>
            <a:srgbClr val="A4A3A4"/>
          </p15:clr>
        </p15:guide>
        <p15:guide id="2" pos="2171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CCFF"/>
    <a:srgbClr val="FFFF66"/>
    <a:srgbClr val="000099"/>
    <a:srgbClr val="DDDDDD"/>
    <a:srgbClr val="FF0000"/>
    <a:srgbClr val="CCECFF"/>
    <a:srgbClr val="99FF66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9532" autoAdjust="0"/>
  </p:normalViewPr>
  <p:slideViewPr>
    <p:cSldViewPr>
      <p:cViewPr varScale="1">
        <p:scale>
          <a:sx n="105" d="100"/>
          <a:sy n="105" d="100"/>
        </p:scale>
        <p:origin x="792" y="102"/>
      </p:cViewPr>
      <p:guideLst>
        <p:guide orient="horz" pos="239"/>
        <p:guide pos="6219"/>
      </p:guideLst>
    </p:cSldViewPr>
  </p:slideViewPr>
  <p:outlineViewPr>
    <p:cViewPr>
      <p:scale>
        <a:sx n="30" d="100"/>
        <a:sy n="30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58" d="100"/>
          <a:sy n="58" d="100"/>
        </p:scale>
        <p:origin x="-1692" y="-84"/>
      </p:cViewPr>
      <p:guideLst>
        <p:guide orient="horz" pos="3157"/>
        <p:guide pos="217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handoutMaster" Target="handoutMasters/handout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>
            <a:extLst>
              <a:ext uri="{FF2B5EF4-FFF2-40B4-BE49-F238E27FC236}">
                <a16:creationId xmlns:a16="http://schemas.microsoft.com/office/drawing/2014/main" id="{4A091491-4F15-96A3-F4AA-75CFB0B980FD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85621" cy="5015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5576" tIns="47788" rIns="95576" bIns="47788" numCol="1" anchor="ctr" anchorCtr="0" compatLnSpc="1">
            <a:prstTxWarp prst="textNoShape">
              <a:avLst/>
            </a:prstTxWarp>
          </a:bodyPr>
          <a:lstStyle>
            <a:lvl1pPr algn="l" defTabSz="954953">
              <a:defRPr sz="1200" b="0">
                <a:solidFill>
                  <a:schemeClr val="tx1"/>
                </a:solidFill>
                <a:latin typeface="돋움체" panose="020B0609000101010101" pitchFamily="49" charset="-127"/>
              </a:defRPr>
            </a:lvl1pPr>
          </a:lstStyle>
          <a:p>
            <a:endParaRPr lang="en-US" altLang="ko-KR"/>
          </a:p>
        </p:txBody>
      </p:sp>
      <p:sp>
        <p:nvSpPr>
          <p:cNvPr id="29699" name="Rectangle 3">
            <a:extLst>
              <a:ext uri="{FF2B5EF4-FFF2-40B4-BE49-F238E27FC236}">
                <a16:creationId xmlns:a16="http://schemas.microsoft.com/office/drawing/2014/main" id="{52FD6E48-4C3C-1DA9-909E-FD0FCBA12B79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902542" y="0"/>
            <a:ext cx="2985621" cy="5015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5576" tIns="47788" rIns="95576" bIns="47788" numCol="1" anchor="ctr" anchorCtr="0" compatLnSpc="1">
            <a:prstTxWarp prst="textNoShape">
              <a:avLst/>
            </a:prstTxWarp>
          </a:bodyPr>
          <a:lstStyle>
            <a:lvl1pPr algn="r" defTabSz="954953">
              <a:defRPr sz="1200" b="0">
                <a:solidFill>
                  <a:schemeClr val="tx1"/>
                </a:solidFill>
                <a:latin typeface="돋움체" panose="020B0609000101010101" pitchFamily="49" charset="-127"/>
              </a:defRPr>
            </a:lvl1pPr>
          </a:lstStyle>
          <a:p>
            <a:endParaRPr lang="en-US" altLang="ko-KR"/>
          </a:p>
        </p:txBody>
      </p:sp>
      <p:sp>
        <p:nvSpPr>
          <p:cNvPr id="29700" name="Rectangle 4">
            <a:extLst>
              <a:ext uri="{FF2B5EF4-FFF2-40B4-BE49-F238E27FC236}">
                <a16:creationId xmlns:a16="http://schemas.microsoft.com/office/drawing/2014/main" id="{A86EAF6D-7E4E-F69E-DCD7-6106C977CD37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518724"/>
            <a:ext cx="2985621" cy="5015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5576" tIns="47788" rIns="95576" bIns="47788" numCol="1" anchor="b" anchorCtr="0" compatLnSpc="1">
            <a:prstTxWarp prst="textNoShape">
              <a:avLst/>
            </a:prstTxWarp>
          </a:bodyPr>
          <a:lstStyle>
            <a:lvl1pPr algn="l" defTabSz="954953">
              <a:defRPr sz="1200" b="0">
                <a:solidFill>
                  <a:schemeClr val="tx1"/>
                </a:solidFill>
                <a:latin typeface="돋움체" panose="020B0609000101010101" pitchFamily="49" charset="-127"/>
              </a:defRPr>
            </a:lvl1pPr>
          </a:lstStyle>
          <a:p>
            <a:endParaRPr lang="en-US" altLang="ko-KR"/>
          </a:p>
        </p:txBody>
      </p:sp>
      <p:sp>
        <p:nvSpPr>
          <p:cNvPr id="29701" name="Rectangle 5">
            <a:extLst>
              <a:ext uri="{FF2B5EF4-FFF2-40B4-BE49-F238E27FC236}">
                <a16:creationId xmlns:a16="http://schemas.microsoft.com/office/drawing/2014/main" id="{0E50802D-2C0A-E977-57DB-33C306375908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902542" y="9518724"/>
            <a:ext cx="2985621" cy="5015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5576" tIns="47788" rIns="95576" bIns="47788" numCol="1" anchor="b" anchorCtr="0" compatLnSpc="1">
            <a:prstTxWarp prst="textNoShape">
              <a:avLst/>
            </a:prstTxWarp>
          </a:bodyPr>
          <a:lstStyle>
            <a:lvl1pPr algn="r" defTabSz="954953">
              <a:defRPr sz="1200" b="0">
                <a:solidFill>
                  <a:schemeClr val="tx1"/>
                </a:solidFill>
                <a:latin typeface="돋움체" panose="020B0609000101010101" pitchFamily="49" charset="-127"/>
              </a:defRPr>
            </a:lvl1pPr>
          </a:lstStyle>
          <a:p>
            <a:fld id="{339C05FB-FA2B-4F88-8EA6-890C70A5235F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E29694B1-E44E-7385-F149-3850EEEFD48B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85621" cy="5015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5576" tIns="47788" rIns="95576" bIns="47788" numCol="1" anchor="ctr" anchorCtr="0" compatLnSpc="1">
            <a:prstTxWarp prst="textNoShape">
              <a:avLst/>
            </a:prstTxWarp>
          </a:bodyPr>
          <a:lstStyle>
            <a:lvl1pPr algn="l" defTabSz="954953">
              <a:defRPr sz="12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defRPr>
            </a:lvl1pPr>
          </a:lstStyle>
          <a:p>
            <a:endParaRPr lang="en-US" altLang="ko-KR"/>
          </a:p>
        </p:txBody>
      </p:sp>
      <p:sp>
        <p:nvSpPr>
          <p:cNvPr id="8195" name="Rectangle 3">
            <a:extLst>
              <a:ext uri="{FF2B5EF4-FFF2-40B4-BE49-F238E27FC236}">
                <a16:creationId xmlns:a16="http://schemas.microsoft.com/office/drawing/2014/main" id="{9D8FB482-5B91-89F7-4259-7B0B6DB7765F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902542" y="0"/>
            <a:ext cx="2985621" cy="5015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5576" tIns="47788" rIns="95576" bIns="47788" numCol="1" anchor="ctr" anchorCtr="0" compatLnSpc="1">
            <a:prstTxWarp prst="textNoShape">
              <a:avLst/>
            </a:prstTxWarp>
          </a:bodyPr>
          <a:lstStyle>
            <a:lvl1pPr algn="r" defTabSz="954953">
              <a:defRPr sz="12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defRPr>
            </a:lvl1pPr>
          </a:lstStyle>
          <a:p>
            <a:endParaRPr lang="en-US" altLang="ko-KR"/>
          </a:p>
        </p:txBody>
      </p:sp>
      <p:sp>
        <p:nvSpPr>
          <p:cNvPr id="8196" name="Rectangle 4">
            <a:extLst>
              <a:ext uri="{FF2B5EF4-FFF2-40B4-BE49-F238E27FC236}">
                <a16:creationId xmlns:a16="http://schemas.microsoft.com/office/drawing/2014/main" id="{C65119E3-F094-94A3-FD64-2A02179B46DB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22325" y="750888"/>
            <a:ext cx="5246688" cy="37607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8197" name="Rectangle 5">
            <a:extLst>
              <a:ext uri="{FF2B5EF4-FFF2-40B4-BE49-F238E27FC236}">
                <a16:creationId xmlns:a16="http://schemas.microsoft.com/office/drawing/2014/main" id="{A820516F-9668-6465-C71D-81016B6088A2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20138" y="4762567"/>
            <a:ext cx="5047888" cy="45061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5576" tIns="47788" rIns="95576" bIns="4778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문자열 유형을 편집하려면 누르십시오</a:t>
            </a:r>
            <a:r>
              <a:rPr lang="en-US" altLang="ko-KR"/>
              <a:t>.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세째 수준</a:t>
            </a:r>
          </a:p>
          <a:p>
            <a:pPr lvl="3"/>
            <a:r>
              <a:rPr lang="ko-KR" altLang="en-US"/>
              <a:t>네째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198" name="Rectangle 6">
            <a:extLst>
              <a:ext uri="{FF2B5EF4-FFF2-40B4-BE49-F238E27FC236}">
                <a16:creationId xmlns:a16="http://schemas.microsoft.com/office/drawing/2014/main" id="{501FF2BF-5894-5DC6-3712-3BFD6328CA10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518724"/>
            <a:ext cx="2985621" cy="5015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5576" tIns="47788" rIns="95576" bIns="47788" numCol="1" anchor="b" anchorCtr="0" compatLnSpc="1">
            <a:prstTxWarp prst="textNoShape">
              <a:avLst/>
            </a:prstTxWarp>
          </a:bodyPr>
          <a:lstStyle>
            <a:lvl1pPr algn="l" defTabSz="954953">
              <a:defRPr sz="12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defRPr>
            </a:lvl1pPr>
          </a:lstStyle>
          <a:p>
            <a:endParaRPr lang="en-US" altLang="ko-KR"/>
          </a:p>
        </p:txBody>
      </p:sp>
      <p:sp>
        <p:nvSpPr>
          <p:cNvPr id="8199" name="Rectangle 7">
            <a:extLst>
              <a:ext uri="{FF2B5EF4-FFF2-40B4-BE49-F238E27FC236}">
                <a16:creationId xmlns:a16="http://schemas.microsoft.com/office/drawing/2014/main" id="{C1B7A23B-116E-F42A-5566-0AB5C8C7B52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02542" y="9518724"/>
            <a:ext cx="2985621" cy="5015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5576" tIns="47788" rIns="95576" bIns="47788" numCol="1" anchor="b" anchorCtr="0" compatLnSpc="1">
            <a:prstTxWarp prst="textNoShape">
              <a:avLst/>
            </a:prstTxWarp>
          </a:bodyPr>
          <a:lstStyle>
            <a:lvl1pPr algn="r" defTabSz="954953">
              <a:defRPr sz="12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defRPr>
            </a:lvl1pPr>
          </a:lstStyle>
          <a:p>
            <a:fld id="{4EFEADEA-B0FA-4618-84E7-47687277083C}" type="slidenum">
              <a:rPr lang="en-US" altLang="ko-KR"/>
              <a:pPr/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fontAlgn="base" latinLnBrk="1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1pPr>
    <a:lvl2pPr marL="457200" algn="l" rtl="0" fontAlgn="base" latinLnBrk="1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2pPr>
    <a:lvl3pPr marL="914400" algn="l" rtl="0" fontAlgn="base" latinLnBrk="1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3pPr>
    <a:lvl4pPr marL="1371600" algn="l" rtl="0" fontAlgn="base" latinLnBrk="1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4pPr>
    <a:lvl5pPr marL="1828800" algn="l" rtl="0" fontAlgn="base" latinLnBrk="1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E58228-5B77-F3C4-635A-D875FED583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2063" y="1184275"/>
            <a:ext cx="7572375" cy="252095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C05360E-DFC4-E639-5EED-B65044D0D9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2063" y="3802063"/>
            <a:ext cx="7572375" cy="174783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2495859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0EC07B-7F89-F06E-8C47-9D50E3C02D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385763"/>
            <a:ext cx="8709025" cy="13985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95819CF-8490-E359-8015-27BD5C651B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3738" y="1927225"/>
            <a:ext cx="8709025" cy="45926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9815930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166FCF-9636-3EF3-CA7D-2E34EEE425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975" y="1804988"/>
            <a:ext cx="8707438" cy="301148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0EBDB99-2CE2-BC5E-CEF7-461F938548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975" y="4845050"/>
            <a:ext cx="8707438" cy="15827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1634493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6547E9-22BE-D05A-FADF-A92A3D0D1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385763"/>
            <a:ext cx="8709025" cy="13985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6D79A9A-6D21-D9D5-46B1-FF52B0FD3FD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3738" y="1927225"/>
            <a:ext cx="4278312" cy="45926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3653B65-7050-AB21-3F25-62F5D85E15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24450" y="1927225"/>
            <a:ext cx="4278313" cy="45926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8343748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F8D9FA-1BB4-04F9-849D-6C2F4C60FC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385763"/>
            <a:ext cx="8709025" cy="13985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A311BCA-9854-0D4F-2A1A-24F065D50D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5325" y="1774825"/>
            <a:ext cx="4271963" cy="86995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ECBD71D-5C7A-EA48-1FC4-7178B8C5F4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5325" y="2644775"/>
            <a:ext cx="4271963" cy="38893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84C1E3D-8C7F-8155-FAD6-B50AA2A4F6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111750" y="1774825"/>
            <a:ext cx="4292600" cy="86995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0F75519-11BF-CC37-4C68-DB4D6D6039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111750" y="2644775"/>
            <a:ext cx="4292600" cy="38893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462474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416D01-85F1-9F87-31F4-D3D5BB89D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385763"/>
            <a:ext cx="8709025" cy="13985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42588511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375514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2EE21E-328B-F7E4-D23A-F13642BE2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482600"/>
            <a:ext cx="3255963" cy="16891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8144BF9-1E8B-9628-8AED-F7FE8AC088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2600" y="1042988"/>
            <a:ext cx="5111750" cy="5143500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6DF0556-0C57-69D0-2B7B-ABC0CCB4CE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5325" y="2171700"/>
            <a:ext cx="3255963" cy="40227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0153164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A2ECBF-ED07-FFB0-5977-1A1B7D6D51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482600"/>
            <a:ext cx="3255963" cy="16891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8FC85EF-3581-21F2-BCC1-25B5223847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92600" y="1042988"/>
            <a:ext cx="5111750" cy="51435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6B2217B-B6AD-A06E-3000-A92CC47368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5325" y="2171700"/>
            <a:ext cx="3255963" cy="40227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56241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4BA494-2D13-BCBD-57CF-A188F90930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385763"/>
            <a:ext cx="8709025" cy="13985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3B6E3C5-3444-4857-7E56-A2587D252D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93738" y="1927225"/>
            <a:ext cx="8709025" cy="45926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2942652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84E04CFF-92B2-59AA-7340-A845AC98D5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226300" y="385763"/>
            <a:ext cx="2176463" cy="6134100"/>
          </a:xfrm>
          <a:prstGeom prst="rect">
            <a:avLst/>
          </a:prstGeo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A98390B-0A76-9D7F-1045-1926DA9097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93738" y="385763"/>
            <a:ext cx="6380162" cy="6134100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3891147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" name="Text Box 51">
            <a:extLst>
              <a:ext uri="{FF2B5EF4-FFF2-40B4-BE49-F238E27FC236}">
                <a16:creationId xmlns:a16="http://schemas.microsoft.com/office/drawing/2014/main" id="{ADA09847-8CC4-4CF0-C471-518433F8B82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691063" y="6851650"/>
            <a:ext cx="666750" cy="2746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ko-KR" sz="1200" b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- </a:t>
            </a:r>
            <a:fld id="{554D01F9-B646-46B9-9CBC-4E4014FD6637}" type="slidenum">
              <a:rPr lang="en-US" altLang="ko-KR" sz="1200" b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pPr/>
              <a:t>‹#›</a:t>
            </a:fld>
            <a:r>
              <a:rPr lang="en-US" altLang="ko-KR" sz="1200" b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-</a:t>
            </a:r>
          </a:p>
        </p:txBody>
      </p:sp>
      <p:sp>
        <p:nvSpPr>
          <p:cNvPr id="1076" name="Text Box 52">
            <a:extLst>
              <a:ext uri="{FF2B5EF4-FFF2-40B4-BE49-F238E27FC236}">
                <a16:creationId xmlns:a16="http://schemas.microsoft.com/office/drawing/2014/main" id="{A3F83007-0334-C756-0F4D-A8F42786A4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19075" y="6910388"/>
            <a:ext cx="3101975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8000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/>
          <a:p>
            <a:pPr algn="l"/>
            <a:r>
              <a:rPr lang="en-US" altLang="ko-KR" sz="12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ECS-</a:t>
            </a:r>
            <a:r>
              <a:rPr lang="ko-KR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분석</a:t>
            </a:r>
            <a:r>
              <a:rPr lang="en-US" altLang="ko-KR" sz="12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-PLC</a:t>
            </a:r>
            <a:r>
              <a:rPr lang="ko-KR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사양및시나리오</a:t>
            </a:r>
            <a:r>
              <a:rPr lang="en-US" altLang="ko-KR" sz="12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_LG</a:t>
            </a:r>
            <a:r>
              <a:rPr lang="ko-KR" altLang="en-US" sz="12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생명과학</a:t>
            </a:r>
          </a:p>
        </p:txBody>
      </p:sp>
      <p:sp>
        <p:nvSpPr>
          <p:cNvPr id="1077" name="Line 53">
            <a:extLst>
              <a:ext uri="{FF2B5EF4-FFF2-40B4-BE49-F238E27FC236}">
                <a16:creationId xmlns:a16="http://schemas.microsoft.com/office/drawing/2014/main" id="{EB2DE148-521D-9167-8D75-BC2A84DAF181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173038" y="381000"/>
            <a:ext cx="9699625" cy="0"/>
          </a:xfrm>
          <a:prstGeom prst="line">
            <a:avLst/>
          </a:prstGeom>
          <a:noFill/>
          <a:ln w="25400">
            <a:solidFill>
              <a:srgbClr val="C0C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endParaRPr lang="ko-KR" altLang="en-US"/>
          </a:p>
        </p:txBody>
      </p:sp>
      <p:sp>
        <p:nvSpPr>
          <p:cNvPr id="1078" name="Line 54">
            <a:extLst>
              <a:ext uri="{FF2B5EF4-FFF2-40B4-BE49-F238E27FC236}">
                <a16:creationId xmlns:a16="http://schemas.microsoft.com/office/drawing/2014/main" id="{686BF345-C08F-1EED-4F88-6F8F132C24B4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215900" y="6845300"/>
            <a:ext cx="9585325" cy="0"/>
          </a:xfrm>
          <a:prstGeom prst="line">
            <a:avLst/>
          </a:prstGeom>
          <a:noFill/>
          <a:ln w="38100">
            <a:solidFill>
              <a:srgbClr val="C0C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endParaRPr lang="ko-KR" altLang="en-US"/>
          </a:p>
        </p:txBody>
      </p:sp>
      <p:pic>
        <p:nvPicPr>
          <p:cNvPr id="1079" name="Picture 55">
            <a:extLst>
              <a:ext uri="{FF2B5EF4-FFF2-40B4-BE49-F238E27FC236}">
                <a16:creationId xmlns:a16="http://schemas.microsoft.com/office/drawing/2014/main" id="{580494A3-6E62-7ED9-C6FB-E2F544EF639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66188" y="6884988"/>
            <a:ext cx="1150937" cy="314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 fontAlgn="base" latinLnBrk="1">
        <a:spcBef>
          <a:spcPct val="0"/>
        </a:spcBef>
        <a:spcAft>
          <a:spcPct val="0"/>
        </a:spcAft>
        <a:defRPr kumimoji="1" sz="4400" kern="1200">
          <a:solidFill>
            <a:schemeClr val="tx2"/>
          </a:solidFill>
          <a:latin typeface="+mj-lt"/>
          <a:ea typeface="+mj-ea"/>
          <a:cs typeface="+mj-cs"/>
        </a:defRPr>
      </a:lvl1pPr>
      <a:lvl2pPr algn="ctr" rtl="0" fontAlgn="base" latinLnBrk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imes New Roman" panose="02020603050405020304" pitchFamily="18" charset="0"/>
          <a:ea typeface="굴림" panose="020B0600000101010101" pitchFamily="50" charset="-127"/>
        </a:defRPr>
      </a:lvl2pPr>
      <a:lvl3pPr algn="ctr" rtl="0" fontAlgn="base" latinLnBrk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imes New Roman" panose="02020603050405020304" pitchFamily="18" charset="0"/>
          <a:ea typeface="굴림" panose="020B0600000101010101" pitchFamily="50" charset="-127"/>
        </a:defRPr>
      </a:lvl3pPr>
      <a:lvl4pPr algn="ctr" rtl="0" fontAlgn="base" latinLnBrk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imes New Roman" panose="02020603050405020304" pitchFamily="18" charset="0"/>
          <a:ea typeface="굴림" panose="020B0600000101010101" pitchFamily="50" charset="-127"/>
        </a:defRPr>
      </a:lvl4pPr>
      <a:lvl5pPr algn="ctr" rtl="0" fontAlgn="base" latinLnBrk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imes New Roman" panose="02020603050405020304" pitchFamily="18" charset="0"/>
          <a:ea typeface="굴림" panose="020B0600000101010101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imes New Roman" panose="02020603050405020304" pitchFamily="18" charset="0"/>
          <a:ea typeface="굴림" panose="020B0600000101010101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imes New Roman" panose="02020603050405020304" pitchFamily="18" charset="0"/>
          <a:ea typeface="굴림" panose="020B0600000101010101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imes New Roman" panose="02020603050405020304" pitchFamily="18" charset="0"/>
          <a:ea typeface="굴림" panose="020B0600000101010101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Times New Roman" panose="02020603050405020304" pitchFamily="18" charset="0"/>
          <a:ea typeface="굴림" panose="020B0600000101010101" pitchFamily="50" charset="-127"/>
        </a:defRPr>
      </a:lvl9pPr>
    </p:titleStyle>
    <p:bodyStyle>
      <a:lvl1pPr marL="342900" indent="-342900" algn="l" rtl="0" fontAlgn="base" latinLnBrk="1">
        <a:spcBef>
          <a:spcPct val="20000"/>
        </a:spcBef>
        <a:spcAft>
          <a:spcPct val="0"/>
        </a:spcAft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 latinLnBrk="1">
        <a:spcBef>
          <a:spcPct val="20000"/>
        </a:spcBef>
        <a:spcAft>
          <a:spcPct val="0"/>
        </a:spcAft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 latinLnBrk="1">
        <a:spcBef>
          <a:spcPct val="20000"/>
        </a:spcBef>
        <a:spcAft>
          <a:spcPct val="0"/>
        </a:spcAft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 latinLnBrk="1">
        <a:spcBef>
          <a:spcPct val="20000"/>
        </a:spcBef>
        <a:spcAft>
          <a:spcPct val="0"/>
        </a:spcAft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 latinLnBrk="1">
        <a:spcBef>
          <a:spcPct val="20000"/>
        </a:spcBef>
        <a:spcAft>
          <a:spcPct val="0"/>
        </a:spcAft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0794" name="Group 170">
            <a:extLst>
              <a:ext uri="{FF2B5EF4-FFF2-40B4-BE49-F238E27FC236}">
                <a16:creationId xmlns:a16="http://schemas.microsoft.com/office/drawing/2014/main" id="{BD49BE99-91AE-6901-24E4-CCA44C5596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4515001"/>
              </p:ext>
            </p:extLst>
          </p:nvPr>
        </p:nvGraphicFramePr>
        <p:xfrm>
          <a:off x="2133600" y="2298700"/>
          <a:ext cx="5715000" cy="2488320"/>
        </p:xfrm>
        <a:graphic>
          <a:graphicData uri="http://schemas.openxmlformats.org/drawingml/2006/table">
            <a:tbl>
              <a:tblPr/>
              <a:tblGrid>
                <a:gridCol w="885825">
                  <a:extLst>
                    <a:ext uri="{9D8B030D-6E8A-4147-A177-3AD203B41FA5}">
                      <a16:colId xmlns:a16="http://schemas.microsoft.com/office/drawing/2014/main" val="4117672529"/>
                    </a:ext>
                  </a:extLst>
                </a:gridCol>
                <a:gridCol w="887413">
                  <a:extLst>
                    <a:ext uri="{9D8B030D-6E8A-4147-A177-3AD203B41FA5}">
                      <a16:colId xmlns:a16="http://schemas.microsoft.com/office/drawing/2014/main" val="394572018"/>
                    </a:ext>
                  </a:extLst>
                </a:gridCol>
                <a:gridCol w="3941762">
                  <a:extLst>
                    <a:ext uri="{9D8B030D-6E8A-4147-A177-3AD203B41FA5}">
                      <a16:colId xmlns:a16="http://schemas.microsoft.com/office/drawing/2014/main" val="1928396215"/>
                    </a:ext>
                  </a:extLst>
                </a:gridCol>
              </a:tblGrid>
              <a:tr h="274638"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프로젝트</a:t>
                      </a: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hlink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LG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생명과학 물류창고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4871117"/>
                  </a:ext>
                </a:extLst>
              </a:tr>
              <a:tr h="276225"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시스템</a:t>
                      </a: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hlink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ECS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2723014"/>
                  </a:ext>
                </a:extLst>
              </a:tr>
              <a:tr h="252413">
                <a:tc rowSpan="3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방법론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단계</a:t>
                      </a:r>
                    </a:p>
                  </a:txBody>
                  <a:tcPr anchor="ctr" anchorCtr="1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hlink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Stage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hlink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분석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1382275"/>
                  </a:ext>
                </a:extLst>
              </a:tr>
              <a:tr h="25241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Step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hlink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3228717"/>
                  </a:ext>
                </a:extLst>
              </a:tr>
              <a:tr h="25876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Task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hlink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5768679"/>
                  </a:ext>
                </a:extLst>
              </a:tr>
              <a:tr h="274638"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문서번호</a:t>
                      </a: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hlink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ECS-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분석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-PLC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사양및시나리오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_LG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생명과학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6280542"/>
                  </a:ext>
                </a:extLst>
              </a:tr>
              <a:tr h="274638"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작성자</a:t>
                      </a: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hlink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윤선화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6685403"/>
                  </a:ext>
                </a:extLst>
              </a:tr>
              <a:tr h="274638"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버전</a:t>
                      </a: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hlink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1.2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8348030"/>
                  </a:ext>
                </a:extLst>
              </a:tr>
              <a:tr h="274638"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작성일자</a:t>
                      </a: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hlink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2009.10.20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4762762"/>
                  </a:ext>
                </a:extLst>
              </a:tr>
            </a:tbl>
          </a:graphicData>
        </a:graphic>
      </p:graphicFrame>
      <p:sp>
        <p:nvSpPr>
          <p:cNvPr id="410768" name="Text Box 144">
            <a:extLst>
              <a:ext uri="{FF2B5EF4-FFF2-40B4-BE49-F238E27FC236}">
                <a16:creationId xmlns:a16="http://schemas.microsoft.com/office/drawing/2014/main" id="{E0C2DE7D-97F3-6174-9A3E-BDA015ED06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49575" y="1131888"/>
            <a:ext cx="4052888" cy="579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pPr eaLnBrk="0" latinLnBrk="0" hangingPunct="0"/>
            <a:r>
              <a:rPr kumimoji="0" lang="en-US" altLang="ko-KR" sz="3200">
                <a:solidFill>
                  <a:schemeClr val="tx1"/>
                </a:solidFill>
                <a:latin typeface="Trebuchet MS" panose="020B0603020202020204" pitchFamily="34" charset="0"/>
                <a:ea typeface="HY헤드라인M" panose="02030600000101010101" pitchFamily="18" charset="-127"/>
              </a:rPr>
              <a:t>PLC </a:t>
            </a:r>
            <a:r>
              <a:rPr kumimoji="0" lang="ko-KR" altLang="en-US" sz="3200">
                <a:solidFill>
                  <a:schemeClr val="tx1"/>
                </a:solidFill>
                <a:latin typeface="Trebuchet MS" panose="020B0603020202020204" pitchFamily="34" charset="0"/>
                <a:ea typeface="HY헤드라인M" panose="02030600000101010101" pitchFamily="18" charset="-127"/>
              </a:rPr>
              <a:t>사양 및 시나리오</a:t>
            </a:r>
          </a:p>
        </p:txBody>
      </p:sp>
      <p:sp>
        <p:nvSpPr>
          <p:cNvPr id="410769" name="Line 145">
            <a:extLst>
              <a:ext uri="{FF2B5EF4-FFF2-40B4-BE49-F238E27FC236}">
                <a16:creationId xmlns:a16="http://schemas.microsoft.com/office/drawing/2014/main" id="{F22C8420-A13F-F84C-7053-A15ECA6D701A}"/>
              </a:ext>
            </a:extLst>
          </p:cNvPr>
          <p:cNvSpPr>
            <a:spLocks noChangeShapeType="1"/>
          </p:cNvSpPr>
          <p:nvPr/>
        </p:nvSpPr>
        <p:spPr bwMode="auto">
          <a:xfrm>
            <a:off x="2901950" y="838200"/>
            <a:ext cx="4038600" cy="0"/>
          </a:xfrm>
          <a:prstGeom prst="line">
            <a:avLst/>
          </a:prstGeom>
          <a:noFill/>
          <a:ln w="57150">
            <a:solidFill>
              <a:srgbClr val="96969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endParaRPr lang="ko-KR" altLang="en-US"/>
          </a:p>
        </p:txBody>
      </p:sp>
      <p:sp>
        <p:nvSpPr>
          <p:cNvPr id="410770" name="Line 146">
            <a:extLst>
              <a:ext uri="{FF2B5EF4-FFF2-40B4-BE49-F238E27FC236}">
                <a16:creationId xmlns:a16="http://schemas.microsoft.com/office/drawing/2014/main" id="{8EF55D35-2BD2-5B8E-E971-0D7A436AD3A5}"/>
              </a:ext>
            </a:extLst>
          </p:cNvPr>
          <p:cNvSpPr>
            <a:spLocks noChangeShapeType="1"/>
          </p:cNvSpPr>
          <p:nvPr/>
        </p:nvSpPr>
        <p:spPr bwMode="auto">
          <a:xfrm>
            <a:off x="2901950" y="1911350"/>
            <a:ext cx="4038600" cy="0"/>
          </a:xfrm>
          <a:prstGeom prst="line">
            <a:avLst/>
          </a:prstGeom>
          <a:noFill/>
          <a:ln w="57150">
            <a:solidFill>
              <a:srgbClr val="969696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endParaRPr lang="ko-KR" altLang="en-US"/>
          </a:p>
        </p:txBody>
      </p:sp>
      <p:graphicFrame>
        <p:nvGraphicFramePr>
          <p:cNvPr id="410771" name="Group 147">
            <a:extLst>
              <a:ext uri="{FF2B5EF4-FFF2-40B4-BE49-F238E27FC236}">
                <a16:creationId xmlns:a16="http://schemas.microsoft.com/office/drawing/2014/main" id="{54F105E0-0DA5-9AA0-9FC2-FA3AF699553A}"/>
              </a:ext>
            </a:extLst>
          </p:cNvPr>
          <p:cNvGraphicFramePr>
            <a:graphicFrameLocks noGrp="1"/>
          </p:cNvGraphicFramePr>
          <p:nvPr/>
        </p:nvGraphicFramePr>
        <p:xfrm>
          <a:off x="1952625" y="5257800"/>
          <a:ext cx="6024563" cy="932688"/>
        </p:xfrm>
        <a:graphic>
          <a:graphicData uri="http://schemas.openxmlformats.org/drawingml/2006/table">
            <a:tbl>
              <a:tblPr/>
              <a:tblGrid>
                <a:gridCol w="446088">
                  <a:extLst>
                    <a:ext uri="{9D8B030D-6E8A-4147-A177-3AD203B41FA5}">
                      <a16:colId xmlns:a16="http://schemas.microsoft.com/office/drawing/2014/main" val="1714312773"/>
                    </a:ext>
                  </a:extLst>
                </a:gridCol>
                <a:gridCol w="1347787">
                  <a:extLst>
                    <a:ext uri="{9D8B030D-6E8A-4147-A177-3AD203B41FA5}">
                      <a16:colId xmlns:a16="http://schemas.microsoft.com/office/drawing/2014/main" val="2325320396"/>
                    </a:ext>
                  </a:extLst>
                </a:gridCol>
                <a:gridCol w="1347788">
                  <a:extLst>
                    <a:ext uri="{9D8B030D-6E8A-4147-A177-3AD203B41FA5}">
                      <a16:colId xmlns:a16="http://schemas.microsoft.com/office/drawing/2014/main" val="531313632"/>
                    </a:ext>
                  </a:extLst>
                </a:gridCol>
                <a:gridCol w="1368425">
                  <a:extLst>
                    <a:ext uri="{9D8B030D-6E8A-4147-A177-3AD203B41FA5}">
                      <a16:colId xmlns:a16="http://schemas.microsoft.com/office/drawing/2014/main" val="1871917296"/>
                    </a:ext>
                  </a:extLst>
                </a:gridCol>
                <a:gridCol w="1514475">
                  <a:extLst>
                    <a:ext uri="{9D8B030D-6E8A-4147-A177-3AD203B41FA5}">
                      <a16:colId xmlns:a16="http://schemas.microsoft.com/office/drawing/2014/main" val="2579798885"/>
                    </a:ext>
                  </a:extLst>
                </a:gridCol>
              </a:tblGrid>
              <a:tr h="304800">
                <a:tc row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승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인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서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명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hlink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작성자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QA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PM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고객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954138"/>
                  </a:ext>
                </a:extLst>
              </a:tr>
              <a:tr h="62706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415605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21968" name="Group 80">
            <a:extLst>
              <a:ext uri="{FF2B5EF4-FFF2-40B4-BE49-F238E27FC236}">
                <a16:creationId xmlns:a16="http://schemas.microsoft.com/office/drawing/2014/main" id="{F5533128-4144-E923-0D19-DF0166E440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7686298"/>
              </p:ext>
            </p:extLst>
          </p:nvPr>
        </p:nvGraphicFramePr>
        <p:xfrm>
          <a:off x="814388" y="1165225"/>
          <a:ext cx="8763000" cy="4149858"/>
        </p:xfrm>
        <a:graphic>
          <a:graphicData uri="http://schemas.openxmlformats.org/drawingml/2006/table">
            <a:tbl>
              <a:tblPr/>
              <a:tblGrid>
                <a:gridCol w="762000">
                  <a:extLst>
                    <a:ext uri="{9D8B030D-6E8A-4147-A177-3AD203B41FA5}">
                      <a16:colId xmlns:a16="http://schemas.microsoft.com/office/drawing/2014/main" val="765866897"/>
                    </a:ext>
                  </a:extLst>
                </a:gridCol>
                <a:gridCol w="1420812">
                  <a:extLst>
                    <a:ext uri="{9D8B030D-6E8A-4147-A177-3AD203B41FA5}">
                      <a16:colId xmlns:a16="http://schemas.microsoft.com/office/drawing/2014/main" val="2426294999"/>
                    </a:ext>
                  </a:extLst>
                </a:gridCol>
                <a:gridCol w="5438775">
                  <a:extLst>
                    <a:ext uri="{9D8B030D-6E8A-4147-A177-3AD203B41FA5}">
                      <a16:colId xmlns:a16="http://schemas.microsoft.com/office/drawing/2014/main" val="646908850"/>
                    </a:ext>
                  </a:extLst>
                </a:gridCol>
                <a:gridCol w="1141413">
                  <a:extLst>
                    <a:ext uri="{9D8B030D-6E8A-4147-A177-3AD203B41FA5}">
                      <a16:colId xmlns:a16="http://schemas.microsoft.com/office/drawing/2014/main" val="225164740"/>
                    </a:ext>
                  </a:extLst>
                </a:gridCol>
              </a:tblGrid>
              <a:tr h="30321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버전</a:t>
                      </a: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변경일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변경 내용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작성자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6757830"/>
                  </a:ext>
                </a:extLst>
              </a:tr>
              <a:tr h="30321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0.1</a:t>
                      </a: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2009.10.10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최초 작성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윤선화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4316348"/>
                  </a:ext>
                </a:extLst>
              </a:tr>
              <a:tr h="30003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1.0</a:t>
                      </a:r>
                      <a:endParaRPr kumimoji="1" lang="ko-KR" altLang="ko-KR" sz="12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2026.07.08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*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운영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소스코드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대조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검증에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따른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오류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수정</a:t>
                      </a:r>
                      <a:endParaRPr kumimoji="1" lang="en-US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*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운영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DB(TB_OBSERVABLE)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전수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대조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— PLC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주소를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실제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B/W/R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디바이스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주소로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전면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수정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*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소스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구현현황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대조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—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수정분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적색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표기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미구현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/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부분구현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사항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주석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추가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*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원문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취소선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병기</a:t>
                      </a: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</a:t>
                      </a:r>
                      <a:r>
                        <a:rPr kumimoji="1" lang="en-US" altLang="ko-KR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표기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ECS</a:t>
                      </a:r>
                      <a:endParaRPr kumimoji="1" lang="ko-KR" altLang="ko-KR" sz="12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5116770"/>
                  </a:ext>
                </a:extLst>
              </a:tr>
              <a:tr h="3032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1.1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2026.07.09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논리 주소(B/W/R)와 실제 XGT 전송(%MX/%DB) 매핑 규칙 부록 추가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ECS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420059"/>
                  </a:ext>
                </a:extLst>
              </a:tr>
              <a:tr h="3032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1.2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2026.07.27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C/V#15 피킹존 입고(#30→#32→#31) 시나리오 신규 추가 (Backup 소스 분석 기반)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ECS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3374484"/>
                  </a:ext>
                </a:extLst>
              </a:tr>
              <a:tr h="3032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1.3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2026.08.19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* 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PLC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조사본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(260818, SC_2~5)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전수 대조 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-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정정 반영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핸드셰이크 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8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건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 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순서 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4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건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방향 표기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도착 오탈 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3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건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  * SC_2~5 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확정 주소표 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2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매 추가  * 입출고 작업 테스트 시나리오 </a:t>
                      </a: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10</a:t>
                      </a:r>
                      <a:r>
                        <a:rPr kumimoji="1" lang="ko-KR" altLang="en-US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항목 구성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ECS</a:t>
                      </a: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296391"/>
                  </a:ext>
                </a:extLst>
              </a:tr>
              <a:tr h="3032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8429106"/>
                  </a:ext>
                </a:extLst>
              </a:tr>
              <a:tr h="3032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8957531"/>
                  </a:ext>
                </a:extLst>
              </a:tr>
              <a:tr h="30321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424755"/>
                  </a:ext>
                </a:extLst>
              </a:tr>
              <a:tr h="30321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3860778"/>
                  </a:ext>
                </a:extLst>
              </a:tr>
              <a:tr h="3032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0706165"/>
                  </a:ext>
                </a:extLst>
              </a:tr>
              <a:tr h="30321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1529398"/>
                  </a:ext>
                </a:extLst>
              </a:tr>
            </a:tbl>
          </a:graphicData>
        </a:graphic>
      </p:graphicFrame>
      <p:sp>
        <p:nvSpPr>
          <p:cNvPr id="422005" name="Text Box 117">
            <a:extLst>
              <a:ext uri="{FF2B5EF4-FFF2-40B4-BE49-F238E27FC236}">
                <a16:creationId xmlns:a16="http://schemas.microsoft.com/office/drawing/2014/main" id="{C2BA0204-6CE5-FFBC-58AC-33B20142B6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33913" y="596900"/>
            <a:ext cx="104775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8000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개정 이력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098" name="Text Box 2">
            <a:extLst>
              <a:ext uri="{FF2B5EF4-FFF2-40B4-BE49-F238E27FC236}">
                <a16:creationId xmlns:a16="http://schemas.microsoft.com/office/drawing/2014/main" id="{37DE3247-7C38-1AEA-0AB5-053224953E6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155257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물류 창고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Layout</a:t>
            </a:r>
          </a:p>
        </p:txBody>
      </p:sp>
      <p:sp>
        <p:nvSpPr>
          <p:cNvPr id="516099" name="Rectangle 3">
            <a:extLst>
              <a:ext uri="{FF2B5EF4-FFF2-40B4-BE49-F238E27FC236}">
                <a16:creationId xmlns:a16="http://schemas.microsoft.com/office/drawing/2014/main" id="{05A1B9DC-4F55-0A5B-8659-FBAB6ADECC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100" name="Rectangle 4">
            <a:extLst>
              <a:ext uri="{FF2B5EF4-FFF2-40B4-BE49-F238E27FC236}">
                <a16:creationId xmlns:a16="http://schemas.microsoft.com/office/drawing/2014/main" id="{6003198F-BB75-9189-FF50-545DBD5235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7525" y="523875"/>
            <a:ext cx="8828088" cy="50323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101" name="Text Box 5">
            <a:extLst>
              <a:ext uri="{FF2B5EF4-FFF2-40B4-BE49-F238E27FC236}">
                <a16:creationId xmlns:a16="http://schemas.microsoft.com/office/drawing/2014/main" id="{2DC4B9AD-B14C-8763-5D33-609F1F8F38F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63763" y="622300"/>
            <a:ext cx="79216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CCEC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53882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000" tIns="46800" rIns="90000" bIns="46800" anchor="ctr">
            <a:spAutoFit/>
          </a:bodyPr>
          <a:lstStyle/>
          <a:p>
            <a:pPr algn="l" eaLnBrk="0" latinLnBrk="0" hangingPunct="0"/>
            <a:r>
              <a:rPr kumimoji="0" lang="ko-KR" altLang="en-US" sz="1000" b="0">
                <a:solidFill>
                  <a:schemeClr val="tx1"/>
                </a:solidFill>
              </a:rPr>
              <a:t>입고 </a:t>
            </a:r>
            <a:r>
              <a:rPr kumimoji="0" lang="en-US" altLang="ko-KR" sz="1000" b="0">
                <a:solidFill>
                  <a:schemeClr val="tx1"/>
                </a:solidFill>
              </a:rPr>
              <a:t>C/V</a:t>
            </a:r>
          </a:p>
        </p:txBody>
      </p:sp>
      <p:sp>
        <p:nvSpPr>
          <p:cNvPr id="516102" name="Rectangle 6">
            <a:extLst>
              <a:ext uri="{FF2B5EF4-FFF2-40B4-BE49-F238E27FC236}">
                <a16:creationId xmlns:a16="http://schemas.microsoft.com/office/drawing/2014/main" id="{79A911C2-41E2-5271-61C1-2402F97F1D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1188" y="611188"/>
            <a:ext cx="1174750" cy="201612"/>
          </a:xfrm>
          <a:prstGeom prst="rect">
            <a:avLst/>
          </a:prstGeom>
          <a:solidFill>
            <a:srgbClr val="FFFF66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wrap="none" anchor="ctr"/>
          <a:lstStyle/>
          <a:p>
            <a:r>
              <a:rPr lang="ko-KR" altLang="en-US" sz="1200" b="0">
                <a:solidFill>
                  <a:schemeClr val="tx1"/>
                </a:solidFill>
              </a:rPr>
              <a:t>범례</a:t>
            </a:r>
          </a:p>
        </p:txBody>
      </p:sp>
      <p:sp>
        <p:nvSpPr>
          <p:cNvPr id="516103" name="Text Box 7">
            <a:extLst>
              <a:ext uri="{FF2B5EF4-FFF2-40B4-BE49-F238E27FC236}">
                <a16:creationId xmlns:a16="http://schemas.microsoft.com/office/drawing/2014/main" id="{D71F758E-7DAC-10AE-69A7-4F2AE34B94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70263" y="622300"/>
            <a:ext cx="79851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CCEC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53882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000" tIns="46800" rIns="90000" bIns="46800" anchor="ctr">
            <a:spAutoFit/>
          </a:bodyPr>
          <a:lstStyle/>
          <a:p>
            <a:pPr algn="l" eaLnBrk="0" latinLnBrk="0" hangingPunct="0"/>
            <a:r>
              <a:rPr kumimoji="0" lang="ko-KR" altLang="en-US" sz="1000" b="0">
                <a:solidFill>
                  <a:schemeClr val="tx1"/>
                </a:solidFill>
              </a:rPr>
              <a:t>출고 </a:t>
            </a:r>
            <a:r>
              <a:rPr kumimoji="0" lang="en-US" altLang="ko-KR" sz="1000" b="0">
                <a:solidFill>
                  <a:schemeClr val="tx1"/>
                </a:solidFill>
              </a:rPr>
              <a:t>C/V</a:t>
            </a:r>
          </a:p>
        </p:txBody>
      </p:sp>
      <p:sp>
        <p:nvSpPr>
          <p:cNvPr id="516108" name="Rectangle 12">
            <a:extLst>
              <a:ext uri="{FF2B5EF4-FFF2-40B4-BE49-F238E27FC236}">
                <a16:creationId xmlns:a16="http://schemas.microsoft.com/office/drawing/2014/main" id="{697DE30E-50A6-358E-9EF6-72FED1348C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84688" y="639763"/>
            <a:ext cx="179387" cy="179387"/>
          </a:xfrm>
          <a:prstGeom prst="rect">
            <a:avLst/>
          </a:prstGeom>
          <a:solidFill>
            <a:srgbClr val="CCFFCC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109" name="Rectangle 13">
            <a:extLst>
              <a:ext uri="{FF2B5EF4-FFF2-40B4-BE49-F238E27FC236}">
                <a16:creationId xmlns:a16="http://schemas.microsoft.com/office/drawing/2014/main" id="{E6C17DDC-C6B5-1361-C1C5-AF72DAE4A8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54550" y="622300"/>
            <a:ext cx="7080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 eaLnBrk="0" latinLnBrk="0" hangingPunct="0"/>
            <a:r>
              <a:rPr kumimoji="0" lang="en-US" altLang="ko-KR" sz="1000" b="0">
                <a:solidFill>
                  <a:schemeClr val="tx1"/>
                </a:solidFill>
              </a:rPr>
              <a:t>Conveyor</a:t>
            </a:r>
          </a:p>
        </p:txBody>
      </p:sp>
      <p:sp>
        <p:nvSpPr>
          <p:cNvPr id="516121" name="Rectangle 25">
            <a:extLst>
              <a:ext uri="{FF2B5EF4-FFF2-40B4-BE49-F238E27FC236}">
                <a16:creationId xmlns:a16="http://schemas.microsoft.com/office/drawing/2014/main" id="{A6FE23C2-7AD3-818D-E472-1FB7C30664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86425" y="639763"/>
            <a:ext cx="215900" cy="144462"/>
          </a:xfrm>
          <a:prstGeom prst="rect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122" name="Text Box 26">
            <a:extLst>
              <a:ext uri="{FF2B5EF4-FFF2-40B4-BE49-F238E27FC236}">
                <a16:creationId xmlns:a16="http://schemas.microsoft.com/office/drawing/2014/main" id="{9DC1B162-8FF3-D762-9BDB-DD63029F21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3113" y="595313"/>
            <a:ext cx="80486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CCEC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53882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000" tIns="46800" rIns="90000" bIns="46800" anchor="ctr">
            <a:spAutoFit/>
          </a:bodyPr>
          <a:lstStyle/>
          <a:p>
            <a:pPr algn="l" eaLnBrk="0" latinLnBrk="0" hangingPunct="0"/>
            <a:r>
              <a:rPr kumimoji="0" lang="en-US" altLang="ko-KR" sz="1000" b="0">
                <a:solidFill>
                  <a:schemeClr val="tx1"/>
                </a:solidFill>
              </a:rPr>
              <a:t>Hi-Rack</a:t>
            </a:r>
          </a:p>
        </p:txBody>
      </p:sp>
      <p:sp>
        <p:nvSpPr>
          <p:cNvPr id="516123" name="AutoShape 27">
            <a:extLst>
              <a:ext uri="{FF2B5EF4-FFF2-40B4-BE49-F238E27FC236}">
                <a16:creationId xmlns:a16="http://schemas.microsoft.com/office/drawing/2014/main" id="{886BAE89-A2A4-997B-7C4B-801067C3D3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24675" y="639763"/>
            <a:ext cx="215900" cy="144462"/>
          </a:xfrm>
          <a:prstGeom prst="flowChartPreparation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124" name="Rectangle 28">
            <a:extLst>
              <a:ext uri="{FF2B5EF4-FFF2-40B4-BE49-F238E27FC236}">
                <a16:creationId xmlns:a16="http://schemas.microsoft.com/office/drawing/2014/main" id="{D5B720D0-D87F-FD46-A404-1DC12CAE44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85013" y="584200"/>
            <a:ext cx="96678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 eaLnBrk="0" latinLnBrk="0" hangingPunct="0"/>
            <a:r>
              <a:rPr kumimoji="0" lang="en-US" altLang="ko-KR" sz="1000" b="0">
                <a:solidFill>
                  <a:schemeClr val="tx1"/>
                </a:solidFill>
              </a:rPr>
              <a:t>Stacker Crane</a:t>
            </a:r>
          </a:p>
        </p:txBody>
      </p:sp>
      <p:sp>
        <p:nvSpPr>
          <p:cNvPr id="516125" name="AutoShape 29">
            <a:extLst>
              <a:ext uri="{FF2B5EF4-FFF2-40B4-BE49-F238E27FC236}">
                <a16:creationId xmlns:a16="http://schemas.microsoft.com/office/drawing/2014/main" id="{F9D7632B-45ED-F2A4-E025-D816ACB1A4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62925" y="639763"/>
            <a:ext cx="179388" cy="179387"/>
          </a:xfrm>
          <a:prstGeom prst="homePlate">
            <a:avLst>
              <a:gd name="adj" fmla="val 25000"/>
            </a:avLst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126" name="Rectangle 30">
            <a:extLst>
              <a:ext uri="{FF2B5EF4-FFF2-40B4-BE49-F238E27FC236}">
                <a16:creationId xmlns:a16="http://schemas.microsoft.com/office/drawing/2014/main" id="{D45DB635-9082-EB51-3242-E6F8F249F3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05800" y="596900"/>
            <a:ext cx="42386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 eaLnBrk="0" latinLnBrk="0" hangingPunct="0"/>
            <a:r>
              <a:rPr kumimoji="0" lang="en-US" altLang="ko-KR" sz="1000" b="0">
                <a:solidFill>
                  <a:schemeClr val="tx1"/>
                </a:solidFill>
              </a:rPr>
              <a:t>RGV</a:t>
            </a:r>
          </a:p>
        </p:txBody>
      </p:sp>
      <p:sp>
        <p:nvSpPr>
          <p:cNvPr id="516129" name="AutoShape 33">
            <a:extLst>
              <a:ext uri="{FF2B5EF4-FFF2-40B4-BE49-F238E27FC236}">
                <a16:creationId xmlns:a16="http://schemas.microsoft.com/office/drawing/2014/main" id="{8BFF971A-E150-F6E4-721A-8B1CD37858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82800" y="639763"/>
            <a:ext cx="179388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130" name="AutoShape 34">
            <a:extLst>
              <a:ext uri="{FF2B5EF4-FFF2-40B4-BE49-F238E27FC236}">
                <a16:creationId xmlns:a16="http://schemas.microsoft.com/office/drawing/2014/main" id="{679BCF4E-3AD0-8DF5-841E-36181F4592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2950" y="639763"/>
            <a:ext cx="179388" cy="179387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319" name="Rectangle 223">
            <a:extLst>
              <a:ext uri="{FF2B5EF4-FFF2-40B4-BE49-F238E27FC236}">
                <a16:creationId xmlns:a16="http://schemas.microsoft.com/office/drawing/2014/main" id="{C67460DB-0CAD-7DD6-7881-358A481D360F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870744" y="2828132"/>
            <a:ext cx="2089150" cy="360362"/>
          </a:xfrm>
          <a:prstGeom prst="rect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320" name="Rectangle 224">
            <a:extLst>
              <a:ext uri="{FF2B5EF4-FFF2-40B4-BE49-F238E27FC236}">
                <a16:creationId xmlns:a16="http://schemas.microsoft.com/office/drawing/2014/main" id="{04C8C259-CCA3-048B-AEE9-81C8A1FEF508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1591469" y="2828132"/>
            <a:ext cx="2089150" cy="360362"/>
          </a:xfrm>
          <a:prstGeom prst="rect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321" name="Rectangle 225">
            <a:extLst>
              <a:ext uri="{FF2B5EF4-FFF2-40B4-BE49-F238E27FC236}">
                <a16:creationId xmlns:a16="http://schemas.microsoft.com/office/drawing/2014/main" id="{91667842-D36D-CF1D-37C0-1302C392A626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2096294" y="2828132"/>
            <a:ext cx="2089150" cy="360362"/>
          </a:xfrm>
          <a:prstGeom prst="rect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322" name="Rectangle 226">
            <a:extLst>
              <a:ext uri="{FF2B5EF4-FFF2-40B4-BE49-F238E27FC236}">
                <a16:creationId xmlns:a16="http://schemas.microsoft.com/office/drawing/2014/main" id="{4BC88813-93F3-998B-0665-102DE51A34D3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2818607" y="2828131"/>
            <a:ext cx="2089150" cy="360363"/>
          </a:xfrm>
          <a:prstGeom prst="rect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323" name="Rectangle 227">
            <a:extLst>
              <a:ext uri="{FF2B5EF4-FFF2-40B4-BE49-F238E27FC236}">
                <a16:creationId xmlns:a16="http://schemas.microsoft.com/office/drawing/2014/main" id="{0FA79CA1-DB17-1163-68AA-C53001EE8C26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3323432" y="2828131"/>
            <a:ext cx="2089150" cy="360363"/>
          </a:xfrm>
          <a:prstGeom prst="rect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324" name="Rectangle 228">
            <a:extLst>
              <a:ext uri="{FF2B5EF4-FFF2-40B4-BE49-F238E27FC236}">
                <a16:creationId xmlns:a16="http://schemas.microsoft.com/office/drawing/2014/main" id="{CAED69B2-494C-7E62-03D6-BCEDA4638286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044157" y="2828131"/>
            <a:ext cx="2089150" cy="360363"/>
          </a:xfrm>
          <a:prstGeom prst="rect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325" name="Rectangle 229">
            <a:extLst>
              <a:ext uri="{FF2B5EF4-FFF2-40B4-BE49-F238E27FC236}">
                <a16:creationId xmlns:a16="http://schemas.microsoft.com/office/drawing/2014/main" id="{5C85FCB1-60FF-227F-47AB-C9CAB2EFECB2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550569" y="2828132"/>
            <a:ext cx="2089150" cy="360362"/>
          </a:xfrm>
          <a:prstGeom prst="rect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326" name="Rectangle 230">
            <a:extLst>
              <a:ext uri="{FF2B5EF4-FFF2-40B4-BE49-F238E27FC236}">
                <a16:creationId xmlns:a16="http://schemas.microsoft.com/office/drawing/2014/main" id="{EB5F208E-D8DC-A5C0-DBF0-529DD68ADC6C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5271294" y="2828132"/>
            <a:ext cx="2089150" cy="360362"/>
          </a:xfrm>
          <a:prstGeom prst="rect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327" name="Rectangle 231">
            <a:extLst>
              <a:ext uri="{FF2B5EF4-FFF2-40B4-BE49-F238E27FC236}">
                <a16:creationId xmlns:a16="http://schemas.microsoft.com/office/drawing/2014/main" id="{929E606C-56CD-8EF7-0950-9DD17934A7FF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5776119" y="2828132"/>
            <a:ext cx="2089150" cy="360362"/>
          </a:xfrm>
          <a:prstGeom prst="rect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328" name="Rectangle 232">
            <a:extLst>
              <a:ext uri="{FF2B5EF4-FFF2-40B4-BE49-F238E27FC236}">
                <a16:creationId xmlns:a16="http://schemas.microsoft.com/office/drawing/2014/main" id="{EB589355-50CA-4C9C-489D-7E4027CA96FE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498432" y="2828131"/>
            <a:ext cx="2089150" cy="360363"/>
          </a:xfrm>
          <a:prstGeom prst="rect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pSp>
        <p:nvGrpSpPr>
          <p:cNvPr id="516349" name="Group 253">
            <a:extLst>
              <a:ext uri="{FF2B5EF4-FFF2-40B4-BE49-F238E27FC236}">
                <a16:creationId xmlns:a16="http://schemas.microsoft.com/office/drawing/2014/main" id="{CE712FD0-BD19-ACBF-E737-84378B1A6385}"/>
              </a:ext>
            </a:extLst>
          </p:cNvPr>
          <p:cNvGrpSpPr>
            <a:grpSpLocks/>
          </p:cNvGrpSpPr>
          <p:nvPr/>
        </p:nvGrpSpPr>
        <p:grpSpPr bwMode="auto">
          <a:xfrm>
            <a:off x="2454275" y="4052888"/>
            <a:ext cx="360363" cy="719137"/>
            <a:chOff x="995" y="2643"/>
            <a:chExt cx="227" cy="453"/>
          </a:xfrm>
        </p:grpSpPr>
        <p:sp>
          <p:nvSpPr>
            <p:cNvPr id="516331" name="Rectangle 235">
              <a:extLst>
                <a:ext uri="{FF2B5EF4-FFF2-40B4-BE49-F238E27FC236}">
                  <a16:creationId xmlns:a16="http://schemas.microsoft.com/office/drawing/2014/main" id="{7DF6DF8A-BF77-93C9-AF0D-E037E9BDB7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4</a:t>
              </a:r>
            </a:p>
          </p:txBody>
        </p:sp>
        <p:sp>
          <p:nvSpPr>
            <p:cNvPr id="516332" name="Rectangle 236">
              <a:extLst>
                <a:ext uri="{FF2B5EF4-FFF2-40B4-BE49-F238E27FC236}">
                  <a16:creationId xmlns:a16="http://schemas.microsoft.com/office/drawing/2014/main" id="{B15A9346-A379-C49E-A1A0-4A36AA8972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3</a:t>
              </a:r>
            </a:p>
          </p:txBody>
        </p:sp>
      </p:grpSp>
      <p:grpSp>
        <p:nvGrpSpPr>
          <p:cNvPr id="516350" name="Group 254">
            <a:extLst>
              <a:ext uri="{FF2B5EF4-FFF2-40B4-BE49-F238E27FC236}">
                <a16:creationId xmlns:a16="http://schemas.microsoft.com/office/drawing/2014/main" id="{680E3563-0325-58CA-204F-6469666EA34D}"/>
              </a:ext>
            </a:extLst>
          </p:cNvPr>
          <p:cNvGrpSpPr>
            <a:grpSpLocks/>
          </p:cNvGrpSpPr>
          <p:nvPr/>
        </p:nvGrpSpPr>
        <p:grpSpPr bwMode="auto">
          <a:xfrm>
            <a:off x="2959100" y="4052888"/>
            <a:ext cx="360363" cy="719137"/>
            <a:chOff x="995" y="2643"/>
            <a:chExt cx="227" cy="453"/>
          </a:xfrm>
        </p:grpSpPr>
        <p:sp>
          <p:nvSpPr>
            <p:cNvPr id="516351" name="Rectangle 255">
              <a:extLst>
                <a:ext uri="{FF2B5EF4-FFF2-40B4-BE49-F238E27FC236}">
                  <a16:creationId xmlns:a16="http://schemas.microsoft.com/office/drawing/2014/main" id="{14DA5FB2-D0F9-291E-7C3B-8F36416BAE7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6</a:t>
              </a:r>
            </a:p>
          </p:txBody>
        </p:sp>
        <p:sp>
          <p:nvSpPr>
            <p:cNvPr id="516352" name="Rectangle 256">
              <a:extLst>
                <a:ext uri="{FF2B5EF4-FFF2-40B4-BE49-F238E27FC236}">
                  <a16:creationId xmlns:a16="http://schemas.microsoft.com/office/drawing/2014/main" id="{45AB516A-9851-6FD9-4912-C5D6A2EFC7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5</a:t>
              </a:r>
            </a:p>
          </p:txBody>
        </p:sp>
      </p:grpSp>
      <p:grpSp>
        <p:nvGrpSpPr>
          <p:cNvPr id="516353" name="Group 257">
            <a:extLst>
              <a:ext uri="{FF2B5EF4-FFF2-40B4-BE49-F238E27FC236}">
                <a16:creationId xmlns:a16="http://schemas.microsoft.com/office/drawing/2014/main" id="{514EB9D6-B0FC-3CC4-0E68-6E02E992DCA5}"/>
              </a:ext>
            </a:extLst>
          </p:cNvPr>
          <p:cNvGrpSpPr>
            <a:grpSpLocks/>
          </p:cNvGrpSpPr>
          <p:nvPr/>
        </p:nvGrpSpPr>
        <p:grpSpPr bwMode="auto">
          <a:xfrm>
            <a:off x="3681413" y="4052888"/>
            <a:ext cx="360362" cy="719137"/>
            <a:chOff x="995" y="2643"/>
            <a:chExt cx="227" cy="453"/>
          </a:xfrm>
        </p:grpSpPr>
        <p:sp>
          <p:nvSpPr>
            <p:cNvPr id="516354" name="Rectangle 258">
              <a:extLst>
                <a:ext uri="{FF2B5EF4-FFF2-40B4-BE49-F238E27FC236}">
                  <a16:creationId xmlns:a16="http://schemas.microsoft.com/office/drawing/2014/main" id="{F6CA8D72-CF63-D3C7-7C7E-21BAB47B81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8</a:t>
              </a:r>
            </a:p>
          </p:txBody>
        </p:sp>
        <p:sp>
          <p:nvSpPr>
            <p:cNvPr id="516355" name="Rectangle 259">
              <a:extLst>
                <a:ext uri="{FF2B5EF4-FFF2-40B4-BE49-F238E27FC236}">
                  <a16:creationId xmlns:a16="http://schemas.microsoft.com/office/drawing/2014/main" id="{C5332E07-4150-AB63-DD44-D49D92389D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7</a:t>
              </a:r>
            </a:p>
          </p:txBody>
        </p:sp>
      </p:grpSp>
      <p:grpSp>
        <p:nvGrpSpPr>
          <p:cNvPr id="516356" name="Group 260">
            <a:extLst>
              <a:ext uri="{FF2B5EF4-FFF2-40B4-BE49-F238E27FC236}">
                <a16:creationId xmlns:a16="http://schemas.microsoft.com/office/drawing/2014/main" id="{7E30EDD5-9469-DCA9-CAFC-89A564069DE4}"/>
              </a:ext>
            </a:extLst>
          </p:cNvPr>
          <p:cNvGrpSpPr>
            <a:grpSpLocks/>
          </p:cNvGrpSpPr>
          <p:nvPr/>
        </p:nvGrpSpPr>
        <p:grpSpPr bwMode="auto">
          <a:xfrm>
            <a:off x="4186238" y="4052888"/>
            <a:ext cx="360362" cy="719137"/>
            <a:chOff x="995" y="2643"/>
            <a:chExt cx="227" cy="453"/>
          </a:xfrm>
        </p:grpSpPr>
        <p:sp>
          <p:nvSpPr>
            <p:cNvPr id="516357" name="Rectangle 261">
              <a:extLst>
                <a:ext uri="{FF2B5EF4-FFF2-40B4-BE49-F238E27FC236}">
                  <a16:creationId xmlns:a16="http://schemas.microsoft.com/office/drawing/2014/main" id="{87F77462-804E-D68F-4DE4-284A078054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10</a:t>
              </a:r>
            </a:p>
          </p:txBody>
        </p:sp>
        <p:sp>
          <p:nvSpPr>
            <p:cNvPr id="516358" name="Rectangle 262">
              <a:extLst>
                <a:ext uri="{FF2B5EF4-FFF2-40B4-BE49-F238E27FC236}">
                  <a16:creationId xmlns:a16="http://schemas.microsoft.com/office/drawing/2014/main" id="{5B4BA63A-E411-EEE3-1E16-8F7473D86B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9</a:t>
              </a:r>
            </a:p>
          </p:txBody>
        </p:sp>
      </p:grpSp>
      <p:grpSp>
        <p:nvGrpSpPr>
          <p:cNvPr id="516359" name="Group 263">
            <a:extLst>
              <a:ext uri="{FF2B5EF4-FFF2-40B4-BE49-F238E27FC236}">
                <a16:creationId xmlns:a16="http://schemas.microsoft.com/office/drawing/2014/main" id="{1C749775-16C3-3FEC-98F0-5B830357AFB1}"/>
              </a:ext>
            </a:extLst>
          </p:cNvPr>
          <p:cNvGrpSpPr>
            <a:grpSpLocks/>
          </p:cNvGrpSpPr>
          <p:nvPr/>
        </p:nvGrpSpPr>
        <p:grpSpPr bwMode="auto">
          <a:xfrm>
            <a:off x="4908550" y="4052888"/>
            <a:ext cx="360363" cy="719137"/>
            <a:chOff x="995" y="2643"/>
            <a:chExt cx="227" cy="453"/>
          </a:xfrm>
        </p:grpSpPr>
        <p:sp>
          <p:nvSpPr>
            <p:cNvPr id="516360" name="Rectangle 264">
              <a:extLst>
                <a:ext uri="{FF2B5EF4-FFF2-40B4-BE49-F238E27FC236}">
                  <a16:creationId xmlns:a16="http://schemas.microsoft.com/office/drawing/2014/main" id="{B4BFE1E6-26CC-3F7B-25D6-22C4D90043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12</a:t>
              </a:r>
            </a:p>
          </p:txBody>
        </p:sp>
        <p:sp>
          <p:nvSpPr>
            <p:cNvPr id="516361" name="Rectangle 265">
              <a:extLst>
                <a:ext uri="{FF2B5EF4-FFF2-40B4-BE49-F238E27FC236}">
                  <a16:creationId xmlns:a16="http://schemas.microsoft.com/office/drawing/2014/main" id="{55B2E481-8408-D020-05E3-4825377440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11</a:t>
              </a:r>
            </a:p>
          </p:txBody>
        </p:sp>
      </p:grpSp>
      <p:grpSp>
        <p:nvGrpSpPr>
          <p:cNvPr id="516362" name="Group 266">
            <a:extLst>
              <a:ext uri="{FF2B5EF4-FFF2-40B4-BE49-F238E27FC236}">
                <a16:creationId xmlns:a16="http://schemas.microsoft.com/office/drawing/2014/main" id="{B311EB62-F1A7-9F0E-A954-EA2946E32BB9}"/>
              </a:ext>
            </a:extLst>
          </p:cNvPr>
          <p:cNvGrpSpPr>
            <a:grpSpLocks/>
          </p:cNvGrpSpPr>
          <p:nvPr/>
        </p:nvGrpSpPr>
        <p:grpSpPr bwMode="auto">
          <a:xfrm>
            <a:off x="5413375" y="4052888"/>
            <a:ext cx="360363" cy="719137"/>
            <a:chOff x="995" y="2643"/>
            <a:chExt cx="227" cy="453"/>
          </a:xfrm>
        </p:grpSpPr>
        <p:sp>
          <p:nvSpPr>
            <p:cNvPr id="516363" name="Rectangle 267">
              <a:extLst>
                <a:ext uri="{FF2B5EF4-FFF2-40B4-BE49-F238E27FC236}">
                  <a16:creationId xmlns:a16="http://schemas.microsoft.com/office/drawing/2014/main" id="{EAD6E30C-D0B8-E80D-AE37-35E7647533A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14</a:t>
              </a:r>
            </a:p>
          </p:txBody>
        </p:sp>
        <p:sp>
          <p:nvSpPr>
            <p:cNvPr id="516364" name="Rectangle 268">
              <a:extLst>
                <a:ext uri="{FF2B5EF4-FFF2-40B4-BE49-F238E27FC236}">
                  <a16:creationId xmlns:a16="http://schemas.microsoft.com/office/drawing/2014/main" id="{2E6436EE-54B0-C0FD-E78A-8E32A58619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13</a:t>
              </a:r>
            </a:p>
          </p:txBody>
        </p:sp>
      </p:grpSp>
      <p:grpSp>
        <p:nvGrpSpPr>
          <p:cNvPr id="516365" name="Group 269">
            <a:extLst>
              <a:ext uri="{FF2B5EF4-FFF2-40B4-BE49-F238E27FC236}">
                <a16:creationId xmlns:a16="http://schemas.microsoft.com/office/drawing/2014/main" id="{37B7ED21-00E7-DADF-6A93-95892169BF3F}"/>
              </a:ext>
            </a:extLst>
          </p:cNvPr>
          <p:cNvGrpSpPr>
            <a:grpSpLocks/>
          </p:cNvGrpSpPr>
          <p:nvPr/>
        </p:nvGrpSpPr>
        <p:grpSpPr bwMode="auto">
          <a:xfrm>
            <a:off x="6135688" y="4052888"/>
            <a:ext cx="360362" cy="719137"/>
            <a:chOff x="995" y="2643"/>
            <a:chExt cx="227" cy="453"/>
          </a:xfrm>
        </p:grpSpPr>
        <p:sp>
          <p:nvSpPr>
            <p:cNvPr id="516366" name="Rectangle 270">
              <a:extLst>
                <a:ext uri="{FF2B5EF4-FFF2-40B4-BE49-F238E27FC236}">
                  <a16:creationId xmlns:a16="http://schemas.microsoft.com/office/drawing/2014/main" id="{97C19909-FC45-F247-CCD0-8FBC984268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16</a:t>
              </a:r>
            </a:p>
          </p:txBody>
        </p:sp>
        <p:sp>
          <p:nvSpPr>
            <p:cNvPr id="516367" name="Rectangle 271">
              <a:extLst>
                <a:ext uri="{FF2B5EF4-FFF2-40B4-BE49-F238E27FC236}">
                  <a16:creationId xmlns:a16="http://schemas.microsoft.com/office/drawing/2014/main" id="{2F899EE3-FA32-EE55-E115-09A0DEA775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15</a:t>
              </a:r>
            </a:p>
          </p:txBody>
        </p:sp>
      </p:grpSp>
      <p:grpSp>
        <p:nvGrpSpPr>
          <p:cNvPr id="516368" name="Group 272">
            <a:extLst>
              <a:ext uri="{FF2B5EF4-FFF2-40B4-BE49-F238E27FC236}">
                <a16:creationId xmlns:a16="http://schemas.microsoft.com/office/drawing/2014/main" id="{2747E228-F043-8F2F-7D48-9B1E6E580098}"/>
              </a:ext>
            </a:extLst>
          </p:cNvPr>
          <p:cNvGrpSpPr>
            <a:grpSpLocks/>
          </p:cNvGrpSpPr>
          <p:nvPr/>
        </p:nvGrpSpPr>
        <p:grpSpPr bwMode="auto">
          <a:xfrm>
            <a:off x="6640513" y="4052888"/>
            <a:ext cx="360362" cy="719137"/>
            <a:chOff x="995" y="2643"/>
            <a:chExt cx="227" cy="453"/>
          </a:xfrm>
        </p:grpSpPr>
        <p:sp>
          <p:nvSpPr>
            <p:cNvPr id="516369" name="Rectangle 273">
              <a:extLst>
                <a:ext uri="{FF2B5EF4-FFF2-40B4-BE49-F238E27FC236}">
                  <a16:creationId xmlns:a16="http://schemas.microsoft.com/office/drawing/2014/main" id="{DF702A75-28A7-54EB-7D7B-7FEA93F2E4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18</a:t>
              </a:r>
            </a:p>
          </p:txBody>
        </p:sp>
        <p:sp>
          <p:nvSpPr>
            <p:cNvPr id="516370" name="Rectangle 274">
              <a:extLst>
                <a:ext uri="{FF2B5EF4-FFF2-40B4-BE49-F238E27FC236}">
                  <a16:creationId xmlns:a16="http://schemas.microsoft.com/office/drawing/2014/main" id="{0744A9C6-9CE8-ACC1-1D27-AD2A8DBB8A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17</a:t>
              </a:r>
            </a:p>
          </p:txBody>
        </p:sp>
      </p:grpSp>
      <p:grpSp>
        <p:nvGrpSpPr>
          <p:cNvPr id="516371" name="Group 275">
            <a:extLst>
              <a:ext uri="{FF2B5EF4-FFF2-40B4-BE49-F238E27FC236}">
                <a16:creationId xmlns:a16="http://schemas.microsoft.com/office/drawing/2014/main" id="{C89F13C0-AC4E-5E7B-80EF-A28EED11ECAC}"/>
              </a:ext>
            </a:extLst>
          </p:cNvPr>
          <p:cNvGrpSpPr>
            <a:grpSpLocks/>
          </p:cNvGrpSpPr>
          <p:nvPr/>
        </p:nvGrpSpPr>
        <p:grpSpPr bwMode="auto">
          <a:xfrm>
            <a:off x="7362825" y="4052888"/>
            <a:ext cx="360363" cy="719137"/>
            <a:chOff x="995" y="2643"/>
            <a:chExt cx="227" cy="453"/>
          </a:xfrm>
        </p:grpSpPr>
        <p:sp>
          <p:nvSpPr>
            <p:cNvPr id="516372" name="Rectangle 276">
              <a:extLst>
                <a:ext uri="{FF2B5EF4-FFF2-40B4-BE49-F238E27FC236}">
                  <a16:creationId xmlns:a16="http://schemas.microsoft.com/office/drawing/2014/main" id="{7FDA514A-15B4-AB65-DD2D-E6D6438DD4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20</a:t>
              </a:r>
            </a:p>
          </p:txBody>
        </p:sp>
        <p:sp>
          <p:nvSpPr>
            <p:cNvPr id="516373" name="Rectangle 277">
              <a:extLst>
                <a:ext uri="{FF2B5EF4-FFF2-40B4-BE49-F238E27FC236}">
                  <a16:creationId xmlns:a16="http://schemas.microsoft.com/office/drawing/2014/main" id="{8ACAAE1F-88A5-B1FC-CCC1-1AE0A8326A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19</a:t>
              </a:r>
            </a:p>
          </p:txBody>
        </p:sp>
      </p:grpSp>
      <p:grpSp>
        <p:nvGrpSpPr>
          <p:cNvPr id="516374" name="Group 278">
            <a:extLst>
              <a:ext uri="{FF2B5EF4-FFF2-40B4-BE49-F238E27FC236}">
                <a16:creationId xmlns:a16="http://schemas.microsoft.com/office/drawing/2014/main" id="{0F37DE8F-9A03-C832-C659-D3464ACC2AF1}"/>
              </a:ext>
            </a:extLst>
          </p:cNvPr>
          <p:cNvGrpSpPr>
            <a:grpSpLocks/>
          </p:cNvGrpSpPr>
          <p:nvPr/>
        </p:nvGrpSpPr>
        <p:grpSpPr bwMode="auto">
          <a:xfrm>
            <a:off x="8154988" y="4052888"/>
            <a:ext cx="360362" cy="719137"/>
            <a:chOff x="995" y="2643"/>
            <a:chExt cx="227" cy="453"/>
          </a:xfrm>
        </p:grpSpPr>
        <p:sp>
          <p:nvSpPr>
            <p:cNvPr id="516375" name="Rectangle 279">
              <a:extLst>
                <a:ext uri="{FF2B5EF4-FFF2-40B4-BE49-F238E27FC236}">
                  <a16:creationId xmlns:a16="http://schemas.microsoft.com/office/drawing/2014/main" id="{814B2DED-FC86-ECC1-5F48-A63930841F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16376" name="Rectangle 280">
              <a:extLst>
                <a:ext uri="{FF2B5EF4-FFF2-40B4-BE49-F238E27FC236}">
                  <a16:creationId xmlns:a16="http://schemas.microsoft.com/office/drawing/2014/main" id="{980A7461-766B-17CD-11F6-5DE2222B5E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grpSp>
        <p:nvGrpSpPr>
          <p:cNvPr id="516377" name="Group 281">
            <a:extLst>
              <a:ext uri="{FF2B5EF4-FFF2-40B4-BE49-F238E27FC236}">
                <a16:creationId xmlns:a16="http://schemas.microsoft.com/office/drawing/2014/main" id="{1368373A-7D78-4272-DA6C-77A4564795AC}"/>
              </a:ext>
            </a:extLst>
          </p:cNvPr>
          <p:cNvGrpSpPr>
            <a:grpSpLocks/>
          </p:cNvGrpSpPr>
          <p:nvPr/>
        </p:nvGrpSpPr>
        <p:grpSpPr bwMode="auto">
          <a:xfrm>
            <a:off x="2441575" y="5484813"/>
            <a:ext cx="360363" cy="719137"/>
            <a:chOff x="995" y="2643"/>
            <a:chExt cx="227" cy="453"/>
          </a:xfrm>
        </p:grpSpPr>
        <p:sp>
          <p:nvSpPr>
            <p:cNvPr id="516378" name="Rectangle 282">
              <a:extLst>
                <a:ext uri="{FF2B5EF4-FFF2-40B4-BE49-F238E27FC236}">
                  <a16:creationId xmlns:a16="http://schemas.microsoft.com/office/drawing/2014/main" id="{BBFB5767-36EC-69C0-86AB-A1CCD66DE9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25</a:t>
              </a:r>
            </a:p>
          </p:txBody>
        </p:sp>
        <p:sp>
          <p:nvSpPr>
            <p:cNvPr id="516379" name="Rectangle 283">
              <a:extLst>
                <a:ext uri="{FF2B5EF4-FFF2-40B4-BE49-F238E27FC236}">
                  <a16:creationId xmlns:a16="http://schemas.microsoft.com/office/drawing/2014/main" id="{9160F8BD-0917-CA93-2516-A70E350B46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26</a:t>
              </a:r>
            </a:p>
          </p:txBody>
        </p:sp>
      </p:grpSp>
      <p:grpSp>
        <p:nvGrpSpPr>
          <p:cNvPr id="516380" name="Group 284">
            <a:extLst>
              <a:ext uri="{FF2B5EF4-FFF2-40B4-BE49-F238E27FC236}">
                <a16:creationId xmlns:a16="http://schemas.microsoft.com/office/drawing/2014/main" id="{D78A1B29-939B-893E-46D1-B074E78C62B0}"/>
              </a:ext>
            </a:extLst>
          </p:cNvPr>
          <p:cNvGrpSpPr>
            <a:grpSpLocks/>
          </p:cNvGrpSpPr>
          <p:nvPr/>
        </p:nvGrpSpPr>
        <p:grpSpPr bwMode="auto">
          <a:xfrm>
            <a:off x="1911350" y="5483225"/>
            <a:ext cx="360363" cy="719138"/>
            <a:chOff x="995" y="2643"/>
            <a:chExt cx="227" cy="453"/>
          </a:xfrm>
        </p:grpSpPr>
        <p:sp>
          <p:nvSpPr>
            <p:cNvPr id="516381" name="Rectangle 285">
              <a:extLst>
                <a:ext uri="{FF2B5EF4-FFF2-40B4-BE49-F238E27FC236}">
                  <a16:creationId xmlns:a16="http://schemas.microsoft.com/office/drawing/2014/main" id="{D323B009-AFA4-8BEC-93FB-A8396F80E7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23</a:t>
              </a:r>
            </a:p>
          </p:txBody>
        </p:sp>
        <p:sp>
          <p:nvSpPr>
            <p:cNvPr id="516382" name="Rectangle 286">
              <a:extLst>
                <a:ext uri="{FF2B5EF4-FFF2-40B4-BE49-F238E27FC236}">
                  <a16:creationId xmlns:a16="http://schemas.microsoft.com/office/drawing/2014/main" id="{A0E74CAA-7B61-2722-6AC8-F6CF3E6208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latin typeface="Tahoma" panose="020B0604030504040204" pitchFamily="34" charset="0"/>
                  <a:ea typeface="돋움체" panose="020B0609000101010101" pitchFamily="49" charset="-127"/>
                </a:rPr>
                <a:t>24</a:t>
              </a:r>
            </a:p>
          </p:txBody>
        </p:sp>
      </p:grpSp>
      <p:sp>
        <p:nvSpPr>
          <p:cNvPr id="516386" name="Line 290">
            <a:extLst>
              <a:ext uri="{FF2B5EF4-FFF2-40B4-BE49-F238E27FC236}">
                <a16:creationId xmlns:a16="http://schemas.microsoft.com/office/drawing/2014/main" id="{C5C33603-F7E3-0D06-7F9E-739F8C4A46ED}"/>
              </a:ext>
            </a:extLst>
          </p:cNvPr>
          <p:cNvSpPr>
            <a:spLocks noChangeShapeType="1"/>
          </p:cNvSpPr>
          <p:nvPr/>
        </p:nvSpPr>
        <p:spPr bwMode="auto">
          <a:xfrm>
            <a:off x="1735138" y="5173663"/>
            <a:ext cx="67691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16388" name="Rectangle 292">
            <a:extLst>
              <a:ext uri="{FF2B5EF4-FFF2-40B4-BE49-F238E27FC236}">
                <a16:creationId xmlns:a16="http://schemas.microsoft.com/office/drawing/2014/main" id="{2492B8D1-3BB4-2478-CBB6-26A87AAAFA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79825" y="5483225"/>
            <a:ext cx="360363" cy="360363"/>
          </a:xfrm>
          <a:prstGeom prst="rect">
            <a:avLst/>
          </a:prstGeom>
          <a:solidFill>
            <a:srgbClr val="CCFFCC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  <a:ea typeface="돋움체" panose="020B0609000101010101" pitchFamily="49" charset="-127"/>
              </a:rPr>
              <a:t>27</a:t>
            </a:r>
          </a:p>
        </p:txBody>
      </p:sp>
      <p:sp>
        <p:nvSpPr>
          <p:cNvPr id="516389" name="Rectangle 293">
            <a:extLst>
              <a:ext uri="{FF2B5EF4-FFF2-40B4-BE49-F238E27FC236}">
                <a16:creationId xmlns:a16="http://schemas.microsoft.com/office/drawing/2014/main" id="{21B74FE6-3DD6-7F01-A153-758DCE8B1F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43425" y="5483225"/>
            <a:ext cx="360363" cy="360363"/>
          </a:xfrm>
          <a:prstGeom prst="rect">
            <a:avLst/>
          </a:prstGeom>
          <a:solidFill>
            <a:srgbClr val="CCFFCC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  <a:ea typeface="돋움체" panose="020B0609000101010101" pitchFamily="49" charset="-127"/>
              </a:rPr>
              <a:t>31</a:t>
            </a:r>
          </a:p>
        </p:txBody>
      </p:sp>
      <p:sp>
        <p:nvSpPr>
          <p:cNvPr id="516390" name="AutoShape 294">
            <a:extLst>
              <a:ext uri="{FF2B5EF4-FFF2-40B4-BE49-F238E27FC236}">
                <a16:creationId xmlns:a16="http://schemas.microsoft.com/office/drawing/2014/main" id="{037279C8-F874-2F2A-A5FD-67BFCF9C6A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12075" y="4987925"/>
            <a:ext cx="504825" cy="360363"/>
          </a:xfrm>
          <a:prstGeom prst="homePlate">
            <a:avLst>
              <a:gd name="adj" fmla="val 35022"/>
            </a:avLst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391" name="AutoShape 295">
            <a:extLst>
              <a:ext uri="{FF2B5EF4-FFF2-40B4-BE49-F238E27FC236}">
                <a16:creationId xmlns:a16="http://schemas.microsoft.com/office/drawing/2014/main" id="{34CF9AA5-C4F0-8D20-E880-E1D435CC94D8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2024063" y="3667125"/>
            <a:ext cx="500062" cy="261938"/>
          </a:xfrm>
          <a:prstGeom prst="flowChartPreparation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>
            <a:lvl1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</a:rPr>
              <a:t>1</a:t>
            </a:r>
          </a:p>
        </p:txBody>
      </p:sp>
      <p:sp>
        <p:nvSpPr>
          <p:cNvPr id="516392" name="AutoShape 296">
            <a:extLst>
              <a:ext uri="{FF2B5EF4-FFF2-40B4-BE49-F238E27FC236}">
                <a16:creationId xmlns:a16="http://schemas.microsoft.com/office/drawing/2014/main" id="{4A360B95-846B-E52D-A2A8-566DB0E466C2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3248026" y="3667125"/>
            <a:ext cx="500062" cy="261937"/>
          </a:xfrm>
          <a:prstGeom prst="flowChartPreparation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>
            <a:lvl1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</a:rPr>
              <a:t>2</a:t>
            </a:r>
          </a:p>
        </p:txBody>
      </p:sp>
      <p:sp>
        <p:nvSpPr>
          <p:cNvPr id="516393" name="AutoShape 297">
            <a:extLst>
              <a:ext uri="{FF2B5EF4-FFF2-40B4-BE49-F238E27FC236}">
                <a16:creationId xmlns:a16="http://schemas.microsoft.com/office/drawing/2014/main" id="{220A276F-7E93-EEA2-151F-66BB494BC904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464051" y="3667125"/>
            <a:ext cx="500062" cy="261937"/>
          </a:xfrm>
          <a:prstGeom prst="flowChartPreparation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>
            <a:lvl1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</a:rPr>
              <a:t>3</a:t>
            </a:r>
          </a:p>
        </p:txBody>
      </p:sp>
      <p:sp>
        <p:nvSpPr>
          <p:cNvPr id="516394" name="AutoShape 298">
            <a:extLst>
              <a:ext uri="{FF2B5EF4-FFF2-40B4-BE49-F238E27FC236}">
                <a16:creationId xmlns:a16="http://schemas.microsoft.com/office/drawing/2014/main" id="{BA4CCB96-635C-5FAC-C3AC-531BC969656F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5713413" y="3667125"/>
            <a:ext cx="500062" cy="261938"/>
          </a:xfrm>
          <a:prstGeom prst="flowChartPreparation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>
            <a:lvl1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</a:rPr>
              <a:t>4</a:t>
            </a:r>
          </a:p>
        </p:txBody>
      </p:sp>
      <p:sp>
        <p:nvSpPr>
          <p:cNvPr id="516395" name="AutoShape 299">
            <a:extLst>
              <a:ext uri="{FF2B5EF4-FFF2-40B4-BE49-F238E27FC236}">
                <a16:creationId xmlns:a16="http://schemas.microsoft.com/office/drawing/2014/main" id="{49EFC46F-0891-0265-1AAB-96CFEDF34C20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934201" y="3667125"/>
            <a:ext cx="500062" cy="261937"/>
          </a:xfrm>
          <a:prstGeom prst="flowChartPreparation">
            <a:avLst/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>
            <a:lvl1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 defTabSz="9461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defTabSz="94615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</a:rPr>
              <a:t>5</a:t>
            </a:r>
          </a:p>
        </p:txBody>
      </p:sp>
      <p:grpSp>
        <p:nvGrpSpPr>
          <p:cNvPr id="516396" name="Group 300">
            <a:extLst>
              <a:ext uri="{FF2B5EF4-FFF2-40B4-BE49-F238E27FC236}">
                <a16:creationId xmlns:a16="http://schemas.microsoft.com/office/drawing/2014/main" id="{E23514F4-37EA-7EE9-71A6-66CD98D4F08E}"/>
              </a:ext>
            </a:extLst>
          </p:cNvPr>
          <p:cNvGrpSpPr>
            <a:grpSpLocks/>
          </p:cNvGrpSpPr>
          <p:nvPr/>
        </p:nvGrpSpPr>
        <p:grpSpPr bwMode="auto">
          <a:xfrm>
            <a:off x="1735138" y="4051300"/>
            <a:ext cx="360362" cy="719138"/>
            <a:chOff x="995" y="2643"/>
            <a:chExt cx="227" cy="453"/>
          </a:xfrm>
        </p:grpSpPr>
        <p:sp>
          <p:nvSpPr>
            <p:cNvPr id="516397" name="Rectangle 301">
              <a:extLst>
                <a:ext uri="{FF2B5EF4-FFF2-40B4-BE49-F238E27FC236}">
                  <a16:creationId xmlns:a16="http://schemas.microsoft.com/office/drawing/2014/main" id="{AD0A7022-270C-87B6-F675-DAE0079C78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noFill/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CCFFCC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endParaRPr lang="ko-KR" altLang="ko-KR" sz="800">
                <a:latin typeface="Tahoma" panose="020B0604030504040204" pitchFamily="34" charset="0"/>
                <a:ea typeface="돋움체" panose="020B0609000101010101" pitchFamily="49" charset="-127"/>
              </a:endParaRPr>
            </a:p>
          </p:txBody>
        </p:sp>
        <p:sp>
          <p:nvSpPr>
            <p:cNvPr id="516398" name="Rectangle 302">
              <a:extLst>
                <a:ext uri="{FF2B5EF4-FFF2-40B4-BE49-F238E27FC236}">
                  <a16:creationId xmlns:a16="http://schemas.microsoft.com/office/drawing/2014/main" id="{989A05A8-B48F-B5C5-BA1B-972437969A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noFill/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CCFFCC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endParaRPr lang="ko-KR" altLang="ko-KR" sz="800">
                <a:latin typeface="Tahoma" panose="020B0604030504040204" pitchFamily="34" charset="0"/>
                <a:ea typeface="돋움체" panose="020B0609000101010101" pitchFamily="49" charset="-127"/>
              </a:endParaRPr>
            </a:p>
          </p:txBody>
        </p:sp>
      </p:grpSp>
      <p:sp>
        <p:nvSpPr>
          <p:cNvPr id="516399" name="Rectangle 303">
            <a:extLst>
              <a:ext uri="{FF2B5EF4-FFF2-40B4-BE49-F238E27FC236}">
                <a16:creationId xmlns:a16="http://schemas.microsoft.com/office/drawing/2014/main" id="{096B6D7B-C601-F390-E732-7F58603B16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8163" y="4483100"/>
            <a:ext cx="249237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  <a:ea typeface="돋움체" panose="020B0609000101010101" pitchFamily="49" charset="-127"/>
              </a:rPr>
              <a:t>1</a:t>
            </a:r>
          </a:p>
        </p:txBody>
      </p:sp>
      <p:sp>
        <p:nvSpPr>
          <p:cNvPr id="516400" name="Rectangle 304">
            <a:extLst>
              <a:ext uri="{FF2B5EF4-FFF2-40B4-BE49-F238E27FC236}">
                <a16:creationId xmlns:a16="http://schemas.microsoft.com/office/drawing/2014/main" id="{F0AE8762-EB52-B774-52C7-A6BB4EB443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87525" y="4124325"/>
            <a:ext cx="249238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  <a:ea typeface="돋움체" panose="020B0609000101010101" pitchFamily="49" charset="-127"/>
              </a:rPr>
              <a:t>2</a:t>
            </a:r>
          </a:p>
        </p:txBody>
      </p:sp>
      <p:sp>
        <p:nvSpPr>
          <p:cNvPr id="516401" name="AutoShape 305">
            <a:extLst>
              <a:ext uri="{FF2B5EF4-FFF2-40B4-BE49-F238E27FC236}">
                <a16:creationId xmlns:a16="http://schemas.microsoft.com/office/drawing/2014/main" id="{B357DDFB-FA35-E37C-4503-58996B4B94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73300" y="4592638"/>
            <a:ext cx="179388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02" name="AutoShape 306">
            <a:extLst>
              <a:ext uri="{FF2B5EF4-FFF2-40B4-BE49-F238E27FC236}">
                <a16:creationId xmlns:a16="http://schemas.microsoft.com/office/drawing/2014/main" id="{375496A9-D124-F48F-29A3-F0E555438B0D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2252663" y="4073525"/>
            <a:ext cx="179387" cy="179388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03" name="AutoShape 307">
            <a:extLst>
              <a:ext uri="{FF2B5EF4-FFF2-40B4-BE49-F238E27FC236}">
                <a16:creationId xmlns:a16="http://schemas.microsoft.com/office/drawing/2014/main" id="{9012B3F1-E21C-3CA3-CCC5-9586492AE0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97263" y="4581525"/>
            <a:ext cx="179387" cy="179388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04" name="AutoShape 308">
            <a:extLst>
              <a:ext uri="{FF2B5EF4-FFF2-40B4-BE49-F238E27FC236}">
                <a16:creationId xmlns:a16="http://schemas.microsoft.com/office/drawing/2014/main" id="{96E3DD81-4CBB-6604-CEB8-1C80B226768E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3309938" y="4073525"/>
            <a:ext cx="179387" cy="179388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05" name="AutoShape 309">
            <a:extLst>
              <a:ext uri="{FF2B5EF4-FFF2-40B4-BE49-F238E27FC236}">
                <a16:creationId xmlns:a16="http://schemas.microsoft.com/office/drawing/2014/main" id="{B0F9A5F2-BBBA-01F7-FF35-7A980880B9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24400" y="4597400"/>
            <a:ext cx="179388" cy="179388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06" name="AutoShape 310">
            <a:extLst>
              <a:ext uri="{FF2B5EF4-FFF2-40B4-BE49-F238E27FC236}">
                <a16:creationId xmlns:a16="http://schemas.microsoft.com/office/drawing/2014/main" id="{0FB769E0-2B1C-712B-3C39-B8F21CEFC69C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4537075" y="4089400"/>
            <a:ext cx="179388" cy="179388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07" name="AutoShape 311">
            <a:extLst>
              <a:ext uri="{FF2B5EF4-FFF2-40B4-BE49-F238E27FC236}">
                <a16:creationId xmlns:a16="http://schemas.microsoft.com/office/drawing/2014/main" id="{A80C8865-D14F-F13B-8EE9-A129E19E77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61063" y="4579938"/>
            <a:ext cx="179387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08" name="AutoShape 312">
            <a:extLst>
              <a:ext uri="{FF2B5EF4-FFF2-40B4-BE49-F238E27FC236}">
                <a16:creationId xmlns:a16="http://schemas.microsoft.com/office/drawing/2014/main" id="{DFC66818-BAFC-5DDE-E979-0F08AE4E6B84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5773738" y="4071938"/>
            <a:ext cx="179387" cy="179387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09" name="AutoShape 313">
            <a:extLst>
              <a:ext uri="{FF2B5EF4-FFF2-40B4-BE49-F238E27FC236}">
                <a16:creationId xmlns:a16="http://schemas.microsoft.com/office/drawing/2014/main" id="{BF9A7E4F-3E72-93AE-888C-713C4BDAD3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80263" y="4572000"/>
            <a:ext cx="179387" cy="179388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10" name="AutoShape 314">
            <a:extLst>
              <a:ext uri="{FF2B5EF4-FFF2-40B4-BE49-F238E27FC236}">
                <a16:creationId xmlns:a16="http://schemas.microsoft.com/office/drawing/2014/main" id="{02A51CF8-1E63-4883-B1C7-DD220C1CA1B6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6992938" y="4064000"/>
            <a:ext cx="179387" cy="179388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11" name="AutoShape 315">
            <a:extLst>
              <a:ext uri="{FF2B5EF4-FFF2-40B4-BE49-F238E27FC236}">
                <a16:creationId xmlns:a16="http://schemas.microsoft.com/office/drawing/2014/main" id="{1A98E2C9-ACBE-F115-2D02-419EF01D0633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8504238" y="4049713"/>
            <a:ext cx="179387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12" name="AutoShape 316">
            <a:extLst>
              <a:ext uri="{FF2B5EF4-FFF2-40B4-BE49-F238E27FC236}">
                <a16:creationId xmlns:a16="http://schemas.microsoft.com/office/drawing/2014/main" id="{B0FC8E67-50C4-D3A5-1B6E-49BA37000FF5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8504238" y="4614863"/>
            <a:ext cx="179387" cy="179387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13" name="AutoShape 317">
            <a:extLst>
              <a:ext uri="{FF2B5EF4-FFF2-40B4-BE49-F238E27FC236}">
                <a16:creationId xmlns:a16="http://schemas.microsoft.com/office/drawing/2014/main" id="{07B1CD5A-59CD-EEF2-A777-576F49EE332E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1697038" y="5486400"/>
            <a:ext cx="179387" cy="179388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14" name="AutoShape 318">
            <a:extLst>
              <a:ext uri="{FF2B5EF4-FFF2-40B4-BE49-F238E27FC236}">
                <a16:creationId xmlns:a16="http://schemas.microsoft.com/office/drawing/2014/main" id="{2997A501-9832-FA02-2145-C0ECB7872E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6225" y="6038850"/>
            <a:ext cx="179388" cy="179388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15" name="AutoShape 319">
            <a:extLst>
              <a:ext uri="{FF2B5EF4-FFF2-40B4-BE49-F238E27FC236}">
                <a16:creationId xmlns:a16="http://schemas.microsoft.com/office/drawing/2014/main" id="{6B6EBC79-9366-C983-4DC7-AA3E1B4B3BD4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3482975" y="5487988"/>
            <a:ext cx="179388" cy="179387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16" name="AutoShape 320">
            <a:extLst>
              <a:ext uri="{FF2B5EF4-FFF2-40B4-BE49-F238E27FC236}">
                <a16:creationId xmlns:a16="http://schemas.microsoft.com/office/drawing/2014/main" id="{C1A491D3-C4E4-D57C-414D-266615B6E6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1888" y="5653088"/>
            <a:ext cx="179387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16417" name="Text Box 321">
            <a:extLst>
              <a:ext uri="{FF2B5EF4-FFF2-40B4-BE49-F238E27FC236}">
                <a16:creationId xmlns:a16="http://schemas.microsoft.com/office/drawing/2014/main" id="{97842149-66B8-79DB-EB85-23DCAF4137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2625" y="1674813"/>
            <a:ext cx="554038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S/C #1</a:t>
            </a:r>
          </a:p>
        </p:txBody>
      </p:sp>
      <p:sp>
        <p:nvSpPr>
          <p:cNvPr id="516418" name="Text Box 322">
            <a:extLst>
              <a:ext uri="{FF2B5EF4-FFF2-40B4-BE49-F238E27FC236}">
                <a16:creationId xmlns:a16="http://schemas.microsoft.com/office/drawing/2014/main" id="{CC2C63C1-4D41-5ABA-6028-EBC5AEC03E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1674813"/>
            <a:ext cx="554038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S/C #2</a:t>
            </a:r>
          </a:p>
        </p:txBody>
      </p:sp>
      <p:sp>
        <p:nvSpPr>
          <p:cNvPr id="516419" name="Text Box 323">
            <a:extLst>
              <a:ext uri="{FF2B5EF4-FFF2-40B4-BE49-F238E27FC236}">
                <a16:creationId xmlns:a16="http://schemas.microsoft.com/office/drawing/2014/main" id="{C5560472-E2E2-773E-4C16-ED5BCF1C93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94213" y="1674813"/>
            <a:ext cx="554037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S/C #3</a:t>
            </a:r>
          </a:p>
        </p:txBody>
      </p:sp>
      <p:sp>
        <p:nvSpPr>
          <p:cNvPr id="516420" name="Text Box 324">
            <a:extLst>
              <a:ext uri="{FF2B5EF4-FFF2-40B4-BE49-F238E27FC236}">
                <a16:creationId xmlns:a16="http://schemas.microsoft.com/office/drawing/2014/main" id="{0FA639CD-E793-206B-74A9-E57CDAFBFB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18175" y="1674813"/>
            <a:ext cx="554038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S/C #4</a:t>
            </a:r>
          </a:p>
        </p:txBody>
      </p:sp>
      <p:sp>
        <p:nvSpPr>
          <p:cNvPr id="516421" name="Text Box 325">
            <a:extLst>
              <a:ext uri="{FF2B5EF4-FFF2-40B4-BE49-F238E27FC236}">
                <a16:creationId xmlns:a16="http://schemas.microsoft.com/office/drawing/2014/main" id="{A2EFCEC2-0C7F-810F-13FE-E97D8CDE2F6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42138" y="1674813"/>
            <a:ext cx="554037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S/C #5</a:t>
            </a:r>
          </a:p>
        </p:txBody>
      </p:sp>
      <p:sp>
        <p:nvSpPr>
          <p:cNvPr id="516422" name="Text Box 326">
            <a:extLst>
              <a:ext uri="{FF2B5EF4-FFF2-40B4-BE49-F238E27FC236}">
                <a16:creationId xmlns:a16="http://schemas.microsoft.com/office/drawing/2014/main" id="{261216B2-6A1A-0D94-8EDB-F1742D06C6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40700" y="5175250"/>
            <a:ext cx="579438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RGV #1</a:t>
            </a:r>
          </a:p>
        </p:txBody>
      </p:sp>
      <p:sp>
        <p:nvSpPr>
          <p:cNvPr id="516423" name="Text Box 327">
            <a:extLst>
              <a:ext uri="{FF2B5EF4-FFF2-40B4-BE49-F238E27FC236}">
                <a16:creationId xmlns:a16="http://schemas.microsoft.com/office/drawing/2014/main" id="{4311D5AB-BD9D-EF12-AD63-ED397E9DBC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04963" y="4772025"/>
            <a:ext cx="557212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</a:t>
            </a:r>
          </a:p>
        </p:txBody>
      </p:sp>
      <p:sp>
        <p:nvSpPr>
          <p:cNvPr id="516424" name="Text Box 328">
            <a:extLst>
              <a:ext uri="{FF2B5EF4-FFF2-40B4-BE49-F238E27FC236}">
                <a16:creationId xmlns:a16="http://schemas.microsoft.com/office/drawing/2014/main" id="{C242E16E-E63C-E05C-6FC9-C9022334E0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30450" y="4772025"/>
            <a:ext cx="557213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#2</a:t>
            </a:r>
          </a:p>
        </p:txBody>
      </p:sp>
      <p:sp>
        <p:nvSpPr>
          <p:cNvPr id="516425" name="Text Box 329">
            <a:extLst>
              <a:ext uri="{FF2B5EF4-FFF2-40B4-BE49-F238E27FC236}">
                <a16:creationId xmlns:a16="http://schemas.microsoft.com/office/drawing/2014/main" id="{3344A418-BB22-F351-4E83-0383AD89C58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06713" y="4772025"/>
            <a:ext cx="557212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#3</a:t>
            </a:r>
          </a:p>
        </p:txBody>
      </p:sp>
      <p:sp>
        <p:nvSpPr>
          <p:cNvPr id="516426" name="Text Box 330">
            <a:extLst>
              <a:ext uri="{FF2B5EF4-FFF2-40B4-BE49-F238E27FC236}">
                <a16:creationId xmlns:a16="http://schemas.microsoft.com/office/drawing/2014/main" id="{C432412F-EE95-DBD3-304E-43489DD4A4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8388" y="4772025"/>
            <a:ext cx="557212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#4</a:t>
            </a:r>
          </a:p>
        </p:txBody>
      </p:sp>
      <p:sp>
        <p:nvSpPr>
          <p:cNvPr id="516427" name="Text Box 331">
            <a:extLst>
              <a:ext uri="{FF2B5EF4-FFF2-40B4-BE49-F238E27FC236}">
                <a16:creationId xmlns:a16="http://schemas.microsoft.com/office/drawing/2014/main" id="{38EC1195-1D2B-D3A0-E57B-DE9E9B0B6F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32350" y="4772025"/>
            <a:ext cx="557213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#6</a:t>
            </a:r>
          </a:p>
        </p:txBody>
      </p:sp>
      <p:sp>
        <p:nvSpPr>
          <p:cNvPr id="516428" name="Text Box 332">
            <a:extLst>
              <a:ext uri="{FF2B5EF4-FFF2-40B4-BE49-F238E27FC236}">
                <a16:creationId xmlns:a16="http://schemas.microsoft.com/office/drawing/2014/main" id="{ABE63F22-5AEC-EB77-9F21-C593AAAD61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30675" y="4773613"/>
            <a:ext cx="557213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#5</a:t>
            </a:r>
          </a:p>
        </p:txBody>
      </p:sp>
      <p:sp>
        <p:nvSpPr>
          <p:cNvPr id="516429" name="Text Box 333">
            <a:extLst>
              <a:ext uri="{FF2B5EF4-FFF2-40B4-BE49-F238E27FC236}">
                <a16:creationId xmlns:a16="http://schemas.microsoft.com/office/drawing/2014/main" id="{32E124CA-DB70-55A8-E3E2-A4917E305F1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5588" y="4772025"/>
            <a:ext cx="557212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#7</a:t>
            </a:r>
          </a:p>
        </p:txBody>
      </p:sp>
      <p:sp>
        <p:nvSpPr>
          <p:cNvPr id="516430" name="Text Box 334">
            <a:extLst>
              <a:ext uri="{FF2B5EF4-FFF2-40B4-BE49-F238E27FC236}">
                <a16:creationId xmlns:a16="http://schemas.microsoft.com/office/drawing/2014/main" id="{D1EA3D98-EF3E-8AB1-929A-37D5AA9ABC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56313" y="4772025"/>
            <a:ext cx="557212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#8</a:t>
            </a:r>
          </a:p>
        </p:txBody>
      </p:sp>
      <p:sp>
        <p:nvSpPr>
          <p:cNvPr id="516431" name="Text Box 335">
            <a:extLst>
              <a:ext uri="{FF2B5EF4-FFF2-40B4-BE49-F238E27FC236}">
                <a16:creationId xmlns:a16="http://schemas.microsoft.com/office/drawing/2014/main" id="{D748CC0F-36E4-9C38-FCAD-825A28D793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78600" y="4773613"/>
            <a:ext cx="557213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#9</a:t>
            </a:r>
          </a:p>
        </p:txBody>
      </p:sp>
      <p:sp>
        <p:nvSpPr>
          <p:cNvPr id="516432" name="Text Box 336">
            <a:extLst>
              <a:ext uri="{FF2B5EF4-FFF2-40B4-BE49-F238E27FC236}">
                <a16:creationId xmlns:a16="http://schemas.microsoft.com/office/drawing/2014/main" id="{67A195B5-4189-FF36-F958-A83E8D57F2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77088" y="4772025"/>
            <a:ext cx="622300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#10</a:t>
            </a:r>
          </a:p>
        </p:txBody>
      </p:sp>
      <p:sp>
        <p:nvSpPr>
          <p:cNvPr id="516433" name="Text Box 337">
            <a:extLst>
              <a:ext uri="{FF2B5EF4-FFF2-40B4-BE49-F238E27FC236}">
                <a16:creationId xmlns:a16="http://schemas.microsoft.com/office/drawing/2014/main" id="{66220C77-DCFE-FBFD-06E6-173FBCABC8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40688" y="4773613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#11</a:t>
            </a:r>
          </a:p>
        </p:txBody>
      </p:sp>
      <p:sp>
        <p:nvSpPr>
          <p:cNvPr id="516434" name="Text Box 338">
            <a:extLst>
              <a:ext uri="{FF2B5EF4-FFF2-40B4-BE49-F238E27FC236}">
                <a16:creationId xmlns:a16="http://schemas.microsoft.com/office/drawing/2014/main" id="{8851687E-1A1D-60F2-ACAA-DBDBCB5AFA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6413" y="5278438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#12</a:t>
            </a:r>
          </a:p>
        </p:txBody>
      </p:sp>
      <p:sp>
        <p:nvSpPr>
          <p:cNvPr id="516435" name="Text Box 339">
            <a:extLst>
              <a:ext uri="{FF2B5EF4-FFF2-40B4-BE49-F238E27FC236}">
                <a16:creationId xmlns:a16="http://schemas.microsoft.com/office/drawing/2014/main" id="{62006D53-72F5-584B-A771-9435DFFB32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52675" y="5278438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#13</a:t>
            </a:r>
          </a:p>
        </p:txBody>
      </p:sp>
      <p:sp>
        <p:nvSpPr>
          <p:cNvPr id="516436" name="Text Box 340">
            <a:extLst>
              <a:ext uri="{FF2B5EF4-FFF2-40B4-BE49-F238E27FC236}">
                <a16:creationId xmlns:a16="http://schemas.microsoft.com/office/drawing/2014/main" id="{595F0789-C974-8372-E488-378849BF41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76638" y="5278438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#14</a:t>
            </a:r>
          </a:p>
        </p:txBody>
      </p:sp>
      <p:sp>
        <p:nvSpPr>
          <p:cNvPr id="516437" name="Text Box 341">
            <a:extLst>
              <a:ext uri="{FF2B5EF4-FFF2-40B4-BE49-F238E27FC236}">
                <a16:creationId xmlns:a16="http://schemas.microsoft.com/office/drawing/2014/main" id="{32CB2DE1-897E-556B-B2CD-D9D964F851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40238" y="5278438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#15</a:t>
            </a:r>
          </a:p>
        </p:txBody>
      </p:sp>
      <p:sp>
        <p:nvSpPr>
          <p:cNvPr id="516438" name="Rectangle 342">
            <a:extLst>
              <a:ext uri="{FF2B5EF4-FFF2-40B4-BE49-F238E27FC236}">
                <a16:creationId xmlns:a16="http://schemas.microsoft.com/office/drawing/2014/main" id="{322AB216-2243-7372-99E2-6F93D75BED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18075" y="4727575"/>
            <a:ext cx="360363" cy="69850"/>
          </a:xfrm>
          <a:prstGeom prst="rect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endParaRPr lang="ko-KR" altLang="en-US"/>
          </a:p>
        </p:txBody>
      </p:sp>
      <p:sp>
        <p:nvSpPr>
          <p:cNvPr id="516439" name="Rectangle 343">
            <a:extLst>
              <a:ext uri="{FF2B5EF4-FFF2-40B4-BE49-F238E27FC236}">
                <a16:creationId xmlns:a16="http://schemas.microsoft.com/office/drawing/2014/main" id="{A30C50A6-FD6D-6407-C7BF-53051EC49F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08613" y="4730750"/>
            <a:ext cx="360362" cy="69850"/>
          </a:xfrm>
          <a:prstGeom prst="rect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endParaRPr lang="ko-KR" altLang="en-US"/>
          </a:p>
        </p:txBody>
      </p:sp>
      <p:sp>
        <p:nvSpPr>
          <p:cNvPr id="516440" name="Rectangle 344">
            <a:extLst>
              <a:ext uri="{FF2B5EF4-FFF2-40B4-BE49-F238E27FC236}">
                <a16:creationId xmlns:a16="http://schemas.microsoft.com/office/drawing/2014/main" id="{09DCD2A8-4AB1-E0B9-8A2C-F3D6370C64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27750" y="4727575"/>
            <a:ext cx="360363" cy="69850"/>
          </a:xfrm>
          <a:prstGeom prst="rect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endParaRPr lang="ko-KR" altLang="en-US"/>
          </a:p>
        </p:txBody>
      </p:sp>
      <p:sp>
        <p:nvSpPr>
          <p:cNvPr id="516441" name="Rectangle 345">
            <a:extLst>
              <a:ext uri="{FF2B5EF4-FFF2-40B4-BE49-F238E27FC236}">
                <a16:creationId xmlns:a16="http://schemas.microsoft.com/office/drawing/2014/main" id="{9940D1EB-DC2B-F4F3-3B8B-83E2A560D4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32575" y="4713288"/>
            <a:ext cx="360363" cy="69850"/>
          </a:xfrm>
          <a:prstGeom prst="rect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endParaRPr lang="ko-KR" altLang="en-US"/>
          </a:p>
        </p:txBody>
      </p:sp>
      <p:sp>
        <p:nvSpPr>
          <p:cNvPr id="516442" name="Rectangle 346">
            <a:extLst>
              <a:ext uri="{FF2B5EF4-FFF2-40B4-BE49-F238E27FC236}">
                <a16:creationId xmlns:a16="http://schemas.microsoft.com/office/drawing/2014/main" id="{161A4144-2215-FE42-8960-3945EB2416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8175" y="5434013"/>
            <a:ext cx="360363" cy="69850"/>
          </a:xfrm>
          <a:prstGeom prst="rect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endParaRPr lang="ko-KR" altLang="en-US"/>
          </a:p>
        </p:txBody>
      </p:sp>
      <p:sp>
        <p:nvSpPr>
          <p:cNvPr id="516444" name="Rectangle 348">
            <a:extLst>
              <a:ext uri="{FF2B5EF4-FFF2-40B4-BE49-F238E27FC236}">
                <a16:creationId xmlns:a16="http://schemas.microsoft.com/office/drawing/2014/main" id="{4FF8DCAA-5610-668D-0E93-72BBF28DD9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41575" y="5434013"/>
            <a:ext cx="360363" cy="69850"/>
          </a:xfrm>
          <a:prstGeom prst="rect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endParaRPr lang="ko-KR" altLang="en-US"/>
          </a:p>
        </p:txBody>
      </p:sp>
      <p:sp>
        <p:nvSpPr>
          <p:cNvPr id="516445" name="Rectangle 349">
            <a:extLst>
              <a:ext uri="{FF2B5EF4-FFF2-40B4-BE49-F238E27FC236}">
                <a16:creationId xmlns:a16="http://schemas.microsoft.com/office/drawing/2014/main" id="{9FC39159-9669-C2C5-2420-18FD940F0B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79825" y="5448300"/>
            <a:ext cx="360363" cy="69850"/>
          </a:xfrm>
          <a:prstGeom prst="rect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endParaRPr lang="ko-KR" altLang="en-US"/>
          </a:p>
        </p:txBody>
      </p:sp>
      <p:sp>
        <p:nvSpPr>
          <p:cNvPr id="516446" name="Rectangle 350">
            <a:extLst>
              <a:ext uri="{FF2B5EF4-FFF2-40B4-BE49-F238E27FC236}">
                <a16:creationId xmlns:a16="http://schemas.microsoft.com/office/drawing/2014/main" id="{B130C821-6D8D-CAD4-5736-62D9C3A836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43425" y="5449888"/>
            <a:ext cx="360363" cy="69850"/>
          </a:xfrm>
          <a:prstGeom prst="rect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endParaRPr lang="ko-KR" altLang="en-US"/>
          </a:p>
        </p:txBody>
      </p:sp>
      <p:sp>
        <p:nvSpPr>
          <p:cNvPr id="516447" name="Rectangle 351">
            <a:extLst>
              <a:ext uri="{FF2B5EF4-FFF2-40B4-BE49-F238E27FC236}">
                <a16:creationId xmlns:a16="http://schemas.microsoft.com/office/drawing/2014/main" id="{56DBB8D6-9A23-CBE1-B3DE-8041130284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79825" y="5924550"/>
            <a:ext cx="360363" cy="360363"/>
          </a:xfrm>
          <a:prstGeom prst="rect">
            <a:avLst/>
          </a:prstGeom>
          <a:solidFill>
            <a:srgbClr val="CCFFCC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  <a:ea typeface="돋움체" panose="020B0609000101010101" pitchFamily="49" charset="-127"/>
              </a:rPr>
              <a:t>28</a:t>
            </a:r>
          </a:p>
        </p:txBody>
      </p:sp>
      <p:sp>
        <p:nvSpPr>
          <p:cNvPr id="516448" name="Rectangle 352">
            <a:extLst>
              <a:ext uri="{FF2B5EF4-FFF2-40B4-BE49-F238E27FC236}">
                <a16:creationId xmlns:a16="http://schemas.microsoft.com/office/drawing/2014/main" id="{E8B30052-5012-06DE-3B34-AFA4CD8143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11625" y="5922963"/>
            <a:ext cx="360363" cy="360362"/>
          </a:xfrm>
          <a:prstGeom prst="rect">
            <a:avLst/>
          </a:prstGeom>
          <a:solidFill>
            <a:srgbClr val="CCFFCC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  <a:ea typeface="돋움체" panose="020B0609000101010101" pitchFamily="49" charset="-127"/>
              </a:rPr>
              <a:t>29</a:t>
            </a:r>
          </a:p>
        </p:txBody>
      </p:sp>
      <p:sp>
        <p:nvSpPr>
          <p:cNvPr id="516449" name="Rectangle 353">
            <a:extLst>
              <a:ext uri="{FF2B5EF4-FFF2-40B4-BE49-F238E27FC236}">
                <a16:creationId xmlns:a16="http://schemas.microsoft.com/office/drawing/2014/main" id="{0DF7D935-28A9-C43D-D2AE-FDE29AA642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43425" y="5922963"/>
            <a:ext cx="360363" cy="360362"/>
          </a:xfrm>
          <a:prstGeom prst="rect">
            <a:avLst/>
          </a:prstGeom>
          <a:solidFill>
            <a:srgbClr val="CCFFCC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  <a:ea typeface="돋움체" panose="020B0609000101010101" pitchFamily="49" charset="-127"/>
              </a:rPr>
              <a:t>30</a:t>
            </a:r>
          </a:p>
        </p:txBody>
      </p:sp>
      <p:sp>
        <p:nvSpPr>
          <p:cNvPr id="516451" name="Text Box 355">
            <a:extLst>
              <a:ext uri="{FF2B5EF4-FFF2-40B4-BE49-F238E27FC236}">
                <a16:creationId xmlns:a16="http://schemas.microsoft.com/office/drawing/2014/main" id="{86734399-7AD6-BEF2-1CD9-34A11C1C2A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3688" y="2103438"/>
            <a:ext cx="73025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실온창고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:</a:t>
            </a:r>
          </a:p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6 * 10 *14</a:t>
            </a:r>
          </a:p>
        </p:txBody>
      </p:sp>
      <p:sp>
        <p:nvSpPr>
          <p:cNvPr id="516452" name="Text Box 356">
            <a:extLst>
              <a:ext uri="{FF2B5EF4-FFF2-40B4-BE49-F238E27FC236}">
                <a16:creationId xmlns:a16="http://schemas.microsoft.com/office/drawing/2014/main" id="{508AA981-2B0F-91DF-1191-251F1B7A071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01000" y="1963738"/>
            <a:ext cx="73025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냉동창고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:</a:t>
            </a:r>
          </a:p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4 * 10 *14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258" name="Text Box 2">
            <a:extLst>
              <a:ext uri="{FF2B5EF4-FFF2-40B4-BE49-F238E27FC236}">
                <a16:creationId xmlns:a16="http://schemas.microsoft.com/office/drawing/2014/main" id="{D85EFFBB-5CB6-2D56-A5F5-E2CD22531C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171132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PLC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시스템 구성도</a:t>
            </a:r>
          </a:p>
        </p:txBody>
      </p:sp>
      <p:sp>
        <p:nvSpPr>
          <p:cNvPr id="480259" name="Rectangle 3">
            <a:extLst>
              <a:ext uri="{FF2B5EF4-FFF2-40B4-BE49-F238E27FC236}">
                <a16:creationId xmlns:a16="http://schemas.microsoft.com/office/drawing/2014/main" id="{6679386D-A124-E2CE-9E40-740E224F6E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480480" name="Line 224">
            <a:extLst>
              <a:ext uri="{FF2B5EF4-FFF2-40B4-BE49-F238E27FC236}">
                <a16:creationId xmlns:a16="http://schemas.microsoft.com/office/drawing/2014/main" id="{05EC4AF1-EC2D-1B64-78AA-7530F6A7E052}"/>
              </a:ext>
            </a:extLst>
          </p:cNvPr>
          <p:cNvSpPr>
            <a:spLocks noChangeShapeType="1"/>
          </p:cNvSpPr>
          <p:nvPr/>
        </p:nvSpPr>
        <p:spPr bwMode="auto">
          <a:xfrm>
            <a:off x="2165350" y="4119563"/>
            <a:ext cx="0" cy="285750"/>
          </a:xfrm>
          <a:prstGeom prst="line">
            <a:avLst/>
          </a:prstGeom>
          <a:noFill/>
          <a:ln w="317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pSp>
        <p:nvGrpSpPr>
          <p:cNvPr id="480499" name="Group 243">
            <a:extLst>
              <a:ext uri="{FF2B5EF4-FFF2-40B4-BE49-F238E27FC236}">
                <a16:creationId xmlns:a16="http://schemas.microsoft.com/office/drawing/2014/main" id="{09E9B3EB-FB24-663A-EA03-D6B741579081}"/>
              </a:ext>
            </a:extLst>
          </p:cNvPr>
          <p:cNvGrpSpPr>
            <a:grpSpLocks/>
          </p:cNvGrpSpPr>
          <p:nvPr/>
        </p:nvGrpSpPr>
        <p:grpSpPr bwMode="auto">
          <a:xfrm>
            <a:off x="1808163" y="4384675"/>
            <a:ext cx="635000" cy="674688"/>
            <a:chOff x="824" y="2178"/>
            <a:chExt cx="400" cy="425"/>
          </a:xfrm>
        </p:grpSpPr>
        <p:sp>
          <p:nvSpPr>
            <p:cNvPr id="480479" name="Rectangle 223">
              <a:extLst>
                <a:ext uri="{FF2B5EF4-FFF2-40B4-BE49-F238E27FC236}">
                  <a16:creationId xmlns:a16="http://schemas.microsoft.com/office/drawing/2014/main" id="{0F47BECE-45DC-B8DC-06C4-42A7BFCC56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24" y="2178"/>
              <a:ext cx="400" cy="425"/>
            </a:xfrm>
            <a:prstGeom prst="rect">
              <a:avLst/>
            </a:prstGeom>
            <a:gradFill rotWithShape="0">
              <a:gsLst>
                <a:gs pos="0">
                  <a:srgbClr val="FFFFFF"/>
                </a:gs>
                <a:gs pos="100000">
                  <a:srgbClr val="99FF66"/>
                </a:gs>
              </a:gsLst>
              <a:path path="shape">
                <a:fillToRect l="50000" t="50000" r="50000" b="50000"/>
              </a:path>
            </a:gra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>
                <a:lnSpc>
                  <a:spcPct val="80000"/>
                </a:lnSpc>
              </a:pPr>
              <a:r>
                <a:rPr lang="en-US" altLang="ko-KR" sz="1000">
                  <a:solidFill>
                    <a:schemeClr val="tx1"/>
                  </a:solidFill>
                  <a:latin typeface="Times New Roman" panose="02020603050405020304" pitchFamily="18" charset="0"/>
                  <a:ea typeface="굴림체" panose="020B0609000101010101" pitchFamily="49" charset="-127"/>
                </a:rPr>
                <a:t>S/C #1</a:t>
              </a:r>
            </a:p>
          </p:txBody>
        </p:sp>
        <p:pic>
          <p:nvPicPr>
            <p:cNvPr id="480481" name="Picture 225">
              <a:extLst>
                <a:ext uri="{FF2B5EF4-FFF2-40B4-BE49-F238E27FC236}">
                  <a16:creationId xmlns:a16="http://schemas.microsoft.com/office/drawing/2014/main" id="{BAFD555F-4569-BF63-DBEE-859E82ACB2A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63" y="2344"/>
              <a:ext cx="324" cy="2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80483" name="Line 227">
            <a:extLst>
              <a:ext uri="{FF2B5EF4-FFF2-40B4-BE49-F238E27FC236}">
                <a16:creationId xmlns:a16="http://schemas.microsoft.com/office/drawing/2014/main" id="{A116508E-676A-91B8-9CD1-C1BBDCAE2029}"/>
              </a:ext>
            </a:extLst>
          </p:cNvPr>
          <p:cNvSpPr>
            <a:spLocks noChangeShapeType="1"/>
          </p:cNvSpPr>
          <p:nvPr/>
        </p:nvSpPr>
        <p:spPr bwMode="auto">
          <a:xfrm>
            <a:off x="3324225" y="4162425"/>
            <a:ext cx="0" cy="285750"/>
          </a:xfrm>
          <a:prstGeom prst="line">
            <a:avLst/>
          </a:prstGeom>
          <a:noFill/>
          <a:ln w="317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pSp>
        <p:nvGrpSpPr>
          <p:cNvPr id="480500" name="Group 244">
            <a:extLst>
              <a:ext uri="{FF2B5EF4-FFF2-40B4-BE49-F238E27FC236}">
                <a16:creationId xmlns:a16="http://schemas.microsoft.com/office/drawing/2014/main" id="{AEFA7D0A-6F70-FDC6-9795-235E46BD0312}"/>
              </a:ext>
            </a:extLst>
          </p:cNvPr>
          <p:cNvGrpSpPr>
            <a:grpSpLocks/>
          </p:cNvGrpSpPr>
          <p:nvPr/>
        </p:nvGrpSpPr>
        <p:grpSpPr bwMode="auto">
          <a:xfrm>
            <a:off x="2917825" y="4384675"/>
            <a:ext cx="635000" cy="674688"/>
            <a:chOff x="1554" y="2205"/>
            <a:chExt cx="400" cy="425"/>
          </a:xfrm>
        </p:grpSpPr>
        <p:sp>
          <p:nvSpPr>
            <p:cNvPr id="480482" name="Rectangle 226">
              <a:extLst>
                <a:ext uri="{FF2B5EF4-FFF2-40B4-BE49-F238E27FC236}">
                  <a16:creationId xmlns:a16="http://schemas.microsoft.com/office/drawing/2014/main" id="{6AA5CED1-2091-2677-DAD6-837E79BE91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54" y="2205"/>
              <a:ext cx="400" cy="425"/>
            </a:xfrm>
            <a:prstGeom prst="rect">
              <a:avLst/>
            </a:prstGeom>
            <a:gradFill rotWithShape="0">
              <a:gsLst>
                <a:gs pos="0">
                  <a:srgbClr val="FFFFFF"/>
                </a:gs>
                <a:gs pos="100000">
                  <a:srgbClr val="99FF66"/>
                </a:gs>
              </a:gsLst>
              <a:path path="shape">
                <a:fillToRect l="50000" t="50000" r="50000" b="50000"/>
              </a:path>
            </a:gra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>
                <a:lnSpc>
                  <a:spcPct val="80000"/>
                </a:lnSpc>
              </a:pPr>
              <a:r>
                <a:rPr lang="en-US" altLang="ko-KR" sz="1000">
                  <a:solidFill>
                    <a:schemeClr val="tx1"/>
                  </a:solidFill>
                  <a:latin typeface="Times New Roman" panose="02020603050405020304" pitchFamily="18" charset="0"/>
                  <a:ea typeface="굴림체" panose="020B0609000101010101" pitchFamily="49" charset="-127"/>
                </a:rPr>
                <a:t>S/C #2</a:t>
              </a:r>
            </a:p>
          </p:txBody>
        </p:sp>
        <p:pic>
          <p:nvPicPr>
            <p:cNvPr id="480484" name="Picture 228">
              <a:extLst>
                <a:ext uri="{FF2B5EF4-FFF2-40B4-BE49-F238E27FC236}">
                  <a16:creationId xmlns:a16="http://schemas.microsoft.com/office/drawing/2014/main" id="{32D7D25C-F863-102C-BE8F-47C7785FC36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593" y="2371"/>
              <a:ext cx="324" cy="2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80486" name="Line 230">
            <a:extLst>
              <a:ext uri="{FF2B5EF4-FFF2-40B4-BE49-F238E27FC236}">
                <a16:creationId xmlns:a16="http://schemas.microsoft.com/office/drawing/2014/main" id="{F4695960-FF4E-A8B8-D1D3-0C0B78AA4D46}"/>
              </a:ext>
            </a:extLst>
          </p:cNvPr>
          <p:cNvSpPr>
            <a:spLocks noChangeShapeType="1"/>
          </p:cNvSpPr>
          <p:nvPr/>
        </p:nvSpPr>
        <p:spPr bwMode="auto">
          <a:xfrm>
            <a:off x="4403725" y="4162425"/>
            <a:ext cx="0" cy="285750"/>
          </a:xfrm>
          <a:prstGeom prst="line">
            <a:avLst/>
          </a:prstGeom>
          <a:noFill/>
          <a:ln w="317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pSp>
        <p:nvGrpSpPr>
          <p:cNvPr id="480501" name="Group 245">
            <a:extLst>
              <a:ext uri="{FF2B5EF4-FFF2-40B4-BE49-F238E27FC236}">
                <a16:creationId xmlns:a16="http://schemas.microsoft.com/office/drawing/2014/main" id="{19CF6D63-3F0C-1A22-987B-487E780D5A2E}"/>
              </a:ext>
            </a:extLst>
          </p:cNvPr>
          <p:cNvGrpSpPr>
            <a:grpSpLocks/>
          </p:cNvGrpSpPr>
          <p:nvPr/>
        </p:nvGrpSpPr>
        <p:grpSpPr bwMode="auto">
          <a:xfrm>
            <a:off x="4027488" y="4384675"/>
            <a:ext cx="635000" cy="674688"/>
            <a:chOff x="2234" y="2205"/>
            <a:chExt cx="400" cy="425"/>
          </a:xfrm>
        </p:grpSpPr>
        <p:sp>
          <p:nvSpPr>
            <p:cNvPr id="480485" name="Rectangle 229">
              <a:extLst>
                <a:ext uri="{FF2B5EF4-FFF2-40B4-BE49-F238E27FC236}">
                  <a16:creationId xmlns:a16="http://schemas.microsoft.com/office/drawing/2014/main" id="{31FA6A9F-E269-8FB1-9C83-174B6CAF6C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34" y="2205"/>
              <a:ext cx="400" cy="425"/>
            </a:xfrm>
            <a:prstGeom prst="rect">
              <a:avLst/>
            </a:prstGeom>
            <a:gradFill rotWithShape="0">
              <a:gsLst>
                <a:gs pos="0">
                  <a:srgbClr val="FFFFFF"/>
                </a:gs>
                <a:gs pos="100000">
                  <a:srgbClr val="99FF66"/>
                </a:gs>
              </a:gsLst>
              <a:path path="shape">
                <a:fillToRect l="50000" t="50000" r="50000" b="50000"/>
              </a:path>
            </a:gra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>
                <a:lnSpc>
                  <a:spcPct val="80000"/>
                </a:lnSpc>
              </a:pPr>
              <a:r>
                <a:rPr lang="en-US" altLang="ko-KR" sz="1000">
                  <a:solidFill>
                    <a:schemeClr val="tx1"/>
                  </a:solidFill>
                  <a:latin typeface="Times New Roman" panose="02020603050405020304" pitchFamily="18" charset="0"/>
                  <a:ea typeface="굴림체" panose="020B0609000101010101" pitchFamily="49" charset="-127"/>
                </a:rPr>
                <a:t>S/C #3</a:t>
              </a:r>
            </a:p>
          </p:txBody>
        </p:sp>
        <p:pic>
          <p:nvPicPr>
            <p:cNvPr id="480487" name="Picture 231">
              <a:extLst>
                <a:ext uri="{FF2B5EF4-FFF2-40B4-BE49-F238E27FC236}">
                  <a16:creationId xmlns:a16="http://schemas.microsoft.com/office/drawing/2014/main" id="{E8E15F21-1D52-6E5E-F674-F6F8E34DBFB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73" y="2371"/>
              <a:ext cx="324" cy="2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80489" name="Line 233">
            <a:extLst>
              <a:ext uri="{FF2B5EF4-FFF2-40B4-BE49-F238E27FC236}">
                <a16:creationId xmlns:a16="http://schemas.microsoft.com/office/drawing/2014/main" id="{13D519B1-4200-8866-5A9D-BA8122B9436B}"/>
              </a:ext>
            </a:extLst>
          </p:cNvPr>
          <p:cNvSpPr>
            <a:spLocks noChangeShapeType="1"/>
          </p:cNvSpPr>
          <p:nvPr/>
        </p:nvSpPr>
        <p:spPr bwMode="auto">
          <a:xfrm>
            <a:off x="5484813" y="4129088"/>
            <a:ext cx="0" cy="285750"/>
          </a:xfrm>
          <a:prstGeom prst="line">
            <a:avLst/>
          </a:prstGeom>
          <a:noFill/>
          <a:ln w="317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pSp>
        <p:nvGrpSpPr>
          <p:cNvPr id="480502" name="Group 246">
            <a:extLst>
              <a:ext uri="{FF2B5EF4-FFF2-40B4-BE49-F238E27FC236}">
                <a16:creationId xmlns:a16="http://schemas.microsoft.com/office/drawing/2014/main" id="{0AEEA71D-9C8D-58AE-DDB7-26AAA2E73546}"/>
              </a:ext>
            </a:extLst>
          </p:cNvPr>
          <p:cNvGrpSpPr>
            <a:grpSpLocks/>
          </p:cNvGrpSpPr>
          <p:nvPr/>
        </p:nvGrpSpPr>
        <p:grpSpPr bwMode="auto">
          <a:xfrm>
            <a:off x="5138738" y="4384675"/>
            <a:ext cx="635000" cy="674688"/>
            <a:chOff x="2915" y="2160"/>
            <a:chExt cx="400" cy="425"/>
          </a:xfrm>
        </p:grpSpPr>
        <p:sp>
          <p:nvSpPr>
            <p:cNvPr id="480488" name="Rectangle 232">
              <a:extLst>
                <a:ext uri="{FF2B5EF4-FFF2-40B4-BE49-F238E27FC236}">
                  <a16:creationId xmlns:a16="http://schemas.microsoft.com/office/drawing/2014/main" id="{99927BF1-F224-96AD-EF28-7A908C567C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15" y="2160"/>
              <a:ext cx="400" cy="425"/>
            </a:xfrm>
            <a:prstGeom prst="rect">
              <a:avLst/>
            </a:prstGeom>
            <a:gradFill rotWithShape="0">
              <a:gsLst>
                <a:gs pos="0">
                  <a:srgbClr val="FFFFFF"/>
                </a:gs>
                <a:gs pos="100000">
                  <a:srgbClr val="99FF66"/>
                </a:gs>
              </a:gsLst>
              <a:path path="shape">
                <a:fillToRect l="50000" t="50000" r="50000" b="50000"/>
              </a:path>
            </a:gra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>
                <a:lnSpc>
                  <a:spcPct val="80000"/>
                </a:lnSpc>
              </a:pPr>
              <a:r>
                <a:rPr lang="en-US" altLang="ko-KR" sz="1000">
                  <a:solidFill>
                    <a:schemeClr val="tx1"/>
                  </a:solidFill>
                  <a:latin typeface="Times New Roman" panose="02020603050405020304" pitchFamily="18" charset="0"/>
                  <a:ea typeface="굴림체" panose="020B0609000101010101" pitchFamily="49" charset="-127"/>
                </a:rPr>
                <a:t>S/C #4</a:t>
              </a:r>
            </a:p>
          </p:txBody>
        </p:sp>
        <p:pic>
          <p:nvPicPr>
            <p:cNvPr id="480490" name="Picture 234">
              <a:extLst>
                <a:ext uri="{FF2B5EF4-FFF2-40B4-BE49-F238E27FC236}">
                  <a16:creationId xmlns:a16="http://schemas.microsoft.com/office/drawing/2014/main" id="{97924756-FDC9-7459-A8BF-08C8796D94A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54" y="2326"/>
              <a:ext cx="324" cy="2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80492" name="Line 236">
            <a:extLst>
              <a:ext uri="{FF2B5EF4-FFF2-40B4-BE49-F238E27FC236}">
                <a16:creationId xmlns:a16="http://schemas.microsoft.com/office/drawing/2014/main" id="{F97F505D-B09E-6040-E1DA-E785B0B4F7F7}"/>
              </a:ext>
            </a:extLst>
          </p:cNvPr>
          <p:cNvSpPr>
            <a:spLocks noChangeShapeType="1"/>
          </p:cNvSpPr>
          <p:nvPr/>
        </p:nvSpPr>
        <p:spPr bwMode="auto">
          <a:xfrm>
            <a:off x="6564313" y="4162425"/>
            <a:ext cx="0" cy="285750"/>
          </a:xfrm>
          <a:prstGeom prst="line">
            <a:avLst/>
          </a:prstGeom>
          <a:noFill/>
          <a:ln w="317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pSp>
        <p:nvGrpSpPr>
          <p:cNvPr id="480503" name="Group 247">
            <a:extLst>
              <a:ext uri="{FF2B5EF4-FFF2-40B4-BE49-F238E27FC236}">
                <a16:creationId xmlns:a16="http://schemas.microsoft.com/office/drawing/2014/main" id="{AA151169-E0C8-F4CC-0174-DEE090531576}"/>
              </a:ext>
            </a:extLst>
          </p:cNvPr>
          <p:cNvGrpSpPr>
            <a:grpSpLocks/>
          </p:cNvGrpSpPr>
          <p:nvPr/>
        </p:nvGrpSpPr>
        <p:grpSpPr bwMode="auto">
          <a:xfrm>
            <a:off x="6248400" y="4384675"/>
            <a:ext cx="635000" cy="674688"/>
            <a:chOff x="3595" y="2205"/>
            <a:chExt cx="400" cy="425"/>
          </a:xfrm>
        </p:grpSpPr>
        <p:sp>
          <p:nvSpPr>
            <p:cNvPr id="480491" name="Rectangle 235">
              <a:extLst>
                <a:ext uri="{FF2B5EF4-FFF2-40B4-BE49-F238E27FC236}">
                  <a16:creationId xmlns:a16="http://schemas.microsoft.com/office/drawing/2014/main" id="{E1A2FC67-67F2-DA56-1545-C15FD969E2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95" y="2205"/>
              <a:ext cx="400" cy="425"/>
            </a:xfrm>
            <a:prstGeom prst="rect">
              <a:avLst/>
            </a:prstGeom>
            <a:gradFill rotWithShape="0">
              <a:gsLst>
                <a:gs pos="0">
                  <a:srgbClr val="FFFFFF"/>
                </a:gs>
                <a:gs pos="100000">
                  <a:srgbClr val="99FF66"/>
                </a:gs>
              </a:gsLst>
              <a:path path="shape">
                <a:fillToRect l="50000" t="50000" r="50000" b="50000"/>
              </a:path>
            </a:gra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>
                <a:lnSpc>
                  <a:spcPct val="80000"/>
                </a:lnSpc>
              </a:pPr>
              <a:r>
                <a:rPr lang="en-US" altLang="ko-KR" sz="1000">
                  <a:solidFill>
                    <a:schemeClr val="tx1"/>
                  </a:solidFill>
                  <a:latin typeface="Times New Roman" panose="02020603050405020304" pitchFamily="18" charset="0"/>
                  <a:ea typeface="굴림체" panose="020B0609000101010101" pitchFamily="49" charset="-127"/>
                </a:rPr>
                <a:t>S/C #5</a:t>
              </a:r>
            </a:p>
          </p:txBody>
        </p:sp>
        <p:pic>
          <p:nvPicPr>
            <p:cNvPr id="480493" name="Picture 237">
              <a:extLst>
                <a:ext uri="{FF2B5EF4-FFF2-40B4-BE49-F238E27FC236}">
                  <a16:creationId xmlns:a16="http://schemas.microsoft.com/office/drawing/2014/main" id="{03C1F653-2AEF-67F8-7898-74D0A5594A0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34" y="2371"/>
              <a:ext cx="324" cy="2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80497" name="Line 241">
            <a:extLst>
              <a:ext uri="{FF2B5EF4-FFF2-40B4-BE49-F238E27FC236}">
                <a16:creationId xmlns:a16="http://schemas.microsoft.com/office/drawing/2014/main" id="{218504B8-C4AB-CBC0-B3A4-D9D1374653AA}"/>
              </a:ext>
            </a:extLst>
          </p:cNvPr>
          <p:cNvSpPr>
            <a:spLocks noChangeShapeType="1"/>
          </p:cNvSpPr>
          <p:nvPr/>
        </p:nvSpPr>
        <p:spPr bwMode="auto">
          <a:xfrm>
            <a:off x="4900613" y="3854450"/>
            <a:ext cx="0" cy="284163"/>
          </a:xfrm>
          <a:prstGeom prst="line">
            <a:avLst/>
          </a:prstGeom>
          <a:noFill/>
          <a:ln w="317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480498" name="Line 242">
            <a:extLst>
              <a:ext uri="{FF2B5EF4-FFF2-40B4-BE49-F238E27FC236}">
                <a16:creationId xmlns:a16="http://schemas.microsoft.com/office/drawing/2014/main" id="{32838406-AAA8-0BF3-6D07-F6D85F18B0F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163763" y="4124325"/>
            <a:ext cx="4410075" cy="19050"/>
          </a:xfrm>
          <a:prstGeom prst="line">
            <a:avLst/>
          </a:prstGeom>
          <a:noFill/>
          <a:ln w="317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pSp>
        <p:nvGrpSpPr>
          <p:cNvPr id="480505" name="Group 249">
            <a:extLst>
              <a:ext uri="{FF2B5EF4-FFF2-40B4-BE49-F238E27FC236}">
                <a16:creationId xmlns:a16="http://schemas.microsoft.com/office/drawing/2014/main" id="{9474B67C-C67B-6EF8-5349-68A7A71EF202}"/>
              </a:ext>
            </a:extLst>
          </p:cNvPr>
          <p:cNvGrpSpPr>
            <a:grpSpLocks/>
          </p:cNvGrpSpPr>
          <p:nvPr/>
        </p:nvGrpSpPr>
        <p:grpSpPr bwMode="auto">
          <a:xfrm>
            <a:off x="4616450" y="3187700"/>
            <a:ext cx="635000" cy="674688"/>
            <a:chOff x="2915" y="2160"/>
            <a:chExt cx="400" cy="425"/>
          </a:xfrm>
        </p:grpSpPr>
        <p:sp>
          <p:nvSpPr>
            <p:cNvPr id="480506" name="Rectangle 250">
              <a:extLst>
                <a:ext uri="{FF2B5EF4-FFF2-40B4-BE49-F238E27FC236}">
                  <a16:creationId xmlns:a16="http://schemas.microsoft.com/office/drawing/2014/main" id="{57BA7FC6-2947-5326-D512-766EF50623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15" y="2160"/>
              <a:ext cx="400" cy="425"/>
            </a:xfrm>
            <a:prstGeom prst="rect">
              <a:avLst/>
            </a:prstGeom>
            <a:gradFill rotWithShape="0">
              <a:gsLst>
                <a:gs pos="0">
                  <a:srgbClr val="FFFFFF"/>
                </a:gs>
                <a:gs pos="100000">
                  <a:srgbClr val="99FF66"/>
                </a:gs>
              </a:gsLst>
              <a:path path="shape">
                <a:fillToRect l="50000" t="50000" r="50000" b="50000"/>
              </a:path>
            </a:gradFill>
            <a:ln w="12700">
              <a:solidFill>
                <a:schemeClr val="tx1"/>
              </a:solidFill>
              <a:miter lim="800000"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>
                <a:lnSpc>
                  <a:spcPct val="80000"/>
                </a:lnSpc>
              </a:pPr>
              <a:r>
                <a:rPr lang="en-US" altLang="ko-KR" sz="1000">
                  <a:solidFill>
                    <a:schemeClr val="tx1"/>
                  </a:solidFill>
                  <a:latin typeface="Times New Roman" panose="02020603050405020304" pitchFamily="18" charset="0"/>
                  <a:ea typeface="굴림체" panose="020B0609000101010101" pitchFamily="49" charset="-127"/>
                </a:rPr>
                <a:t>Master PLC</a:t>
              </a:r>
            </a:p>
            <a:p>
              <a:pPr>
                <a:lnSpc>
                  <a:spcPct val="80000"/>
                </a:lnSpc>
              </a:pPr>
              <a:r>
                <a:rPr lang="en-US" altLang="ko-KR" sz="1000">
                  <a:solidFill>
                    <a:schemeClr val="tx1"/>
                  </a:solidFill>
                  <a:latin typeface="Times New Roman" panose="02020603050405020304" pitchFamily="18" charset="0"/>
                  <a:ea typeface="굴림체" panose="020B0609000101010101" pitchFamily="49" charset="-127"/>
                </a:rPr>
                <a:t>(C/V PlC)</a:t>
              </a:r>
            </a:p>
          </p:txBody>
        </p:sp>
        <p:pic>
          <p:nvPicPr>
            <p:cNvPr id="480507" name="Picture 251">
              <a:extLst>
                <a:ext uri="{FF2B5EF4-FFF2-40B4-BE49-F238E27FC236}">
                  <a16:creationId xmlns:a16="http://schemas.microsoft.com/office/drawing/2014/main" id="{82FE602F-7DD0-0F58-38A7-51A6D6DC2F5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54" y="2326"/>
              <a:ext cx="324" cy="2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80508" name="Rectangle 252">
            <a:extLst>
              <a:ext uri="{FF2B5EF4-FFF2-40B4-BE49-F238E27FC236}">
                <a16:creationId xmlns:a16="http://schemas.microsoft.com/office/drawing/2014/main" id="{1CED6FDE-EA74-173E-9D36-B553278108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5163" y="1479550"/>
            <a:ext cx="1243012" cy="1003300"/>
          </a:xfrm>
          <a:prstGeom prst="rect">
            <a:avLst/>
          </a:prstGeom>
          <a:gradFill rotWithShape="0">
            <a:gsLst>
              <a:gs pos="0">
                <a:srgbClr val="FFFFFF"/>
              </a:gs>
              <a:gs pos="100000">
                <a:srgbClr val="99FF66"/>
              </a:gs>
            </a:gsLst>
            <a:path path="shape">
              <a:fillToRect l="50000" t="50000" r="50000" b="50000"/>
            </a:path>
          </a:gra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>
              <a:lnSpc>
                <a:spcPct val="80000"/>
              </a:lnSpc>
            </a:pP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 PC</a:t>
            </a:r>
          </a:p>
        </p:txBody>
      </p:sp>
      <p:grpSp>
        <p:nvGrpSpPr>
          <p:cNvPr id="480515" name="Group 259">
            <a:extLst>
              <a:ext uri="{FF2B5EF4-FFF2-40B4-BE49-F238E27FC236}">
                <a16:creationId xmlns:a16="http://schemas.microsoft.com/office/drawing/2014/main" id="{C9C7134F-42ED-545D-E2A5-D12FA1130316}"/>
              </a:ext>
            </a:extLst>
          </p:cNvPr>
          <p:cNvGrpSpPr>
            <a:grpSpLocks/>
          </p:cNvGrpSpPr>
          <p:nvPr/>
        </p:nvGrpSpPr>
        <p:grpSpPr bwMode="auto">
          <a:xfrm>
            <a:off x="3421063" y="1766888"/>
            <a:ext cx="768350" cy="625475"/>
            <a:chOff x="-1119" y="1017"/>
            <a:chExt cx="739" cy="679"/>
          </a:xfrm>
        </p:grpSpPr>
        <p:graphicFrame>
          <p:nvGraphicFramePr>
            <p:cNvPr id="480516" name="Object 260">
              <a:extLst>
                <a:ext uri="{FF2B5EF4-FFF2-40B4-BE49-F238E27FC236}">
                  <a16:creationId xmlns:a16="http://schemas.microsoft.com/office/drawing/2014/main" id="{88DAE815-D08E-EFD1-8900-78BDB8C70F96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-1119" y="1017"/>
            <a:ext cx="734" cy="48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Photo Editor 사진" r:id="rId3" imgW="1495634" imgH="1028844" progId="MSPhotoEd.3">
                    <p:embed/>
                  </p:oleObj>
                </mc:Choice>
                <mc:Fallback>
                  <p:oleObj name="Photo Editor 사진" r:id="rId3" imgW="1495634" imgH="1028844" progId="MSPhotoEd.3">
                    <p:embed/>
                    <p:pic>
                      <p:nvPicPr>
                        <p:cNvPr id="480516" name="Object 260">
                          <a:extLst>
                            <a:ext uri="{FF2B5EF4-FFF2-40B4-BE49-F238E27FC236}">
                              <a16:creationId xmlns:a16="http://schemas.microsoft.com/office/drawing/2014/main" id="{88DAE815-D08E-EFD1-8900-78BDB8C70F96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clrChange>
                            <a:clrFrom>
                              <a:srgbClr val="F8FCF8"/>
                            </a:clrFrom>
                            <a:clrTo>
                              <a:srgbClr val="F8FCF8">
                                <a:alpha val="0"/>
                              </a:srgbClr>
                            </a:clrTo>
                          </a:clrChange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-1119" y="1017"/>
                          <a:ext cx="734" cy="48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accent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chemeClr val="tx1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pic>
          <p:nvPicPr>
            <p:cNvPr id="480517" name="Picture 261" descr="DLN Carte Gigabit Ethernet Fibre Multi 1000 base SX pour bus PCI">
              <a:extLst>
                <a:ext uri="{FF2B5EF4-FFF2-40B4-BE49-F238E27FC236}">
                  <a16:creationId xmlns:a16="http://schemas.microsoft.com/office/drawing/2014/main" id="{F615CB5F-6A4A-2324-DBA2-813C44A4474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931" y="1378"/>
              <a:ext cx="551" cy="3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80519" name="Line 263">
            <a:extLst>
              <a:ext uri="{FF2B5EF4-FFF2-40B4-BE49-F238E27FC236}">
                <a16:creationId xmlns:a16="http://schemas.microsoft.com/office/drawing/2014/main" id="{295B5D39-C79C-9DD0-F5B9-85F2CA769034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2671763" y="2827338"/>
            <a:ext cx="4408487" cy="0"/>
          </a:xfrm>
          <a:prstGeom prst="line">
            <a:avLst/>
          </a:prstGeom>
          <a:noFill/>
          <a:ln w="317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480520" name="Line 264">
            <a:extLst>
              <a:ext uri="{FF2B5EF4-FFF2-40B4-BE49-F238E27FC236}">
                <a16:creationId xmlns:a16="http://schemas.microsoft.com/office/drawing/2014/main" id="{7B0390FF-88CD-7512-8359-E7D173321492}"/>
              </a:ext>
            </a:extLst>
          </p:cNvPr>
          <p:cNvSpPr>
            <a:spLocks noChangeShapeType="1"/>
          </p:cNvSpPr>
          <p:nvPr/>
        </p:nvSpPr>
        <p:spPr bwMode="auto">
          <a:xfrm>
            <a:off x="3784600" y="2466975"/>
            <a:ext cx="0" cy="357188"/>
          </a:xfrm>
          <a:prstGeom prst="line">
            <a:avLst/>
          </a:prstGeom>
          <a:noFill/>
          <a:ln w="317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480521" name="Line 265">
            <a:extLst>
              <a:ext uri="{FF2B5EF4-FFF2-40B4-BE49-F238E27FC236}">
                <a16:creationId xmlns:a16="http://schemas.microsoft.com/office/drawing/2014/main" id="{78B98512-723C-EAA6-7EAA-622EE0489CBC}"/>
              </a:ext>
            </a:extLst>
          </p:cNvPr>
          <p:cNvSpPr>
            <a:spLocks noChangeShapeType="1"/>
          </p:cNvSpPr>
          <p:nvPr/>
        </p:nvSpPr>
        <p:spPr bwMode="auto">
          <a:xfrm>
            <a:off x="4903788" y="2827338"/>
            <a:ext cx="0" cy="360362"/>
          </a:xfrm>
          <a:prstGeom prst="line">
            <a:avLst/>
          </a:prstGeom>
          <a:noFill/>
          <a:ln w="317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480522" name="Rectangle 266">
            <a:extLst>
              <a:ext uri="{FF2B5EF4-FFF2-40B4-BE49-F238E27FC236}">
                <a16:creationId xmlns:a16="http://schemas.microsoft.com/office/drawing/2014/main" id="{87D6AF23-A265-540A-B533-D1A5A41515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3475" y="2611438"/>
            <a:ext cx="1119188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  <a:ea typeface="돋움체" panose="020B0609000101010101" pitchFamily="49" charset="-127"/>
              </a:rPr>
              <a:t>ETHERNET(</a:t>
            </a:r>
            <a:r>
              <a:rPr lang="ko-KR" altLang="en-US" sz="800">
                <a:latin typeface="Tahoma" panose="020B0604030504040204" pitchFamily="34" charset="0"/>
                <a:ea typeface="돋움체" panose="020B0609000101010101" pitchFamily="49" charset="-127"/>
              </a:rPr>
              <a:t>사설망</a:t>
            </a:r>
            <a:r>
              <a:rPr lang="en-US" altLang="ko-KR" sz="800">
                <a:latin typeface="Tahoma" panose="020B0604030504040204" pitchFamily="34" charset="0"/>
                <a:ea typeface="돋움체" panose="020B0609000101010101" pitchFamily="49" charset="-127"/>
              </a:rPr>
              <a:t>)</a:t>
            </a:r>
          </a:p>
        </p:txBody>
      </p:sp>
      <p:sp>
        <p:nvSpPr>
          <p:cNvPr id="480523" name="Rectangle 267">
            <a:extLst>
              <a:ext uri="{FF2B5EF4-FFF2-40B4-BE49-F238E27FC236}">
                <a16:creationId xmlns:a16="http://schemas.microsoft.com/office/drawing/2014/main" id="{F81F2C54-840C-58AE-67F7-33A10BF872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97488" y="1460500"/>
            <a:ext cx="1243012" cy="1003300"/>
          </a:xfrm>
          <a:prstGeom prst="rect">
            <a:avLst/>
          </a:prstGeom>
          <a:gradFill rotWithShape="0">
            <a:gsLst>
              <a:gs pos="0">
                <a:srgbClr val="FFFFFF"/>
              </a:gs>
              <a:gs pos="100000">
                <a:srgbClr val="99FF66"/>
              </a:gs>
            </a:gsLst>
            <a:path path="shape">
              <a:fillToRect l="50000" t="50000" r="50000" b="50000"/>
            </a:path>
          </a:gra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>
              <a:lnSpc>
                <a:spcPct val="80000"/>
              </a:lnSpc>
            </a:pP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WMS</a:t>
            </a:r>
          </a:p>
        </p:txBody>
      </p:sp>
      <p:grpSp>
        <p:nvGrpSpPr>
          <p:cNvPr id="480524" name="Group 268">
            <a:extLst>
              <a:ext uri="{FF2B5EF4-FFF2-40B4-BE49-F238E27FC236}">
                <a16:creationId xmlns:a16="http://schemas.microsoft.com/office/drawing/2014/main" id="{75D6C9A9-FE1F-21DE-3671-99D23C4C3FAF}"/>
              </a:ext>
            </a:extLst>
          </p:cNvPr>
          <p:cNvGrpSpPr>
            <a:grpSpLocks/>
          </p:cNvGrpSpPr>
          <p:nvPr/>
        </p:nvGrpSpPr>
        <p:grpSpPr bwMode="auto">
          <a:xfrm>
            <a:off x="5513388" y="1747838"/>
            <a:ext cx="768350" cy="625475"/>
            <a:chOff x="-1119" y="1017"/>
            <a:chExt cx="739" cy="679"/>
          </a:xfrm>
        </p:grpSpPr>
        <p:graphicFrame>
          <p:nvGraphicFramePr>
            <p:cNvPr id="480525" name="Object 269">
              <a:extLst>
                <a:ext uri="{FF2B5EF4-FFF2-40B4-BE49-F238E27FC236}">
                  <a16:creationId xmlns:a16="http://schemas.microsoft.com/office/drawing/2014/main" id="{8C3215E3-0549-29AC-C103-05A283BBD820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-1119" y="1017"/>
            <a:ext cx="734" cy="48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Photo Editor 사진" r:id="rId3" imgW="1495634" imgH="1028844" progId="MSPhotoEd.3">
                    <p:embed/>
                  </p:oleObj>
                </mc:Choice>
                <mc:Fallback>
                  <p:oleObj name="Photo Editor 사진" r:id="rId3" imgW="1495634" imgH="1028844" progId="MSPhotoEd.3">
                    <p:embed/>
                    <p:pic>
                      <p:nvPicPr>
                        <p:cNvPr id="480525" name="Object 269">
                          <a:extLst>
                            <a:ext uri="{FF2B5EF4-FFF2-40B4-BE49-F238E27FC236}">
                              <a16:creationId xmlns:a16="http://schemas.microsoft.com/office/drawing/2014/main" id="{8C3215E3-0549-29AC-C103-05A283BBD820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clrChange>
                            <a:clrFrom>
                              <a:srgbClr val="F8FCF8"/>
                            </a:clrFrom>
                            <a:clrTo>
                              <a:srgbClr val="F8FCF8">
                                <a:alpha val="0"/>
                              </a:srgbClr>
                            </a:clrTo>
                          </a:clrChange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-1119" y="1017"/>
                          <a:ext cx="734" cy="48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accent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chemeClr val="tx1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pic>
          <p:nvPicPr>
            <p:cNvPr id="480526" name="Picture 270" descr="DLN Carte Gigabit Ethernet Fibre Multi 1000 base SX pour bus PCI">
              <a:extLst>
                <a:ext uri="{FF2B5EF4-FFF2-40B4-BE49-F238E27FC236}">
                  <a16:creationId xmlns:a16="http://schemas.microsoft.com/office/drawing/2014/main" id="{0FD93B7E-EC1D-BE47-B8CD-C99581B22D8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931" y="1378"/>
              <a:ext cx="551" cy="3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80527" name="Line 271">
            <a:extLst>
              <a:ext uri="{FF2B5EF4-FFF2-40B4-BE49-F238E27FC236}">
                <a16:creationId xmlns:a16="http://schemas.microsoft.com/office/drawing/2014/main" id="{C8C9725F-4CC9-D027-8058-36E0B54889A7}"/>
              </a:ext>
            </a:extLst>
          </p:cNvPr>
          <p:cNvSpPr>
            <a:spLocks noChangeShapeType="1"/>
          </p:cNvSpPr>
          <p:nvPr/>
        </p:nvSpPr>
        <p:spPr bwMode="auto">
          <a:xfrm>
            <a:off x="5945188" y="2466975"/>
            <a:ext cx="0" cy="357188"/>
          </a:xfrm>
          <a:prstGeom prst="line">
            <a:avLst/>
          </a:prstGeom>
          <a:noFill/>
          <a:ln w="317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480528" name="Rectangle 272">
            <a:extLst>
              <a:ext uri="{FF2B5EF4-FFF2-40B4-BE49-F238E27FC236}">
                <a16:creationId xmlns:a16="http://schemas.microsoft.com/office/drawing/2014/main" id="{57C201E4-FE33-3841-85EF-140B7807C9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32125" y="3835400"/>
            <a:ext cx="1119188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latin typeface="Tahoma" panose="020B0604030504040204" pitchFamily="34" charset="0"/>
                <a:ea typeface="돋움체" panose="020B0609000101010101" pitchFamily="49" charset="-127"/>
              </a:rPr>
              <a:t>ETHERNET(</a:t>
            </a:r>
            <a:r>
              <a:rPr lang="ko-KR" altLang="en-US" sz="800">
                <a:latin typeface="Tahoma" panose="020B0604030504040204" pitchFamily="34" charset="0"/>
                <a:ea typeface="돋움체" panose="020B0609000101010101" pitchFamily="49" charset="-127"/>
              </a:rPr>
              <a:t>사설망</a:t>
            </a:r>
            <a:r>
              <a:rPr lang="en-US" altLang="ko-KR" sz="800">
                <a:latin typeface="Tahoma" panose="020B0604030504040204" pitchFamily="34" charset="0"/>
                <a:ea typeface="돋움체" panose="020B0609000101010101" pitchFamily="49" charset="-127"/>
              </a:rPr>
              <a:t>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314" name="Text Box 2">
            <a:extLst>
              <a:ext uri="{FF2B5EF4-FFF2-40B4-BE49-F238E27FC236}">
                <a16:creationId xmlns:a16="http://schemas.microsoft.com/office/drawing/2014/main" id="{BEE5FBC4-F963-CBF3-D597-F709FA95AE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3484563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Command Sequence (Common Rule)</a:t>
            </a:r>
          </a:p>
        </p:txBody>
      </p:sp>
      <p:sp>
        <p:nvSpPr>
          <p:cNvPr id="525315" name="Rectangle 3">
            <a:extLst>
              <a:ext uri="{FF2B5EF4-FFF2-40B4-BE49-F238E27FC236}">
                <a16:creationId xmlns:a16="http://schemas.microsoft.com/office/drawing/2014/main" id="{7271D321-5CCD-613A-8770-5FAB180F35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5354" name="Rectangle 42">
            <a:extLst>
              <a:ext uri="{FF2B5EF4-FFF2-40B4-BE49-F238E27FC236}">
                <a16:creationId xmlns:a16="http://schemas.microsoft.com/office/drawing/2014/main" id="{BA277D7E-FFF8-2179-16B1-A3F289F830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95638" y="2882900"/>
            <a:ext cx="13716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Status Bit</a:t>
            </a:r>
          </a:p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Status Word</a:t>
            </a:r>
          </a:p>
        </p:txBody>
      </p:sp>
      <p:sp>
        <p:nvSpPr>
          <p:cNvPr id="525355" name="AutoShape 43">
            <a:extLst>
              <a:ext uri="{FF2B5EF4-FFF2-40B4-BE49-F238E27FC236}">
                <a16:creationId xmlns:a16="http://schemas.microsoft.com/office/drawing/2014/main" id="{C8982F9E-2F71-7BCB-BCBB-4FFC72E70C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95638" y="673100"/>
            <a:ext cx="1371600" cy="304800"/>
          </a:xfrm>
          <a:prstGeom prst="roundRect">
            <a:avLst>
              <a:gd name="adj" fmla="val 16667"/>
            </a:avLst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M- PLC</a:t>
            </a:r>
          </a:p>
        </p:txBody>
      </p:sp>
      <p:sp>
        <p:nvSpPr>
          <p:cNvPr id="525356" name="Oval 44">
            <a:extLst>
              <a:ext uri="{FF2B5EF4-FFF2-40B4-BE49-F238E27FC236}">
                <a16:creationId xmlns:a16="http://schemas.microsoft.com/office/drawing/2014/main" id="{C3E43EA0-3CEE-0871-31AF-74AC87A7AC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95638" y="1282700"/>
            <a:ext cx="13716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Event Trigger</a:t>
            </a:r>
          </a:p>
        </p:txBody>
      </p:sp>
      <p:sp>
        <p:nvSpPr>
          <p:cNvPr id="525357" name="Rectangle 45">
            <a:extLst>
              <a:ext uri="{FF2B5EF4-FFF2-40B4-BE49-F238E27FC236}">
                <a16:creationId xmlns:a16="http://schemas.microsoft.com/office/drawing/2014/main" id="{A6FF5094-D8C8-2E96-A9E5-BBD80B1940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95638" y="2273300"/>
            <a:ext cx="1371600" cy="304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accent2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Event Set</a:t>
            </a:r>
          </a:p>
        </p:txBody>
      </p:sp>
      <p:sp>
        <p:nvSpPr>
          <p:cNvPr id="525358" name="Rectangle 46">
            <a:extLst>
              <a:ext uri="{FF2B5EF4-FFF2-40B4-BE49-F238E27FC236}">
                <a16:creationId xmlns:a16="http://schemas.microsoft.com/office/drawing/2014/main" id="{5883DBB1-A4C9-BA46-6222-68EEAFAEF0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95638" y="3721100"/>
            <a:ext cx="1371600" cy="304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Event Reset</a:t>
            </a:r>
          </a:p>
        </p:txBody>
      </p:sp>
      <p:sp>
        <p:nvSpPr>
          <p:cNvPr id="525359" name="Rectangle 47">
            <a:extLst>
              <a:ext uri="{FF2B5EF4-FFF2-40B4-BE49-F238E27FC236}">
                <a16:creationId xmlns:a16="http://schemas.microsoft.com/office/drawing/2014/main" id="{8F58943F-9A41-E53A-42C0-E694286F45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38838" y="2882900"/>
            <a:ext cx="13716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Status Bit Read</a:t>
            </a:r>
          </a:p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Status Word Read</a:t>
            </a:r>
          </a:p>
        </p:txBody>
      </p:sp>
      <p:sp>
        <p:nvSpPr>
          <p:cNvPr id="525360" name="AutoShape 48">
            <a:extLst>
              <a:ext uri="{FF2B5EF4-FFF2-40B4-BE49-F238E27FC236}">
                <a16:creationId xmlns:a16="http://schemas.microsoft.com/office/drawing/2014/main" id="{DDABA139-9FB1-716B-9825-25D93CD08E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38838" y="673100"/>
            <a:ext cx="1371600" cy="304800"/>
          </a:xfrm>
          <a:prstGeom prst="roundRect">
            <a:avLst>
              <a:gd name="adj" fmla="val 16667"/>
            </a:avLst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ECS</a:t>
            </a:r>
          </a:p>
        </p:txBody>
      </p:sp>
      <p:sp>
        <p:nvSpPr>
          <p:cNvPr id="525361" name="Oval 49">
            <a:extLst>
              <a:ext uri="{FF2B5EF4-FFF2-40B4-BE49-F238E27FC236}">
                <a16:creationId xmlns:a16="http://schemas.microsoft.com/office/drawing/2014/main" id="{7B9B1542-94AE-E0DA-8359-BC4BE5496C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38838" y="1282700"/>
            <a:ext cx="13716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Event Handler</a:t>
            </a:r>
          </a:p>
        </p:txBody>
      </p:sp>
      <p:sp>
        <p:nvSpPr>
          <p:cNvPr id="525362" name="Rectangle 50">
            <a:extLst>
              <a:ext uri="{FF2B5EF4-FFF2-40B4-BE49-F238E27FC236}">
                <a16:creationId xmlns:a16="http://schemas.microsoft.com/office/drawing/2014/main" id="{7FA4691F-D020-E985-920B-92606940F9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38838" y="3721100"/>
            <a:ext cx="1371600" cy="304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accent2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Event Ack SET</a:t>
            </a:r>
          </a:p>
        </p:txBody>
      </p:sp>
      <p:sp>
        <p:nvSpPr>
          <p:cNvPr id="525363" name="Line 51">
            <a:extLst>
              <a:ext uri="{FF2B5EF4-FFF2-40B4-BE49-F238E27FC236}">
                <a16:creationId xmlns:a16="http://schemas.microsoft.com/office/drawing/2014/main" id="{8FDFC85F-60B9-B730-84F3-CD1500836DBF}"/>
              </a:ext>
            </a:extLst>
          </p:cNvPr>
          <p:cNvSpPr>
            <a:spLocks noChangeShapeType="1"/>
          </p:cNvSpPr>
          <p:nvPr/>
        </p:nvSpPr>
        <p:spPr bwMode="auto">
          <a:xfrm>
            <a:off x="6624638" y="3416300"/>
            <a:ext cx="0" cy="304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64" name="Line 52">
            <a:extLst>
              <a:ext uri="{FF2B5EF4-FFF2-40B4-BE49-F238E27FC236}">
                <a16:creationId xmlns:a16="http://schemas.microsoft.com/office/drawing/2014/main" id="{9380A86C-6210-5358-0D87-1A6C1D7C2CD9}"/>
              </a:ext>
            </a:extLst>
          </p:cNvPr>
          <p:cNvSpPr>
            <a:spLocks noChangeShapeType="1"/>
          </p:cNvSpPr>
          <p:nvPr/>
        </p:nvSpPr>
        <p:spPr bwMode="auto">
          <a:xfrm>
            <a:off x="6624638" y="2654300"/>
            <a:ext cx="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65" name="AutoShape 53">
            <a:extLst>
              <a:ext uri="{FF2B5EF4-FFF2-40B4-BE49-F238E27FC236}">
                <a16:creationId xmlns:a16="http://schemas.microsoft.com/office/drawing/2014/main" id="{7C43705D-6C8A-E064-0B29-8C7CE3BFCE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38838" y="2197100"/>
            <a:ext cx="1371600" cy="457200"/>
          </a:xfrm>
          <a:prstGeom prst="flowChartDecision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Event Check</a:t>
            </a:r>
          </a:p>
        </p:txBody>
      </p:sp>
      <p:sp>
        <p:nvSpPr>
          <p:cNvPr id="525366" name="Line 54">
            <a:extLst>
              <a:ext uri="{FF2B5EF4-FFF2-40B4-BE49-F238E27FC236}">
                <a16:creationId xmlns:a16="http://schemas.microsoft.com/office/drawing/2014/main" id="{A8531972-FEF3-4848-1659-1E77312ED1F2}"/>
              </a:ext>
            </a:extLst>
          </p:cNvPr>
          <p:cNvSpPr>
            <a:spLocks noChangeShapeType="1"/>
          </p:cNvSpPr>
          <p:nvPr/>
        </p:nvSpPr>
        <p:spPr bwMode="auto">
          <a:xfrm>
            <a:off x="6624638" y="1816100"/>
            <a:ext cx="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67" name="Line 55">
            <a:extLst>
              <a:ext uri="{FF2B5EF4-FFF2-40B4-BE49-F238E27FC236}">
                <a16:creationId xmlns:a16="http://schemas.microsoft.com/office/drawing/2014/main" id="{87ABBE8A-1145-165A-DA82-C0A16018256C}"/>
              </a:ext>
            </a:extLst>
          </p:cNvPr>
          <p:cNvSpPr>
            <a:spLocks noChangeShapeType="1"/>
          </p:cNvSpPr>
          <p:nvPr/>
        </p:nvSpPr>
        <p:spPr bwMode="auto">
          <a:xfrm>
            <a:off x="3881438" y="18161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68" name="Line 56">
            <a:extLst>
              <a:ext uri="{FF2B5EF4-FFF2-40B4-BE49-F238E27FC236}">
                <a16:creationId xmlns:a16="http://schemas.microsoft.com/office/drawing/2014/main" id="{5561025D-BF6A-98C7-72FC-AD18C090A7AC}"/>
              </a:ext>
            </a:extLst>
          </p:cNvPr>
          <p:cNvSpPr>
            <a:spLocks noChangeShapeType="1"/>
          </p:cNvSpPr>
          <p:nvPr/>
        </p:nvSpPr>
        <p:spPr bwMode="auto">
          <a:xfrm>
            <a:off x="4567238" y="2425700"/>
            <a:ext cx="1371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69" name="Line 57">
            <a:extLst>
              <a:ext uri="{FF2B5EF4-FFF2-40B4-BE49-F238E27FC236}">
                <a16:creationId xmlns:a16="http://schemas.microsoft.com/office/drawing/2014/main" id="{EE6C7376-4CB2-7449-B858-F1CF24AE6151}"/>
              </a:ext>
            </a:extLst>
          </p:cNvPr>
          <p:cNvSpPr>
            <a:spLocks noChangeShapeType="1"/>
          </p:cNvSpPr>
          <p:nvPr/>
        </p:nvSpPr>
        <p:spPr bwMode="auto">
          <a:xfrm>
            <a:off x="4567238" y="3111500"/>
            <a:ext cx="1371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70" name="Line 58">
            <a:extLst>
              <a:ext uri="{FF2B5EF4-FFF2-40B4-BE49-F238E27FC236}">
                <a16:creationId xmlns:a16="http://schemas.microsoft.com/office/drawing/2014/main" id="{C9C4D586-FFC3-FC2F-2F13-0911741C882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567238" y="3873500"/>
            <a:ext cx="1371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71" name="Line 59">
            <a:extLst>
              <a:ext uri="{FF2B5EF4-FFF2-40B4-BE49-F238E27FC236}">
                <a16:creationId xmlns:a16="http://schemas.microsoft.com/office/drawing/2014/main" id="{C817CD94-A7C8-7D38-AC12-07139E568127}"/>
              </a:ext>
            </a:extLst>
          </p:cNvPr>
          <p:cNvSpPr>
            <a:spLocks noChangeShapeType="1"/>
          </p:cNvSpPr>
          <p:nvPr/>
        </p:nvSpPr>
        <p:spPr bwMode="auto">
          <a:xfrm>
            <a:off x="5253038" y="673100"/>
            <a:ext cx="0" cy="38100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72" name="Text Box 60">
            <a:extLst>
              <a:ext uri="{FF2B5EF4-FFF2-40B4-BE49-F238E27FC236}">
                <a16:creationId xmlns:a16="http://schemas.microsoft.com/office/drawing/2014/main" id="{E15D5C41-4842-B496-5795-7580C1610B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38838" y="4059238"/>
            <a:ext cx="1192212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/>
          <a:p>
            <a:pPr algn="l"/>
            <a:r>
              <a:rPr lang="en-US" altLang="ko-KR" sz="1000" b="0">
                <a:solidFill>
                  <a:srgbClr val="FF3300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Reseted By PLC</a:t>
            </a:r>
          </a:p>
          <a:p>
            <a:pPr algn="l"/>
            <a:r>
              <a:rPr lang="en-US" altLang="ko-KR" sz="1000" b="0">
                <a:solidFill>
                  <a:srgbClr val="FF3300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  When Event Reset</a:t>
            </a:r>
          </a:p>
        </p:txBody>
      </p:sp>
      <p:sp>
        <p:nvSpPr>
          <p:cNvPr id="525373" name="Rectangle 61">
            <a:extLst>
              <a:ext uri="{FF2B5EF4-FFF2-40B4-BE49-F238E27FC236}">
                <a16:creationId xmlns:a16="http://schemas.microsoft.com/office/drawing/2014/main" id="{FD054BD3-F046-B161-A5E4-363B10AB61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82863" y="4581525"/>
            <a:ext cx="1525587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pPr algn="r">
              <a:spcBef>
                <a:spcPct val="20000"/>
              </a:spcBef>
            </a:pPr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체" panose="020B0609000101010101" pitchFamily="49" charset="-127"/>
            </a:endParaRPr>
          </a:p>
          <a:p>
            <a:pPr algn="r">
              <a:spcBef>
                <a:spcPct val="20000"/>
              </a:spcBef>
            </a:pPr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체" panose="020B0609000101010101" pitchFamily="49" charset="-127"/>
            </a:endParaRPr>
          </a:p>
          <a:p>
            <a:pPr algn="r">
              <a:spcBef>
                <a:spcPct val="20000"/>
              </a:spcBef>
            </a:pP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EVENT</a:t>
            </a:r>
          </a:p>
          <a:p>
            <a:pPr algn="r">
              <a:spcBef>
                <a:spcPct val="20000"/>
              </a:spcBef>
            </a:pPr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체" panose="020B0609000101010101" pitchFamily="49" charset="-127"/>
            </a:endParaRPr>
          </a:p>
        </p:txBody>
      </p:sp>
      <p:sp>
        <p:nvSpPr>
          <p:cNvPr id="525374" name="Rectangle 62">
            <a:extLst>
              <a:ext uri="{FF2B5EF4-FFF2-40B4-BE49-F238E27FC236}">
                <a16:creationId xmlns:a16="http://schemas.microsoft.com/office/drawing/2014/main" id="{0955DD6C-7026-9AA2-E64A-3F53E0D701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5663" y="4581525"/>
            <a:ext cx="457200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</a:p>
        </p:txBody>
      </p:sp>
      <p:sp>
        <p:nvSpPr>
          <p:cNvPr id="525375" name="Rectangle 63">
            <a:extLst>
              <a:ext uri="{FF2B5EF4-FFF2-40B4-BE49-F238E27FC236}">
                <a16:creationId xmlns:a16="http://schemas.microsoft.com/office/drawing/2014/main" id="{41F31728-01B7-AB8B-56DB-ED11EBF7BC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05275" y="4581525"/>
            <a:ext cx="457200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5376" name="Rectangle 64">
            <a:extLst>
              <a:ext uri="{FF2B5EF4-FFF2-40B4-BE49-F238E27FC236}">
                <a16:creationId xmlns:a16="http://schemas.microsoft.com/office/drawing/2014/main" id="{4B6005EF-B6E1-EBE0-66AC-8316575543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62475" y="4581525"/>
            <a:ext cx="3581400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5377" name="Rectangle 65">
            <a:extLst>
              <a:ext uri="{FF2B5EF4-FFF2-40B4-BE49-F238E27FC236}">
                <a16:creationId xmlns:a16="http://schemas.microsoft.com/office/drawing/2014/main" id="{3236DE47-DA18-8776-725E-FD4824D2DF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82863" y="5648325"/>
            <a:ext cx="1525587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pPr algn="r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Status Bit/Word</a:t>
            </a:r>
          </a:p>
          <a:p>
            <a:pPr algn="r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Read </a:t>
            </a:r>
          </a:p>
          <a:p>
            <a:pPr algn="r"/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체" panose="020B0609000101010101" pitchFamily="49" charset="-127"/>
            </a:endParaRPr>
          </a:p>
          <a:p>
            <a:pPr algn="r">
              <a:spcBef>
                <a:spcPct val="20000"/>
              </a:spcBef>
            </a:pP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EVENT ACK </a:t>
            </a:r>
          </a:p>
          <a:p>
            <a:pPr algn="r"/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체" panose="020B0609000101010101" pitchFamily="49" charset="-127"/>
            </a:endParaRPr>
          </a:p>
          <a:p>
            <a:pPr algn="r"/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체" panose="020B0609000101010101" pitchFamily="49" charset="-127"/>
            </a:endParaRPr>
          </a:p>
        </p:txBody>
      </p:sp>
      <p:sp>
        <p:nvSpPr>
          <p:cNvPr id="525378" name="Rectangle 66">
            <a:extLst>
              <a:ext uri="{FF2B5EF4-FFF2-40B4-BE49-F238E27FC236}">
                <a16:creationId xmlns:a16="http://schemas.microsoft.com/office/drawing/2014/main" id="{1114CC01-988B-A7AC-B071-0CE1853852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5663" y="5648325"/>
            <a:ext cx="457200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sp>
        <p:nvSpPr>
          <p:cNvPr id="525379" name="Rectangle 67">
            <a:extLst>
              <a:ext uri="{FF2B5EF4-FFF2-40B4-BE49-F238E27FC236}">
                <a16:creationId xmlns:a16="http://schemas.microsoft.com/office/drawing/2014/main" id="{316140D1-29D7-7EFC-0AE8-EE4D5E4B1F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06863" y="5648325"/>
            <a:ext cx="457200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5380" name="Rectangle 68">
            <a:extLst>
              <a:ext uri="{FF2B5EF4-FFF2-40B4-BE49-F238E27FC236}">
                <a16:creationId xmlns:a16="http://schemas.microsoft.com/office/drawing/2014/main" id="{042346AC-A6AE-702E-7304-381FF7DE89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64063" y="5648325"/>
            <a:ext cx="3579812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5381" name="Line 69">
            <a:extLst>
              <a:ext uri="{FF2B5EF4-FFF2-40B4-BE49-F238E27FC236}">
                <a16:creationId xmlns:a16="http://schemas.microsoft.com/office/drawing/2014/main" id="{9196879B-F976-48C8-98D1-BA6AB2645716}"/>
              </a:ext>
            </a:extLst>
          </p:cNvPr>
          <p:cNvSpPr>
            <a:spLocks noChangeShapeType="1"/>
          </p:cNvSpPr>
          <p:nvPr/>
        </p:nvSpPr>
        <p:spPr bwMode="auto">
          <a:xfrm>
            <a:off x="4562475" y="5191125"/>
            <a:ext cx="228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82" name="Line 70">
            <a:extLst>
              <a:ext uri="{FF2B5EF4-FFF2-40B4-BE49-F238E27FC236}">
                <a16:creationId xmlns:a16="http://schemas.microsoft.com/office/drawing/2014/main" id="{F3CD8FD8-E98D-FD7E-5575-8C7AA7F01E18}"/>
              </a:ext>
            </a:extLst>
          </p:cNvPr>
          <p:cNvSpPr>
            <a:spLocks noChangeShapeType="1"/>
          </p:cNvSpPr>
          <p:nvPr/>
        </p:nvSpPr>
        <p:spPr bwMode="auto">
          <a:xfrm>
            <a:off x="4791075" y="5038725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83" name="Line 71">
            <a:extLst>
              <a:ext uri="{FF2B5EF4-FFF2-40B4-BE49-F238E27FC236}">
                <a16:creationId xmlns:a16="http://schemas.microsoft.com/office/drawing/2014/main" id="{6A892AC0-5A9C-E35D-D03B-C300CD1A508D}"/>
              </a:ext>
            </a:extLst>
          </p:cNvPr>
          <p:cNvSpPr>
            <a:spLocks noChangeShapeType="1"/>
          </p:cNvSpPr>
          <p:nvPr/>
        </p:nvSpPr>
        <p:spPr bwMode="auto">
          <a:xfrm>
            <a:off x="4791075" y="5038725"/>
            <a:ext cx="2133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84" name="Line 72">
            <a:extLst>
              <a:ext uri="{FF2B5EF4-FFF2-40B4-BE49-F238E27FC236}">
                <a16:creationId xmlns:a16="http://schemas.microsoft.com/office/drawing/2014/main" id="{4AEA6419-EB4C-F65C-B057-9985322D2D11}"/>
              </a:ext>
            </a:extLst>
          </p:cNvPr>
          <p:cNvSpPr>
            <a:spLocks noChangeShapeType="1"/>
          </p:cNvSpPr>
          <p:nvPr/>
        </p:nvSpPr>
        <p:spPr bwMode="auto">
          <a:xfrm>
            <a:off x="4562475" y="5876925"/>
            <a:ext cx="53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85" name="Line 73">
            <a:extLst>
              <a:ext uri="{FF2B5EF4-FFF2-40B4-BE49-F238E27FC236}">
                <a16:creationId xmlns:a16="http://schemas.microsoft.com/office/drawing/2014/main" id="{00552744-73DC-28F0-25E0-7D7BC1C36CC0}"/>
              </a:ext>
            </a:extLst>
          </p:cNvPr>
          <p:cNvSpPr>
            <a:spLocks noChangeShapeType="1"/>
          </p:cNvSpPr>
          <p:nvPr/>
        </p:nvSpPr>
        <p:spPr bwMode="auto">
          <a:xfrm>
            <a:off x="4791075" y="5038725"/>
            <a:ext cx="15240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86" name="Line 74">
            <a:extLst>
              <a:ext uri="{FF2B5EF4-FFF2-40B4-BE49-F238E27FC236}">
                <a16:creationId xmlns:a16="http://schemas.microsoft.com/office/drawing/2014/main" id="{9B135832-3157-07E9-524C-EBF8D429122C}"/>
              </a:ext>
            </a:extLst>
          </p:cNvPr>
          <p:cNvSpPr>
            <a:spLocks noChangeShapeType="1"/>
          </p:cNvSpPr>
          <p:nvPr/>
        </p:nvSpPr>
        <p:spPr bwMode="auto">
          <a:xfrm>
            <a:off x="4943475" y="5191125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87" name="Line 75">
            <a:extLst>
              <a:ext uri="{FF2B5EF4-FFF2-40B4-BE49-F238E27FC236}">
                <a16:creationId xmlns:a16="http://schemas.microsoft.com/office/drawing/2014/main" id="{B36EA38C-0007-84D7-EF01-BC743E096FDC}"/>
              </a:ext>
            </a:extLst>
          </p:cNvPr>
          <p:cNvSpPr>
            <a:spLocks noChangeShapeType="1"/>
          </p:cNvSpPr>
          <p:nvPr/>
        </p:nvSpPr>
        <p:spPr bwMode="auto">
          <a:xfrm>
            <a:off x="4943475" y="5724525"/>
            <a:ext cx="15240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88" name="Line 76">
            <a:extLst>
              <a:ext uri="{FF2B5EF4-FFF2-40B4-BE49-F238E27FC236}">
                <a16:creationId xmlns:a16="http://schemas.microsoft.com/office/drawing/2014/main" id="{8BCE9C58-E520-8E6A-5047-78B7068E7B1F}"/>
              </a:ext>
            </a:extLst>
          </p:cNvPr>
          <p:cNvSpPr>
            <a:spLocks noChangeShapeType="1"/>
          </p:cNvSpPr>
          <p:nvPr/>
        </p:nvSpPr>
        <p:spPr bwMode="auto">
          <a:xfrm>
            <a:off x="6315075" y="5876925"/>
            <a:ext cx="1828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89" name="Line 77">
            <a:extLst>
              <a:ext uri="{FF2B5EF4-FFF2-40B4-BE49-F238E27FC236}">
                <a16:creationId xmlns:a16="http://schemas.microsoft.com/office/drawing/2014/main" id="{F39D942C-B65C-DFC1-5999-946A5DFECCBE}"/>
              </a:ext>
            </a:extLst>
          </p:cNvPr>
          <p:cNvSpPr>
            <a:spLocks noChangeShapeType="1"/>
          </p:cNvSpPr>
          <p:nvPr/>
        </p:nvSpPr>
        <p:spPr bwMode="auto">
          <a:xfrm>
            <a:off x="4562475" y="6334125"/>
            <a:ext cx="2057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90" name="Line 78">
            <a:extLst>
              <a:ext uri="{FF2B5EF4-FFF2-40B4-BE49-F238E27FC236}">
                <a16:creationId xmlns:a16="http://schemas.microsoft.com/office/drawing/2014/main" id="{9BCB26F4-F7B1-0979-B2F9-0FF3E9564D9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619875" y="6181725"/>
            <a:ext cx="0" cy="152400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91" name="Line 79">
            <a:extLst>
              <a:ext uri="{FF2B5EF4-FFF2-40B4-BE49-F238E27FC236}">
                <a16:creationId xmlns:a16="http://schemas.microsoft.com/office/drawing/2014/main" id="{D7F37AB8-06E0-694C-CA91-511DAF73A34E}"/>
              </a:ext>
            </a:extLst>
          </p:cNvPr>
          <p:cNvSpPr>
            <a:spLocks noChangeShapeType="1"/>
          </p:cNvSpPr>
          <p:nvPr/>
        </p:nvSpPr>
        <p:spPr bwMode="auto">
          <a:xfrm>
            <a:off x="6619875" y="6181725"/>
            <a:ext cx="53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92" name="Line 80">
            <a:extLst>
              <a:ext uri="{FF2B5EF4-FFF2-40B4-BE49-F238E27FC236}">
                <a16:creationId xmlns:a16="http://schemas.microsoft.com/office/drawing/2014/main" id="{22646FDB-6889-83E9-B5FD-E3FF579238E4}"/>
              </a:ext>
            </a:extLst>
          </p:cNvPr>
          <p:cNvSpPr>
            <a:spLocks noChangeShapeType="1"/>
          </p:cNvSpPr>
          <p:nvPr/>
        </p:nvSpPr>
        <p:spPr bwMode="auto">
          <a:xfrm>
            <a:off x="7153275" y="6181725"/>
            <a:ext cx="0" cy="15240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93" name="Line 81">
            <a:extLst>
              <a:ext uri="{FF2B5EF4-FFF2-40B4-BE49-F238E27FC236}">
                <a16:creationId xmlns:a16="http://schemas.microsoft.com/office/drawing/2014/main" id="{8BDF0736-17C5-6C34-44D5-B97F769640B5}"/>
              </a:ext>
            </a:extLst>
          </p:cNvPr>
          <p:cNvSpPr>
            <a:spLocks noChangeShapeType="1"/>
          </p:cNvSpPr>
          <p:nvPr/>
        </p:nvSpPr>
        <p:spPr bwMode="auto">
          <a:xfrm>
            <a:off x="7153275" y="6334125"/>
            <a:ext cx="990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94" name="Line 82">
            <a:extLst>
              <a:ext uri="{FF2B5EF4-FFF2-40B4-BE49-F238E27FC236}">
                <a16:creationId xmlns:a16="http://schemas.microsoft.com/office/drawing/2014/main" id="{5CD36B1E-9395-CA8D-03F7-6F3C50F75A8E}"/>
              </a:ext>
            </a:extLst>
          </p:cNvPr>
          <p:cNvSpPr>
            <a:spLocks noChangeShapeType="1"/>
          </p:cNvSpPr>
          <p:nvPr/>
        </p:nvSpPr>
        <p:spPr bwMode="auto">
          <a:xfrm>
            <a:off x="6315075" y="5876925"/>
            <a:ext cx="304800" cy="3048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95" name="Line 83">
            <a:extLst>
              <a:ext uri="{FF2B5EF4-FFF2-40B4-BE49-F238E27FC236}">
                <a16:creationId xmlns:a16="http://schemas.microsoft.com/office/drawing/2014/main" id="{5D9045F7-617D-CD1C-EDAF-55D650AFF0B2}"/>
              </a:ext>
            </a:extLst>
          </p:cNvPr>
          <p:cNvSpPr>
            <a:spLocks noChangeShapeType="1"/>
          </p:cNvSpPr>
          <p:nvPr/>
        </p:nvSpPr>
        <p:spPr bwMode="auto">
          <a:xfrm rot="10730902" flipH="1">
            <a:off x="6627813" y="5876925"/>
            <a:ext cx="15240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96" name="Line 84">
            <a:extLst>
              <a:ext uri="{FF2B5EF4-FFF2-40B4-BE49-F238E27FC236}">
                <a16:creationId xmlns:a16="http://schemas.microsoft.com/office/drawing/2014/main" id="{EE388297-DE0C-AF43-9989-4C867FD6E56A}"/>
              </a:ext>
            </a:extLst>
          </p:cNvPr>
          <p:cNvSpPr>
            <a:spLocks noChangeShapeType="1"/>
          </p:cNvSpPr>
          <p:nvPr/>
        </p:nvSpPr>
        <p:spPr bwMode="auto">
          <a:xfrm rot="10730902" flipH="1">
            <a:off x="6772275" y="5189538"/>
            <a:ext cx="3175" cy="6858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97" name="Line 85">
            <a:extLst>
              <a:ext uri="{FF2B5EF4-FFF2-40B4-BE49-F238E27FC236}">
                <a16:creationId xmlns:a16="http://schemas.microsoft.com/office/drawing/2014/main" id="{1962E68A-2FED-C6FF-DACE-99427DFCB6C4}"/>
              </a:ext>
            </a:extLst>
          </p:cNvPr>
          <p:cNvSpPr>
            <a:spLocks noChangeShapeType="1"/>
          </p:cNvSpPr>
          <p:nvPr/>
        </p:nvSpPr>
        <p:spPr bwMode="auto">
          <a:xfrm rot="10730902" flipH="1">
            <a:off x="6772275" y="5038725"/>
            <a:ext cx="15240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98" name="Line 86">
            <a:extLst>
              <a:ext uri="{FF2B5EF4-FFF2-40B4-BE49-F238E27FC236}">
                <a16:creationId xmlns:a16="http://schemas.microsoft.com/office/drawing/2014/main" id="{65D66A5A-4CC8-B3E9-A4AB-888AE23A55F2}"/>
              </a:ext>
            </a:extLst>
          </p:cNvPr>
          <p:cNvSpPr>
            <a:spLocks noChangeShapeType="1"/>
          </p:cNvSpPr>
          <p:nvPr/>
        </p:nvSpPr>
        <p:spPr bwMode="auto">
          <a:xfrm>
            <a:off x="6924675" y="5038725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399" name="Line 87">
            <a:extLst>
              <a:ext uri="{FF2B5EF4-FFF2-40B4-BE49-F238E27FC236}">
                <a16:creationId xmlns:a16="http://schemas.microsoft.com/office/drawing/2014/main" id="{B3655822-071D-1C39-E0CB-901364248387}"/>
              </a:ext>
            </a:extLst>
          </p:cNvPr>
          <p:cNvSpPr>
            <a:spLocks noChangeShapeType="1"/>
          </p:cNvSpPr>
          <p:nvPr/>
        </p:nvSpPr>
        <p:spPr bwMode="auto">
          <a:xfrm>
            <a:off x="6924675" y="5191125"/>
            <a:ext cx="1219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400" name="Line 88">
            <a:extLst>
              <a:ext uri="{FF2B5EF4-FFF2-40B4-BE49-F238E27FC236}">
                <a16:creationId xmlns:a16="http://schemas.microsoft.com/office/drawing/2014/main" id="{A36312FA-BFBD-2B73-8E45-2B6C27E85B90}"/>
              </a:ext>
            </a:extLst>
          </p:cNvPr>
          <p:cNvSpPr>
            <a:spLocks noChangeShapeType="1"/>
          </p:cNvSpPr>
          <p:nvPr/>
        </p:nvSpPr>
        <p:spPr bwMode="auto">
          <a:xfrm>
            <a:off x="7000875" y="5343525"/>
            <a:ext cx="0" cy="6858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401" name="Line 89">
            <a:extLst>
              <a:ext uri="{FF2B5EF4-FFF2-40B4-BE49-F238E27FC236}">
                <a16:creationId xmlns:a16="http://schemas.microsoft.com/office/drawing/2014/main" id="{5D35965F-A723-0B4C-4F5A-BABFAC96B135}"/>
              </a:ext>
            </a:extLst>
          </p:cNvPr>
          <p:cNvSpPr>
            <a:spLocks noChangeShapeType="1"/>
          </p:cNvSpPr>
          <p:nvPr/>
        </p:nvSpPr>
        <p:spPr bwMode="auto">
          <a:xfrm>
            <a:off x="7000875" y="6029325"/>
            <a:ext cx="15240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402" name="Line 90">
            <a:extLst>
              <a:ext uri="{FF2B5EF4-FFF2-40B4-BE49-F238E27FC236}">
                <a16:creationId xmlns:a16="http://schemas.microsoft.com/office/drawing/2014/main" id="{A2782D0D-1E15-BC04-6C0A-3B20C84FE510}"/>
              </a:ext>
            </a:extLst>
          </p:cNvPr>
          <p:cNvSpPr>
            <a:spLocks noChangeShapeType="1"/>
          </p:cNvSpPr>
          <p:nvPr/>
        </p:nvSpPr>
        <p:spPr bwMode="auto">
          <a:xfrm>
            <a:off x="6924675" y="5191125"/>
            <a:ext cx="7620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5403" name="AutoShape 91">
            <a:extLst>
              <a:ext uri="{FF2B5EF4-FFF2-40B4-BE49-F238E27FC236}">
                <a16:creationId xmlns:a16="http://schemas.microsoft.com/office/drawing/2014/main" id="{E96388AA-D2CC-323A-ABCE-7AB162A382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95875" y="5724525"/>
            <a:ext cx="1219200" cy="304800"/>
          </a:xfrm>
          <a:prstGeom prst="hexagon">
            <a:avLst>
              <a:gd name="adj" fmla="val 62500"/>
              <a:gd name="vf" fmla="val 115470"/>
            </a:avLst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endParaRPr lang="ko-KR" altLang="en-US"/>
          </a:p>
        </p:txBody>
      </p:sp>
      <p:sp>
        <p:nvSpPr>
          <p:cNvPr id="525404" name="Rectangle 92">
            <a:extLst>
              <a:ext uri="{FF2B5EF4-FFF2-40B4-BE49-F238E27FC236}">
                <a16:creationId xmlns:a16="http://schemas.microsoft.com/office/drawing/2014/main" id="{B6A745F2-7527-5FA3-A5E6-8FFE69951C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53275" y="5910263"/>
            <a:ext cx="61595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/>
          <a:p>
            <a:pPr algn="l"/>
            <a:r>
              <a:rPr lang="en-US" altLang="ko-KR" sz="1000" b="0">
                <a:solidFill>
                  <a:srgbClr val="FF3300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Reseted </a:t>
            </a:r>
          </a:p>
          <a:p>
            <a:pPr algn="l"/>
            <a:r>
              <a:rPr lang="en-US" altLang="ko-KR" sz="1000" b="0">
                <a:solidFill>
                  <a:srgbClr val="FF3300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By PLC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338" name="Text Box 2">
            <a:extLst>
              <a:ext uri="{FF2B5EF4-FFF2-40B4-BE49-F238E27FC236}">
                <a16:creationId xmlns:a16="http://schemas.microsoft.com/office/drawing/2014/main" id="{61335332-0869-85A3-1C57-EE8AF8CFF7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410527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Command Sequence (</a:t>
            </a:r>
            <a:r>
              <a:rPr lang="en-US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Command Set/Reset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)</a:t>
            </a:r>
          </a:p>
        </p:txBody>
      </p:sp>
      <p:sp>
        <p:nvSpPr>
          <p:cNvPr id="526339" name="Rectangle 3">
            <a:extLst>
              <a:ext uri="{FF2B5EF4-FFF2-40B4-BE49-F238E27FC236}">
                <a16:creationId xmlns:a16="http://schemas.microsoft.com/office/drawing/2014/main" id="{55E4865C-813A-099F-E801-4B63131E6D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6391" name="Rectangle 55">
            <a:extLst>
              <a:ext uri="{FF2B5EF4-FFF2-40B4-BE49-F238E27FC236}">
                <a16:creationId xmlns:a16="http://schemas.microsoft.com/office/drawing/2014/main" id="{552EDAC9-8AF4-F14C-67C4-DC99EBF0E4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45163" y="2466975"/>
            <a:ext cx="13716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Cmd Bit Write</a:t>
            </a:r>
          </a:p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Cmd Word Write</a:t>
            </a:r>
          </a:p>
        </p:txBody>
      </p:sp>
      <p:sp>
        <p:nvSpPr>
          <p:cNvPr id="526392" name="Oval 56">
            <a:extLst>
              <a:ext uri="{FF2B5EF4-FFF2-40B4-BE49-F238E27FC236}">
                <a16:creationId xmlns:a16="http://schemas.microsoft.com/office/drawing/2014/main" id="{AA61ADD0-E360-E5A4-7C12-008E5A63E8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45163" y="1171575"/>
            <a:ext cx="13716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Command Trigger</a:t>
            </a:r>
          </a:p>
        </p:txBody>
      </p:sp>
      <p:sp>
        <p:nvSpPr>
          <p:cNvPr id="526393" name="Rectangle 57">
            <a:extLst>
              <a:ext uri="{FF2B5EF4-FFF2-40B4-BE49-F238E27FC236}">
                <a16:creationId xmlns:a16="http://schemas.microsoft.com/office/drawing/2014/main" id="{4825B555-5E08-D46D-AD83-ACE2C0D18C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45163" y="3263900"/>
            <a:ext cx="1371600" cy="304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accent2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Cmd Strobe Set</a:t>
            </a:r>
          </a:p>
        </p:txBody>
      </p:sp>
      <p:sp>
        <p:nvSpPr>
          <p:cNvPr id="526396" name="Oval 60">
            <a:extLst>
              <a:ext uri="{FF2B5EF4-FFF2-40B4-BE49-F238E27FC236}">
                <a16:creationId xmlns:a16="http://schemas.microsoft.com/office/drawing/2014/main" id="{6A1C895F-232D-8A79-2533-5C07200ED3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78163" y="1171575"/>
            <a:ext cx="1371600" cy="5334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Command Handler</a:t>
            </a:r>
          </a:p>
        </p:txBody>
      </p:sp>
      <p:sp>
        <p:nvSpPr>
          <p:cNvPr id="526397" name="Rectangle 61">
            <a:extLst>
              <a:ext uri="{FF2B5EF4-FFF2-40B4-BE49-F238E27FC236}">
                <a16:creationId xmlns:a16="http://schemas.microsoft.com/office/drawing/2014/main" id="{E21B0007-797B-E3D3-B2C5-D40708FA03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78163" y="2466975"/>
            <a:ext cx="13716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Cmd Bit</a:t>
            </a:r>
          </a:p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Cmd Word</a:t>
            </a:r>
          </a:p>
        </p:txBody>
      </p:sp>
      <p:sp>
        <p:nvSpPr>
          <p:cNvPr id="526398" name="AutoShape 62">
            <a:extLst>
              <a:ext uri="{FF2B5EF4-FFF2-40B4-BE49-F238E27FC236}">
                <a16:creationId xmlns:a16="http://schemas.microsoft.com/office/drawing/2014/main" id="{1BD1C052-0CF1-ABB9-22A2-2C8100E843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78163" y="3187700"/>
            <a:ext cx="1371600" cy="457200"/>
          </a:xfrm>
          <a:prstGeom prst="flowChartDecision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Cmd Check</a:t>
            </a:r>
          </a:p>
        </p:txBody>
      </p:sp>
      <p:sp>
        <p:nvSpPr>
          <p:cNvPr id="526399" name="Rectangle 63">
            <a:extLst>
              <a:ext uri="{FF2B5EF4-FFF2-40B4-BE49-F238E27FC236}">
                <a16:creationId xmlns:a16="http://schemas.microsoft.com/office/drawing/2014/main" id="{BF54531E-BBE2-F5A3-8EAC-CBDB8942C6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45163" y="3906838"/>
            <a:ext cx="1371600" cy="304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Cmd Strobe Reset</a:t>
            </a:r>
          </a:p>
        </p:txBody>
      </p:sp>
      <p:sp>
        <p:nvSpPr>
          <p:cNvPr id="526403" name="Rectangle 67">
            <a:extLst>
              <a:ext uri="{FF2B5EF4-FFF2-40B4-BE49-F238E27FC236}">
                <a16:creationId xmlns:a16="http://schemas.microsoft.com/office/drawing/2014/main" id="{2A6C26B4-65C7-48A6-214F-4D7070A6B9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78163" y="1895475"/>
            <a:ext cx="1371600" cy="304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Cmd Enable</a:t>
            </a:r>
          </a:p>
        </p:txBody>
      </p:sp>
      <p:sp>
        <p:nvSpPr>
          <p:cNvPr id="526404" name="AutoShape 68">
            <a:extLst>
              <a:ext uri="{FF2B5EF4-FFF2-40B4-BE49-F238E27FC236}">
                <a16:creationId xmlns:a16="http://schemas.microsoft.com/office/drawing/2014/main" id="{62D2C7CE-86BF-7DB0-1780-4AE79814BE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78163" y="739775"/>
            <a:ext cx="1371600" cy="304800"/>
          </a:xfrm>
          <a:prstGeom prst="roundRect">
            <a:avLst>
              <a:gd name="adj" fmla="val 16667"/>
            </a:avLst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M-PLC</a:t>
            </a:r>
          </a:p>
        </p:txBody>
      </p:sp>
      <p:sp>
        <p:nvSpPr>
          <p:cNvPr id="526405" name="AutoShape 69">
            <a:extLst>
              <a:ext uri="{FF2B5EF4-FFF2-40B4-BE49-F238E27FC236}">
                <a16:creationId xmlns:a16="http://schemas.microsoft.com/office/drawing/2014/main" id="{ECFE7904-5217-1EEC-30D6-5E35932E00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45163" y="739775"/>
            <a:ext cx="1371600" cy="304800"/>
          </a:xfrm>
          <a:prstGeom prst="roundRect">
            <a:avLst>
              <a:gd name="adj" fmla="val 16667"/>
            </a:avLst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ECS</a:t>
            </a:r>
          </a:p>
        </p:txBody>
      </p:sp>
      <p:sp>
        <p:nvSpPr>
          <p:cNvPr id="526406" name="Line 70">
            <a:extLst>
              <a:ext uri="{FF2B5EF4-FFF2-40B4-BE49-F238E27FC236}">
                <a16:creationId xmlns:a16="http://schemas.microsoft.com/office/drawing/2014/main" id="{3AAC3DE2-7853-FED2-1128-ED84BDBC6A13}"/>
              </a:ext>
            </a:extLst>
          </p:cNvPr>
          <p:cNvSpPr>
            <a:spLocks noChangeShapeType="1"/>
          </p:cNvSpPr>
          <p:nvPr/>
        </p:nvSpPr>
        <p:spPr bwMode="auto">
          <a:xfrm>
            <a:off x="5211763" y="739775"/>
            <a:ext cx="34925" cy="3671888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07" name="Rectangle 71">
            <a:extLst>
              <a:ext uri="{FF2B5EF4-FFF2-40B4-BE49-F238E27FC236}">
                <a16:creationId xmlns:a16="http://schemas.microsoft.com/office/drawing/2014/main" id="{F9678FE8-A9AD-8449-1A0F-BB7CA5CE87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24150" y="4556125"/>
            <a:ext cx="1525588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pPr algn="r">
              <a:spcBef>
                <a:spcPct val="20000"/>
              </a:spcBef>
            </a:pPr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체" panose="020B0609000101010101" pitchFamily="49" charset="-127"/>
            </a:endParaRPr>
          </a:p>
          <a:p>
            <a:pPr algn="r">
              <a:spcBef>
                <a:spcPct val="20000"/>
              </a:spcBef>
            </a:pP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Command Enable</a:t>
            </a:r>
          </a:p>
          <a:p>
            <a:pPr algn="r">
              <a:spcBef>
                <a:spcPct val="20000"/>
              </a:spcBef>
            </a:pPr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체" panose="020B0609000101010101" pitchFamily="49" charset="-127"/>
            </a:endParaRPr>
          </a:p>
          <a:p>
            <a:pPr algn="r">
              <a:spcBef>
                <a:spcPct val="20000"/>
              </a:spcBef>
            </a:pP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Start/End</a:t>
            </a:r>
          </a:p>
        </p:txBody>
      </p:sp>
      <p:sp>
        <p:nvSpPr>
          <p:cNvPr id="526408" name="Rectangle 72">
            <a:extLst>
              <a:ext uri="{FF2B5EF4-FFF2-40B4-BE49-F238E27FC236}">
                <a16:creationId xmlns:a16="http://schemas.microsoft.com/office/drawing/2014/main" id="{AFF6DA6E-69BF-4E84-D944-FB43190A56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62188" y="4556125"/>
            <a:ext cx="457200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</a:p>
        </p:txBody>
      </p:sp>
      <p:sp>
        <p:nvSpPr>
          <p:cNvPr id="526409" name="Rectangle 73">
            <a:extLst>
              <a:ext uri="{FF2B5EF4-FFF2-40B4-BE49-F238E27FC236}">
                <a16:creationId xmlns:a16="http://schemas.microsoft.com/office/drawing/2014/main" id="{74CF76F2-54D0-6ED4-0FC5-B882D12C65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49738" y="4556125"/>
            <a:ext cx="457200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6410" name="Rectangle 74">
            <a:extLst>
              <a:ext uri="{FF2B5EF4-FFF2-40B4-BE49-F238E27FC236}">
                <a16:creationId xmlns:a16="http://schemas.microsoft.com/office/drawing/2014/main" id="{69DB5BF7-0642-3252-E6A1-DD18012A19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06938" y="4556125"/>
            <a:ext cx="3581400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6411" name="Rectangle 75">
            <a:extLst>
              <a:ext uri="{FF2B5EF4-FFF2-40B4-BE49-F238E27FC236}">
                <a16:creationId xmlns:a16="http://schemas.microsoft.com/office/drawing/2014/main" id="{75099C91-9E58-CDDD-A884-25B0D5F0B8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17800" y="5622925"/>
            <a:ext cx="1533525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pPr algn="r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Command Bit/Word</a:t>
            </a:r>
          </a:p>
          <a:p>
            <a:pPr algn="r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Write </a:t>
            </a:r>
          </a:p>
          <a:p>
            <a:pPr algn="r"/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체" panose="020B0609000101010101" pitchFamily="49" charset="-127"/>
            </a:endParaRPr>
          </a:p>
          <a:p>
            <a:pPr algn="r">
              <a:spcBef>
                <a:spcPct val="20000"/>
              </a:spcBef>
            </a:pP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Command Strobe</a:t>
            </a:r>
          </a:p>
          <a:p>
            <a:pPr algn="r"/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체" panose="020B0609000101010101" pitchFamily="49" charset="-127"/>
            </a:endParaRPr>
          </a:p>
          <a:p>
            <a:pPr algn="r"/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체" panose="020B0609000101010101" pitchFamily="49" charset="-127"/>
            </a:endParaRPr>
          </a:p>
        </p:txBody>
      </p:sp>
      <p:sp>
        <p:nvSpPr>
          <p:cNvPr id="526412" name="Rectangle 76">
            <a:extLst>
              <a:ext uri="{FF2B5EF4-FFF2-40B4-BE49-F238E27FC236}">
                <a16:creationId xmlns:a16="http://schemas.microsoft.com/office/drawing/2014/main" id="{1E94BFB0-EE95-8221-3A81-AC0BC504EC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60600" y="5622925"/>
            <a:ext cx="457200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sp>
        <p:nvSpPr>
          <p:cNvPr id="526413" name="Rectangle 77">
            <a:extLst>
              <a:ext uri="{FF2B5EF4-FFF2-40B4-BE49-F238E27FC236}">
                <a16:creationId xmlns:a16="http://schemas.microsoft.com/office/drawing/2014/main" id="{50462E4B-0AA1-3E54-8EA5-85A21D3F37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1325" y="5622925"/>
            <a:ext cx="457200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6414" name="Rectangle 78">
            <a:extLst>
              <a:ext uri="{FF2B5EF4-FFF2-40B4-BE49-F238E27FC236}">
                <a16:creationId xmlns:a16="http://schemas.microsoft.com/office/drawing/2014/main" id="{D66F42A2-90C7-2B60-42B2-A91DF58A5B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08525" y="5622925"/>
            <a:ext cx="3579813" cy="1066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6415" name="Line 79">
            <a:extLst>
              <a:ext uri="{FF2B5EF4-FFF2-40B4-BE49-F238E27FC236}">
                <a16:creationId xmlns:a16="http://schemas.microsoft.com/office/drawing/2014/main" id="{32F24929-0FBC-B060-93B1-BC8CD8C12C25}"/>
              </a:ext>
            </a:extLst>
          </p:cNvPr>
          <p:cNvSpPr>
            <a:spLocks noChangeShapeType="1"/>
          </p:cNvSpPr>
          <p:nvPr/>
        </p:nvSpPr>
        <p:spPr bwMode="auto">
          <a:xfrm>
            <a:off x="4706938" y="5851525"/>
            <a:ext cx="53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16" name="Line 80">
            <a:extLst>
              <a:ext uri="{FF2B5EF4-FFF2-40B4-BE49-F238E27FC236}">
                <a16:creationId xmlns:a16="http://schemas.microsoft.com/office/drawing/2014/main" id="{CD19955D-2F37-5620-CBDC-610C9046AD94}"/>
              </a:ext>
            </a:extLst>
          </p:cNvPr>
          <p:cNvSpPr>
            <a:spLocks noChangeShapeType="1"/>
          </p:cNvSpPr>
          <p:nvPr/>
        </p:nvSpPr>
        <p:spPr bwMode="auto">
          <a:xfrm>
            <a:off x="6154738" y="5851525"/>
            <a:ext cx="2133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17" name="Line 81">
            <a:extLst>
              <a:ext uri="{FF2B5EF4-FFF2-40B4-BE49-F238E27FC236}">
                <a16:creationId xmlns:a16="http://schemas.microsoft.com/office/drawing/2014/main" id="{E442C45E-EDC5-B7BA-3F73-E684B5F6F306}"/>
              </a:ext>
            </a:extLst>
          </p:cNvPr>
          <p:cNvSpPr>
            <a:spLocks noChangeShapeType="1"/>
          </p:cNvSpPr>
          <p:nvPr/>
        </p:nvSpPr>
        <p:spPr bwMode="auto">
          <a:xfrm>
            <a:off x="4706938" y="6308725"/>
            <a:ext cx="1752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18" name="Line 82">
            <a:extLst>
              <a:ext uri="{FF2B5EF4-FFF2-40B4-BE49-F238E27FC236}">
                <a16:creationId xmlns:a16="http://schemas.microsoft.com/office/drawing/2014/main" id="{441B862A-1A23-39DD-5810-4D02B673C37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459538" y="6156325"/>
            <a:ext cx="0" cy="152400"/>
          </a:xfrm>
          <a:prstGeom prst="line">
            <a:avLst/>
          </a:prstGeom>
          <a:noFill/>
          <a:ln w="19050">
            <a:solidFill>
              <a:schemeClr val="accent2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19" name="Line 83">
            <a:extLst>
              <a:ext uri="{FF2B5EF4-FFF2-40B4-BE49-F238E27FC236}">
                <a16:creationId xmlns:a16="http://schemas.microsoft.com/office/drawing/2014/main" id="{2AFEC207-DF0B-ACD0-9EDE-6E78BF964B9A}"/>
              </a:ext>
            </a:extLst>
          </p:cNvPr>
          <p:cNvSpPr>
            <a:spLocks noChangeShapeType="1"/>
          </p:cNvSpPr>
          <p:nvPr/>
        </p:nvSpPr>
        <p:spPr bwMode="auto">
          <a:xfrm>
            <a:off x="6459538" y="6156325"/>
            <a:ext cx="609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20" name="Line 84">
            <a:extLst>
              <a:ext uri="{FF2B5EF4-FFF2-40B4-BE49-F238E27FC236}">
                <a16:creationId xmlns:a16="http://schemas.microsoft.com/office/drawing/2014/main" id="{5170D48E-FE63-1F86-BE64-B53C5C0AE478}"/>
              </a:ext>
            </a:extLst>
          </p:cNvPr>
          <p:cNvSpPr>
            <a:spLocks noChangeShapeType="1"/>
          </p:cNvSpPr>
          <p:nvPr/>
        </p:nvSpPr>
        <p:spPr bwMode="auto">
          <a:xfrm>
            <a:off x="7069138" y="6308725"/>
            <a:ext cx="1219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21" name="Line 85">
            <a:extLst>
              <a:ext uri="{FF2B5EF4-FFF2-40B4-BE49-F238E27FC236}">
                <a16:creationId xmlns:a16="http://schemas.microsoft.com/office/drawing/2014/main" id="{F912A352-83B2-688B-1672-16756F2D5245}"/>
              </a:ext>
            </a:extLst>
          </p:cNvPr>
          <p:cNvSpPr>
            <a:spLocks noChangeShapeType="1"/>
          </p:cNvSpPr>
          <p:nvPr/>
        </p:nvSpPr>
        <p:spPr bwMode="auto">
          <a:xfrm>
            <a:off x="6154738" y="5851525"/>
            <a:ext cx="304800" cy="3048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22" name="Line 86">
            <a:extLst>
              <a:ext uri="{FF2B5EF4-FFF2-40B4-BE49-F238E27FC236}">
                <a16:creationId xmlns:a16="http://schemas.microsoft.com/office/drawing/2014/main" id="{F57AEAC9-EACA-4BF6-B184-7E1BF6763DB8}"/>
              </a:ext>
            </a:extLst>
          </p:cNvPr>
          <p:cNvSpPr>
            <a:spLocks noChangeShapeType="1"/>
          </p:cNvSpPr>
          <p:nvPr/>
        </p:nvSpPr>
        <p:spPr bwMode="auto">
          <a:xfrm rot="10730902" flipH="1">
            <a:off x="6467475" y="5851525"/>
            <a:ext cx="15240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23" name="Line 87">
            <a:extLst>
              <a:ext uri="{FF2B5EF4-FFF2-40B4-BE49-F238E27FC236}">
                <a16:creationId xmlns:a16="http://schemas.microsoft.com/office/drawing/2014/main" id="{234F481A-9ADD-B5BD-9866-03D4102FF59F}"/>
              </a:ext>
            </a:extLst>
          </p:cNvPr>
          <p:cNvSpPr>
            <a:spLocks noChangeShapeType="1"/>
          </p:cNvSpPr>
          <p:nvPr/>
        </p:nvSpPr>
        <p:spPr bwMode="auto">
          <a:xfrm rot="10730902" flipH="1">
            <a:off x="6607175" y="5392738"/>
            <a:ext cx="6350" cy="45085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24" name="Line 88">
            <a:extLst>
              <a:ext uri="{FF2B5EF4-FFF2-40B4-BE49-F238E27FC236}">
                <a16:creationId xmlns:a16="http://schemas.microsoft.com/office/drawing/2014/main" id="{62E69435-85EE-F267-923E-8CF07F4942B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611938" y="5241925"/>
            <a:ext cx="15240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25" name="AutoShape 89">
            <a:extLst>
              <a:ext uri="{FF2B5EF4-FFF2-40B4-BE49-F238E27FC236}">
                <a16:creationId xmlns:a16="http://schemas.microsoft.com/office/drawing/2014/main" id="{076B4F6C-8FA2-224D-9719-5E4E070FD6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40338" y="5699125"/>
            <a:ext cx="914400" cy="304800"/>
          </a:xfrm>
          <a:prstGeom prst="hexagon">
            <a:avLst>
              <a:gd name="adj" fmla="val 46875"/>
              <a:gd name="vf" fmla="val 115470"/>
            </a:avLst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endParaRPr lang="ko-KR" altLang="en-US"/>
          </a:p>
        </p:txBody>
      </p:sp>
      <p:sp>
        <p:nvSpPr>
          <p:cNvPr id="526426" name="AutoShape 90">
            <a:extLst>
              <a:ext uri="{FF2B5EF4-FFF2-40B4-BE49-F238E27FC236}">
                <a16:creationId xmlns:a16="http://schemas.microsoft.com/office/drawing/2014/main" id="{F74537ED-34D6-2059-9FA4-F8FF6F6EF7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45163" y="1819275"/>
            <a:ext cx="1371600" cy="457200"/>
          </a:xfrm>
          <a:prstGeom prst="flowChartDecision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Enable Check</a:t>
            </a:r>
          </a:p>
        </p:txBody>
      </p:sp>
      <p:sp>
        <p:nvSpPr>
          <p:cNvPr id="526428" name="Rectangle 92">
            <a:extLst>
              <a:ext uri="{FF2B5EF4-FFF2-40B4-BE49-F238E27FC236}">
                <a16:creationId xmlns:a16="http://schemas.microsoft.com/office/drawing/2014/main" id="{A9757517-FF2E-20C2-08CF-8C42E55D43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78163" y="3906838"/>
            <a:ext cx="1371600" cy="304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 anchor="ctr"/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Cmd Start</a:t>
            </a:r>
          </a:p>
        </p:txBody>
      </p:sp>
      <p:sp>
        <p:nvSpPr>
          <p:cNvPr id="526431" name="Line 95">
            <a:extLst>
              <a:ext uri="{FF2B5EF4-FFF2-40B4-BE49-F238E27FC236}">
                <a16:creationId xmlns:a16="http://schemas.microsoft.com/office/drawing/2014/main" id="{737299E1-BEA4-36FB-8A82-5C4E45561AA1}"/>
              </a:ext>
            </a:extLst>
          </p:cNvPr>
          <p:cNvSpPr>
            <a:spLocks noChangeShapeType="1"/>
          </p:cNvSpPr>
          <p:nvPr/>
        </p:nvSpPr>
        <p:spPr bwMode="auto">
          <a:xfrm>
            <a:off x="4706938" y="4784725"/>
            <a:ext cx="2209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32" name="Line 96">
            <a:extLst>
              <a:ext uri="{FF2B5EF4-FFF2-40B4-BE49-F238E27FC236}">
                <a16:creationId xmlns:a16="http://schemas.microsoft.com/office/drawing/2014/main" id="{7C13F1DC-2450-8660-7A7B-894844CF4530}"/>
              </a:ext>
            </a:extLst>
          </p:cNvPr>
          <p:cNvSpPr>
            <a:spLocks noChangeShapeType="1"/>
          </p:cNvSpPr>
          <p:nvPr/>
        </p:nvSpPr>
        <p:spPr bwMode="auto">
          <a:xfrm>
            <a:off x="5087938" y="4784725"/>
            <a:ext cx="0" cy="914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33" name="Line 97">
            <a:extLst>
              <a:ext uri="{FF2B5EF4-FFF2-40B4-BE49-F238E27FC236}">
                <a16:creationId xmlns:a16="http://schemas.microsoft.com/office/drawing/2014/main" id="{74F91AA3-3784-17BC-A2AB-A1B8107DD370}"/>
              </a:ext>
            </a:extLst>
          </p:cNvPr>
          <p:cNvSpPr>
            <a:spLocks noChangeShapeType="1"/>
          </p:cNvSpPr>
          <p:nvPr/>
        </p:nvSpPr>
        <p:spPr bwMode="auto">
          <a:xfrm>
            <a:off x="5087938" y="5699125"/>
            <a:ext cx="15240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34" name="Line 98">
            <a:extLst>
              <a:ext uri="{FF2B5EF4-FFF2-40B4-BE49-F238E27FC236}">
                <a16:creationId xmlns:a16="http://schemas.microsoft.com/office/drawing/2014/main" id="{BD60FCA3-9F2C-7F92-49D0-3B5873276AD8}"/>
              </a:ext>
            </a:extLst>
          </p:cNvPr>
          <p:cNvSpPr>
            <a:spLocks noChangeShapeType="1"/>
          </p:cNvSpPr>
          <p:nvPr/>
        </p:nvSpPr>
        <p:spPr bwMode="auto">
          <a:xfrm>
            <a:off x="4706938" y="5241925"/>
            <a:ext cx="2057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35" name="Line 99">
            <a:extLst>
              <a:ext uri="{FF2B5EF4-FFF2-40B4-BE49-F238E27FC236}">
                <a16:creationId xmlns:a16="http://schemas.microsoft.com/office/drawing/2014/main" id="{C1675E71-5570-5EE0-489C-FCF4630B37CC}"/>
              </a:ext>
            </a:extLst>
          </p:cNvPr>
          <p:cNvSpPr>
            <a:spLocks noChangeShapeType="1"/>
          </p:cNvSpPr>
          <p:nvPr/>
        </p:nvSpPr>
        <p:spPr bwMode="auto">
          <a:xfrm>
            <a:off x="6764338" y="5089525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36" name="Line 100">
            <a:extLst>
              <a:ext uri="{FF2B5EF4-FFF2-40B4-BE49-F238E27FC236}">
                <a16:creationId xmlns:a16="http://schemas.microsoft.com/office/drawing/2014/main" id="{44F0CEFE-9437-039B-93B4-B1C528D07E3B}"/>
              </a:ext>
            </a:extLst>
          </p:cNvPr>
          <p:cNvSpPr>
            <a:spLocks noChangeShapeType="1"/>
          </p:cNvSpPr>
          <p:nvPr/>
        </p:nvSpPr>
        <p:spPr bwMode="auto">
          <a:xfrm>
            <a:off x="6764338" y="5089525"/>
            <a:ext cx="1143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37" name="Line 101">
            <a:extLst>
              <a:ext uri="{FF2B5EF4-FFF2-40B4-BE49-F238E27FC236}">
                <a16:creationId xmlns:a16="http://schemas.microsoft.com/office/drawing/2014/main" id="{4AADD432-9931-F928-EDF9-F2AD7BAA9304}"/>
              </a:ext>
            </a:extLst>
          </p:cNvPr>
          <p:cNvSpPr>
            <a:spLocks noChangeShapeType="1"/>
          </p:cNvSpPr>
          <p:nvPr/>
        </p:nvSpPr>
        <p:spPr bwMode="auto">
          <a:xfrm>
            <a:off x="6916738" y="5241925"/>
            <a:ext cx="0" cy="7620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38" name="Line 102">
            <a:extLst>
              <a:ext uri="{FF2B5EF4-FFF2-40B4-BE49-F238E27FC236}">
                <a16:creationId xmlns:a16="http://schemas.microsoft.com/office/drawing/2014/main" id="{FA437D6E-400F-5605-0172-A757CBFCF4D4}"/>
              </a:ext>
            </a:extLst>
          </p:cNvPr>
          <p:cNvSpPr>
            <a:spLocks noChangeShapeType="1"/>
          </p:cNvSpPr>
          <p:nvPr/>
        </p:nvSpPr>
        <p:spPr bwMode="auto">
          <a:xfrm>
            <a:off x="6916738" y="6003925"/>
            <a:ext cx="15240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39" name="Line 103">
            <a:extLst>
              <a:ext uri="{FF2B5EF4-FFF2-40B4-BE49-F238E27FC236}">
                <a16:creationId xmlns:a16="http://schemas.microsoft.com/office/drawing/2014/main" id="{A4B0AFB1-3B59-AD0E-61E9-C0A3B5EC9D8D}"/>
              </a:ext>
            </a:extLst>
          </p:cNvPr>
          <p:cNvSpPr>
            <a:spLocks noChangeShapeType="1"/>
          </p:cNvSpPr>
          <p:nvPr/>
        </p:nvSpPr>
        <p:spPr bwMode="auto">
          <a:xfrm>
            <a:off x="6916738" y="4784725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40" name="Line 104">
            <a:extLst>
              <a:ext uri="{FF2B5EF4-FFF2-40B4-BE49-F238E27FC236}">
                <a16:creationId xmlns:a16="http://schemas.microsoft.com/office/drawing/2014/main" id="{FC45F83E-4FB5-10C2-6FBB-48BFC4520678}"/>
              </a:ext>
            </a:extLst>
          </p:cNvPr>
          <p:cNvSpPr>
            <a:spLocks noChangeShapeType="1"/>
          </p:cNvSpPr>
          <p:nvPr/>
        </p:nvSpPr>
        <p:spPr bwMode="auto">
          <a:xfrm>
            <a:off x="6916738" y="4937125"/>
            <a:ext cx="1143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41" name="Line 105">
            <a:extLst>
              <a:ext uri="{FF2B5EF4-FFF2-40B4-BE49-F238E27FC236}">
                <a16:creationId xmlns:a16="http://schemas.microsoft.com/office/drawing/2014/main" id="{28B2B627-E104-6045-8F0A-FFC5E70A0E8D}"/>
              </a:ext>
            </a:extLst>
          </p:cNvPr>
          <p:cNvSpPr>
            <a:spLocks noChangeShapeType="1"/>
          </p:cNvSpPr>
          <p:nvPr/>
        </p:nvSpPr>
        <p:spPr bwMode="auto">
          <a:xfrm rot="10730902" flipH="1">
            <a:off x="6764338" y="4784725"/>
            <a:ext cx="15240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42" name="Line 106">
            <a:extLst>
              <a:ext uri="{FF2B5EF4-FFF2-40B4-BE49-F238E27FC236}">
                <a16:creationId xmlns:a16="http://schemas.microsoft.com/office/drawing/2014/main" id="{43E48476-B6E9-FE72-01DD-38EF5E9D4546}"/>
              </a:ext>
            </a:extLst>
          </p:cNvPr>
          <p:cNvSpPr>
            <a:spLocks noChangeShapeType="1"/>
          </p:cNvSpPr>
          <p:nvPr/>
        </p:nvSpPr>
        <p:spPr bwMode="auto">
          <a:xfrm>
            <a:off x="7907338" y="5241925"/>
            <a:ext cx="381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43" name="Line 107">
            <a:extLst>
              <a:ext uri="{FF2B5EF4-FFF2-40B4-BE49-F238E27FC236}">
                <a16:creationId xmlns:a16="http://schemas.microsoft.com/office/drawing/2014/main" id="{ADAE6C80-831F-3FE6-AF8F-A3157A4F708D}"/>
              </a:ext>
            </a:extLst>
          </p:cNvPr>
          <p:cNvSpPr>
            <a:spLocks noChangeShapeType="1"/>
          </p:cNvSpPr>
          <p:nvPr/>
        </p:nvSpPr>
        <p:spPr bwMode="auto">
          <a:xfrm>
            <a:off x="7907338" y="5089525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44" name="Line 108">
            <a:extLst>
              <a:ext uri="{FF2B5EF4-FFF2-40B4-BE49-F238E27FC236}">
                <a16:creationId xmlns:a16="http://schemas.microsoft.com/office/drawing/2014/main" id="{BF99980A-EC02-5879-27EC-4AB8FADB2746}"/>
              </a:ext>
            </a:extLst>
          </p:cNvPr>
          <p:cNvSpPr>
            <a:spLocks noChangeShapeType="1"/>
          </p:cNvSpPr>
          <p:nvPr/>
        </p:nvSpPr>
        <p:spPr bwMode="auto">
          <a:xfrm>
            <a:off x="8059738" y="4784725"/>
            <a:ext cx="228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46" name="Text Box 110">
            <a:extLst>
              <a:ext uri="{FF2B5EF4-FFF2-40B4-BE49-F238E27FC236}">
                <a16:creationId xmlns:a16="http://schemas.microsoft.com/office/drawing/2014/main" id="{B2C6A965-1CF4-4F2E-CCD8-9E0604D7B3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73900" y="3870325"/>
            <a:ext cx="1122363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/>
          <a:p>
            <a:pPr algn="l"/>
            <a:r>
              <a:rPr lang="en-US" altLang="ko-KR" sz="1000" b="0">
                <a:solidFill>
                  <a:srgbClr val="FF3300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Reseted By PLC</a:t>
            </a:r>
          </a:p>
          <a:p>
            <a:pPr algn="l"/>
            <a:r>
              <a:rPr lang="en-US" altLang="ko-KR" sz="1000" b="0">
                <a:solidFill>
                  <a:srgbClr val="FF3300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  When Cmd Start</a:t>
            </a:r>
          </a:p>
        </p:txBody>
      </p:sp>
      <p:sp>
        <p:nvSpPr>
          <p:cNvPr id="526447" name="Line 111">
            <a:extLst>
              <a:ext uri="{FF2B5EF4-FFF2-40B4-BE49-F238E27FC236}">
                <a16:creationId xmlns:a16="http://schemas.microsoft.com/office/drawing/2014/main" id="{7B12633C-EE95-FD5E-CE96-6161B251412E}"/>
              </a:ext>
            </a:extLst>
          </p:cNvPr>
          <p:cNvSpPr>
            <a:spLocks noChangeShapeType="1"/>
          </p:cNvSpPr>
          <p:nvPr/>
        </p:nvSpPr>
        <p:spPr bwMode="auto">
          <a:xfrm>
            <a:off x="6764338" y="5089525"/>
            <a:ext cx="15240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48" name="Line 112">
            <a:extLst>
              <a:ext uri="{FF2B5EF4-FFF2-40B4-BE49-F238E27FC236}">
                <a16:creationId xmlns:a16="http://schemas.microsoft.com/office/drawing/2014/main" id="{A59B7149-651D-AB06-0B53-FE2F119B8B33}"/>
              </a:ext>
            </a:extLst>
          </p:cNvPr>
          <p:cNvSpPr>
            <a:spLocks noChangeShapeType="1"/>
          </p:cNvSpPr>
          <p:nvPr/>
        </p:nvSpPr>
        <p:spPr bwMode="auto">
          <a:xfrm>
            <a:off x="7069138" y="6156325"/>
            <a:ext cx="0" cy="152400"/>
          </a:xfrm>
          <a:prstGeom prst="lin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49" name="Line 113">
            <a:extLst>
              <a:ext uri="{FF2B5EF4-FFF2-40B4-BE49-F238E27FC236}">
                <a16:creationId xmlns:a16="http://schemas.microsoft.com/office/drawing/2014/main" id="{1FB6EEE6-4A4E-4191-EA2B-50FFC2809FF9}"/>
              </a:ext>
            </a:extLst>
          </p:cNvPr>
          <p:cNvSpPr>
            <a:spLocks noChangeShapeType="1"/>
          </p:cNvSpPr>
          <p:nvPr/>
        </p:nvSpPr>
        <p:spPr bwMode="auto">
          <a:xfrm rot="10730902" flipH="1">
            <a:off x="6762750" y="4937125"/>
            <a:ext cx="1588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50" name="Line 114">
            <a:extLst>
              <a:ext uri="{FF2B5EF4-FFF2-40B4-BE49-F238E27FC236}">
                <a16:creationId xmlns:a16="http://schemas.microsoft.com/office/drawing/2014/main" id="{2C1F44BC-0080-EA66-C33A-B0862896781B}"/>
              </a:ext>
            </a:extLst>
          </p:cNvPr>
          <p:cNvSpPr>
            <a:spLocks noChangeShapeType="1"/>
          </p:cNvSpPr>
          <p:nvPr/>
        </p:nvSpPr>
        <p:spPr bwMode="auto">
          <a:xfrm>
            <a:off x="8061325" y="4784725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51" name="Line 115">
            <a:extLst>
              <a:ext uri="{FF2B5EF4-FFF2-40B4-BE49-F238E27FC236}">
                <a16:creationId xmlns:a16="http://schemas.microsoft.com/office/drawing/2014/main" id="{96343445-D9D5-A3E0-F710-B6ED23B41056}"/>
              </a:ext>
            </a:extLst>
          </p:cNvPr>
          <p:cNvSpPr>
            <a:spLocks noChangeShapeType="1"/>
          </p:cNvSpPr>
          <p:nvPr/>
        </p:nvSpPr>
        <p:spPr bwMode="auto">
          <a:xfrm rot="10730902" flipH="1">
            <a:off x="7908925" y="4784725"/>
            <a:ext cx="15240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52" name="Line 116">
            <a:extLst>
              <a:ext uri="{FF2B5EF4-FFF2-40B4-BE49-F238E27FC236}">
                <a16:creationId xmlns:a16="http://schemas.microsoft.com/office/drawing/2014/main" id="{E6D65223-0D97-32F6-F498-E3E3BE000D4D}"/>
              </a:ext>
            </a:extLst>
          </p:cNvPr>
          <p:cNvSpPr>
            <a:spLocks noChangeShapeType="1"/>
          </p:cNvSpPr>
          <p:nvPr/>
        </p:nvSpPr>
        <p:spPr bwMode="auto">
          <a:xfrm rot="10730902" flipH="1">
            <a:off x="7907338" y="4937125"/>
            <a:ext cx="0" cy="152400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/>
          <a:lstStyle/>
          <a:p>
            <a:endParaRPr lang="ko-KR" altLang="en-US"/>
          </a:p>
        </p:txBody>
      </p:sp>
      <p:sp>
        <p:nvSpPr>
          <p:cNvPr id="526453" name="Rectangle 117">
            <a:extLst>
              <a:ext uri="{FF2B5EF4-FFF2-40B4-BE49-F238E27FC236}">
                <a16:creationId xmlns:a16="http://schemas.microsoft.com/office/drawing/2014/main" id="{1AAE39D3-DF22-B3EF-26D5-2787023472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5338" y="5884863"/>
            <a:ext cx="61595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000" tIns="46800" rIns="90000" bIns="46800">
            <a:spAutoFit/>
          </a:bodyPr>
          <a:lstStyle/>
          <a:p>
            <a:pPr algn="l"/>
            <a:r>
              <a:rPr lang="en-US" altLang="ko-KR" sz="1000" b="0">
                <a:solidFill>
                  <a:srgbClr val="FF3300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Reseted </a:t>
            </a:r>
          </a:p>
          <a:p>
            <a:pPr algn="l"/>
            <a:r>
              <a:rPr lang="en-US" altLang="ko-KR" sz="1000" b="0">
                <a:solidFill>
                  <a:srgbClr val="FF3300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By PLC</a:t>
            </a:r>
          </a:p>
        </p:txBody>
      </p:sp>
      <p:cxnSp>
        <p:nvCxnSpPr>
          <p:cNvPr id="526454" name="AutoShape 118">
            <a:extLst>
              <a:ext uri="{FF2B5EF4-FFF2-40B4-BE49-F238E27FC236}">
                <a16:creationId xmlns:a16="http://schemas.microsoft.com/office/drawing/2014/main" id="{9332A222-57A6-2B2A-588A-3207AC114369}"/>
              </a:ext>
            </a:extLst>
          </p:cNvPr>
          <p:cNvCxnSpPr>
            <a:cxnSpLocks noChangeShapeType="1"/>
            <a:stCxn id="526396" idx="4"/>
            <a:endCxn id="526403" idx="0"/>
          </p:cNvCxnSpPr>
          <p:nvPr/>
        </p:nvCxnSpPr>
        <p:spPr bwMode="auto">
          <a:xfrm>
            <a:off x="3763963" y="1704975"/>
            <a:ext cx="0" cy="1905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526455" name="AutoShape 119">
            <a:extLst>
              <a:ext uri="{FF2B5EF4-FFF2-40B4-BE49-F238E27FC236}">
                <a16:creationId xmlns:a16="http://schemas.microsoft.com/office/drawing/2014/main" id="{9C285781-E03F-127A-7559-BC825C8022B5}"/>
              </a:ext>
            </a:extLst>
          </p:cNvPr>
          <p:cNvCxnSpPr>
            <a:cxnSpLocks noChangeShapeType="1"/>
            <a:stCxn id="526392" idx="4"/>
            <a:endCxn id="526426" idx="0"/>
          </p:cNvCxnSpPr>
          <p:nvPr/>
        </p:nvCxnSpPr>
        <p:spPr bwMode="auto">
          <a:xfrm>
            <a:off x="6430963" y="1704975"/>
            <a:ext cx="0" cy="1143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526456" name="AutoShape 120">
            <a:extLst>
              <a:ext uri="{FF2B5EF4-FFF2-40B4-BE49-F238E27FC236}">
                <a16:creationId xmlns:a16="http://schemas.microsoft.com/office/drawing/2014/main" id="{EC40D708-C48F-E9F5-A854-481F0A8A46CF}"/>
              </a:ext>
            </a:extLst>
          </p:cNvPr>
          <p:cNvCxnSpPr>
            <a:cxnSpLocks noChangeShapeType="1"/>
            <a:stCxn id="526403" idx="3"/>
            <a:endCxn id="526426" idx="1"/>
          </p:cNvCxnSpPr>
          <p:nvPr/>
        </p:nvCxnSpPr>
        <p:spPr bwMode="auto">
          <a:xfrm>
            <a:off x="4449763" y="2047875"/>
            <a:ext cx="12954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526457" name="AutoShape 121">
            <a:extLst>
              <a:ext uri="{FF2B5EF4-FFF2-40B4-BE49-F238E27FC236}">
                <a16:creationId xmlns:a16="http://schemas.microsoft.com/office/drawing/2014/main" id="{175089AC-F917-B48F-B916-7B59FCE36ACF}"/>
              </a:ext>
            </a:extLst>
          </p:cNvPr>
          <p:cNvCxnSpPr>
            <a:cxnSpLocks noChangeShapeType="1"/>
            <a:stCxn id="526426" idx="2"/>
            <a:endCxn id="526391" idx="0"/>
          </p:cNvCxnSpPr>
          <p:nvPr/>
        </p:nvCxnSpPr>
        <p:spPr bwMode="auto">
          <a:xfrm>
            <a:off x="6430963" y="2276475"/>
            <a:ext cx="0" cy="19050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526458" name="AutoShape 122">
            <a:extLst>
              <a:ext uri="{FF2B5EF4-FFF2-40B4-BE49-F238E27FC236}">
                <a16:creationId xmlns:a16="http://schemas.microsoft.com/office/drawing/2014/main" id="{92288879-3B00-A543-F1F0-BE6146694F7A}"/>
              </a:ext>
            </a:extLst>
          </p:cNvPr>
          <p:cNvCxnSpPr>
            <a:cxnSpLocks noChangeShapeType="1"/>
            <a:stCxn id="526391" idx="1"/>
            <a:endCxn id="526397" idx="3"/>
          </p:cNvCxnSpPr>
          <p:nvPr/>
        </p:nvCxnSpPr>
        <p:spPr bwMode="auto">
          <a:xfrm flipH="1">
            <a:off x="4449763" y="2733675"/>
            <a:ext cx="12954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526459" name="AutoShape 123">
            <a:extLst>
              <a:ext uri="{FF2B5EF4-FFF2-40B4-BE49-F238E27FC236}">
                <a16:creationId xmlns:a16="http://schemas.microsoft.com/office/drawing/2014/main" id="{4B37FE47-F220-6331-3D2D-296DEC5FE958}"/>
              </a:ext>
            </a:extLst>
          </p:cNvPr>
          <p:cNvCxnSpPr>
            <a:cxnSpLocks noChangeShapeType="1"/>
            <a:stCxn id="526391" idx="2"/>
            <a:endCxn id="526393" idx="0"/>
          </p:cNvCxnSpPr>
          <p:nvPr/>
        </p:nvCxnSpPr>
        <p:spPr bwMode="auto">
          <a:xfrm>
            <a:off x="6430963" y="3000375"/>
            <a:ext cx="0" cy="263525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526460" name="AutoShape 124">
            <a:extLst>
              <a:ext uri="{FF2B5EF4-FFF2-40B4-BE49-F238E27FC236}">
                <a16:creationId xmlns:a16="http://schemas.microsoft.com/office/drawing/2014/main" id="{865B7BF4-2582-B3EF-918D-35CA48496B52}"/>
              </a:ext>
            </a:extLst>
          </p:cNvPr>
          <p:cNvCxnSpPr>
            <a:cxnSpLocks noChangeShapeType="1"/>
            <a:stCxn id="526393" idx="1"/>
            <a:endCxn id="526398" idx="3"/>
          </p:cNvCxnSpPr>
          <p:nvPr/>
        </p:nvCxnSpPr>
        <p:spPr bwMode="auto">
          <a:xfrm flipH="1">
            <a:off x="4449763" y="3416300"/>
            <a:ext cx="12954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526461" name="AutoShape 125">
            <a:extLst>
              <a:ext uri="{FF2B5EF4-FFF2-40B4-BE49-F238E27FC236}">
                <a16:creationId xmlns:a16="http://schemas.microsoft.com/office/drawing/2014/main" id="{7A24518A-4088-9711-ED11-19C56CD8B60B}"/>
              </a:ext>
            </a:extLst>
          </p:cNvPr>
          <p:cNvCxnSpPr>
            <a:cxnSpLocks noChangeShapeType="1"/>
            <a:stCxn id="526398" idx="2"/>
            <a:endCxn id="526428" idx="0"/>
          </p:cNvCxnSpPr>
          <p:nvPr/>
        </p:nvCxnSpPr>
        <p:spPr bwMode="auto">
          <a:xfrm>
            <a:off x="3763963" y="3644900"/>
            <a:ext cx="0" cy="261938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526462" name="AutoShape 126">
            <a:extLst>
              <a:ext uri="{FF2B5EF4-FFF2-40B4-BE49-F238E27FC236}">
                <a16:creationId xmlns:a16="http://schemas.microsoft.com/office/drawing/2014/main" id="{01205F6D-3C73-EAD1-4F0A-3D93BDB38F90}"/>
              </a:ext>
            </a:extLst>
          </p:cNvPr>
          <p:cNvCxnSpPr>
            <a:cxnSpLocks noChangeShapeType="1"/>
            <a:stCxn id="526428" idx="3"/>
            <a:endCxn id="526399" idx="1"/>
          </p:cNvCxnSpPr>
          <p:nvPr/>
        </p:nvCxnSpPr>
        <p:spPr bwMode="auto">
          <a:xfrm>
            <a:off x="4449763" y="4059238"/>
            <a:ext cx="12954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362" name="Text Box 2">
            <a:extLst>
              <a:ext uri="{FF2B5EF4-FFF2-40B4-BE49-F238E27FC236}">
                <a16:creationId xmlns:a16="http://schemas.microsoft.com/office/drawing/2014/main" id="{D0D12115-782B-DC5E-D68E-C4BA2409AFC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269240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(Alarm Report)</a:t>
            </a:r>
          </a:p>
        </p:txBody>
      </p:sp>
      <p:sp>
        <p:nvSpPr>
          <p:cNvPr id="527363" name="Rectangle 3">
            <a:extLst>
              <a:ext uri="{FF2B5EF4-FFF2-40B4-BE49-F238E27FC236}">
                <a16:creationId xmlns:a16="http://schemas.microsoft.com/office/drawing/2014/main" id="{456ABD7D-81A0-1B45-7F64-AC29325B95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7427" name="Rectangle 67">
            <a:extLst>
              <a:ext uri="{FF2B5EF4-FFF2-40B4-BE49-F238E27FC236}">
                <a16:creationId xmlns:a16="http://schemas.microsoft.com/office/drawing/2014/main" id="{F1211DFC-538A-5648-01A9-209A2B2788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400" y="595313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27428" name="Rectangle 68">
            <a:extLst>
              <a:ext uri="{FF2B5EF4-FFF2-40B4-BE49-F238E27FC236}">
                <a16:creationId xmlns:a16="http://schemas.microsoft.com/office/drawing/2014/main" id="{888E47B8-B6E5-BADA-3AC5-0C275E2EBA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48388" y="595313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27429" name="Group 69">
            <a:extLst>
              <a:ext uri="{FF2B5EF4-FFF2-40B4-BE49-F238E27FC236}">
                <a16:creationId xmlns:a16="http://schemas.microsoft.com/office/drawing/2014/main" id="{EAB63EF2-758D-6131-C504-2A38F283A8F9}"/>
              </a:ext>
            </a:extLst>
          </p:cNvPr>
          <p:cNvGrpSpPr>
            <a:grpSpLocks/>
          </p:cNvGrpSpPr>
          <p:nvPr/>
        </p:nvGrpSpPr>
        <p:grpSpPr bwMode="auto">
          <a:xfrm>
            <a:off x="3271838" y="828675"/>
            <a:ext cx="3443287" cy="1998663"/>
            <a:chOff x="1125" y="1346"/>
            <a:chExt cx="2169" cy="4722"/>
          </a:xfrm>
        </p:grpSpPr>
        <p:sp>
          <p:nvSpPr>
            <p:cNvPr id="527430" name="Line 70">
              <a:extLst>
                <a:ext uri="{FF2B5EF4-FFF2-40B4-BE49-F238E27FC236}">
                  <a16:creationId xmlns:a16="http://schemas.microsoft.com/office/drawing/2014/main" id="{ACEA43A5-33D7-E32B-A453-A4762890C79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27431" name="Line 71">
              <a:extLst>
                <a:ext uri="{FF2B5EF4-FFF2-40B4-BE49-F238E27FC236}">
                  <a16:creationId xmlns:a16="http://schemas.microsoft.com/office/drawing/2014/main" id="{3F1ABFDC-9DD3-8D9F-C2C4-CBC3559EB37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27432" name="Text Box 72">
            <a:extLst>
              <a:ext uri="{FF2B5EF4-FFF2-40B4-BE49-F238E27FC236}">
                <a16:creationId xmlns:a16="http://schemas.microsoft.com/office/drawing/2014/main" id="{D2BAEF05-2F71-36D3-4402-94351B1D2B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8112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Set Report</a:t>
            </a:r>
          </a:p>
        </p:txBody>
      </p:sp>
      <p:sp>
        <p:nvSpPr>
          <p:cNvPr id="527433" name="Line 73">
            <a:extLst>
              <a:ext uri="{FF2B5EF4-FFF2-40B4-BE49-F238E27FC236}">
                <a16:creationId xmlns:a16="http://schemas.microsoft.com/office/drawing/2014/main" id="{199FF78D-AB65-AD69-6175-910DD5146CFB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7075" y="107473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7434" name="Text Box 74">
            <a:extLst>
              <a:ext uri="{FF2B5EF4-FFF2-40B4-BE49-F238E27FC236}">
                <a16:creationId xmlns:a16="http://schemas.microsoft.com/office/drawing/2014/main" id="{77D186C5-80A8-BF4A-E61B-88291D6712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2" y="942975"/>
            <a:ext cx="1510482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M049.2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%MX786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7435" name="Freeform 75">
            <a:extLst>
              <a:ext uri="{FF2B5EF4-FFF2-40B4-BE49-F238E27FC236}">
                <a16:creationId xmlns:a16="http://schemas.microsoft.com/office/drawing/2014/main" id="{A6C72968-A5FF-530E-E166-A66388309CDE}"/>
              </a:ext>
            </a:extLst>
          </p:cNvPr>
          <p:cNvSpPr>
            <a:spLocks/>
          </p:cNvSpPr>
          <p:nvPr/>
        </p:nvSpPr>
        <p:spPr bwMode="auto">
          <a:xfrm>
            <a:off x="3262313" y="1243013"/>
            <a:ext cx="3455987" cy="198437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7436" name="AutoShape 76">
            <a:extLst>
              <a:ext uri="{FF2B5EF4-FFF2-40B4-BE49-F238E27FC236}">
                <a16:creationId xmlns:a16="http://schemas.microsoft.com/office/drawing/2014/main" id="{9368DAB3-9673-0BA3-E371-6217062E66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1238" y="1257300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Set Alarm Code</a:t>
            </a:r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" panose="020B0600000101010101" pitchFamily="50" charset="-127"/>
            </a:endParaRPr>
          </a:p>
        </p:txBody>
      </p:sp>
      <p:sp>
        <p:nvSpPr>
          <p:cNvPr id="527437" name="Line 77">
            <a:extLst>
              <a:ext uri="{FF2B5EF4-FFF2-40B4-BE49-F238E27FC236}">
                <a16:creationId xmlns:a16="http://schemas.microsoft.com/office/drawing/2014/main" id="{450A3739-A885-41A1-5C15-69ED99DBD6EB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0725" y="177641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7438" name="Line 78">
            <a:extLst>
              <a:ext uri="{FF2B5EF4-FFF2-40B4-BE49-F238E27FC236}">
                <a16:creationId xmlns:a16="http://schemas.microsoft.com/office/drawing/2014/main" id="{32680347-EA37-25FE-7E72-2AD66587621E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2313" y="2471738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7439" name="Line 79">
            <a:extLst>
              <a:ext uri="{FF2B5EF4-FFF2-40B4-BE49-F238E27FC236}">
                <a16:creationId xmlns:a16="http://schemas.microsoft.com/office/drawing/2014/main" id="{EA11B230-1203-2017-8585-899397549C5B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2313" y="2135188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7440" name="Text Box 80">
            <a:extLst>
              <a:ext uri="{FF2B5EF4-FFF2-40B4-BE49-F238E27FC236}">
                <a16:creationId xmlns:a16="http://schemas.microsoft.com/office/drawing/2014/main" id="{EE4ADBA8-D5E5-C1B9-1285-836BD127D1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15319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Set Report Ack</a:t>
            </a:r>
          </a:p>
        </p:txBody>
      </p:sp>
      <p:sp>
        <p:nvSpPr>
          <p:cNvPr id="527441" name="Text Box 81">
            <a:extLst>
              <a:ext uri="{FF2B5EF4-FFF2-40B4-BE49-F238E27FC236}">
                <a16:creationId xmlns:a16="http://schemas.microsoft.com/office/drawing/2014/main" id="{9FF81F12-C1D1-FC7E-E3B7-9663544905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18907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Set Report</a:t>
            </a:r>
          </a:p>
        </p:txBody>
      </p:sp>
      <p:sp>
        <p:nvSpPr>
          <p:cNvPr id="527442" name="Text Box 82">
            <a:extLst>
              <a:ext uri="{FF2B5EF4-FFF2-40B4-BE49-F238E27FC236}">
                <a16:creationId xmlns:a16="http://schemas.microsoft.com/office/drawing/2014/main" id="{98A28D41-943C-4A7A-BDD1-47150B8386F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225107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Set Report Ack</a:t>
            </a:r>
          </a:p>
        </p:txBody>
      </p:sp>
      <p:sp>
        <p:nvSpPr>
          <p:cNvPr id="527443" name="Text Box 83">
            <a:extLst>
              <a:ext uri="{FF2B5EF4-FFF2-40B4-BE49-F238E27FC236}">
                <a16:creationId xmlns:a16="http://schemas.microsoft.com/office/drawing/2014/main" id="{3DBDAC5F-8828-7211-4051-866F9AD877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19858" y="2012950"/>
            <a:ext cx="1666037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M049.2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%MX786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27444" name="Text Box 84">
            <a:extLst>
              <a:ext uri="{FF2B5EF4-FFF2-40B4-BE49-F238E27FC236}">
                <a16:creationId xmlns:a16="http://schemas.microsoft.com/office/drawing/2014/main" id="{233211B3-520F-444D-56A6-3091B7631E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0063" y="1654175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M096.3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%MX1539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7445" name="Text Box 85">
            <a:extLst>
              <a:ext uri="{FF2B5EF4-FFF2-40B4-BE49-F238E27FC236}">
                <a16:creationId xmlns:a16="http://schemas.microsoft.com/office/drawing/2014/main" id="{C17A3CCA-80B0-35FF-585C-24ED5D6FC0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2349500"/>
            <a:ext cx="1338580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M048.3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%MX1539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27446" name="Rectangle 86">
            <a:extLst>
              <a:ext uri="{FF2B5EF4-FFF2-40B4-BE49-F238E27FC236}">
                <a16:creationId xmlns:a16="http://schemas.microsoft.com/office/drawing/2014/main" id="{36A2FDFF-4FFA-6BCF-7436-B504AD2AA5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400" y="3736975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27447" name="Rectangle 87">
            <a:extLst>
              <a:ext uri="{FF2B5EF4-FFF2-40B4-BE49-F238E27FC236}">
                <a16:creationId xmlns:a16="http://schemas.microsoft.com/office/drawing/2014/main" id="{1530EBF5-A695-AFAB-874E-2E4CF1A85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48388" y="3736975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27448" name="Group 88">
            <a:extLst>
              <a:ext uri="{FF2B5EF4-FFF2-40B4-BE49-F238E27FC236}">
                <a16:creationId xmlns:a16="http://schemas.microsoft.com/office/drawing/2014/main" id="{E12E233E-505C-D2DC-1928-B49D42EBE48F}"/>
              </a:ext>
            </a:extLst>
          </p:cNvPr>
          <p:cNvGrpSpPr>
            <a:grpSpLocks/>
          </p:cNvGrpSpPr>
          <p:nvPr/>
        </p:nvGrpSpPr>
        <p:grpSpPr bwMode="auto">
          <a:xfrm>
            <a:off x="3271838" y="3970338"/>
            <a:ext cx="3443287" cy="1881187"/>
            <a:chOff x="1125" y="1346"/>
            <a:chExt cx="2169" cy="4722"/>
          </a:xfrm>
        </p:grpSpPr>
        <p:sp>
          <p:nvSpPr>
            <p:cNvPr id="527449" name="Line 89">
              <a:extLst>
                <a:ext uri="{FF2B5EF4-FFF2-40B4-BE49-F238E27FC236}">
                  <a16:creationId xmlns:a16="http://schemas.microsoft.com/office/drawing/2014/main" id="{F01FD255-930F-5A31-1382-C281198E44F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27450" name="Line 90">
              <a:extLst>
                <a:ext uri="{FF2B5EF4-FFF2-40B4-BE49-F238E27FC236}">
                  <a16:creationId xmlns:a16="http://schemas.microsoft.com/office/drawing/2014/main" id="{0F85A9AE-E672-543E-8E77-7DA90513F98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27451" name="Text Box 91">
            <a:extLst>
              <a:ext uri="{FF2B5EF4-FFF2-40B4-BE49-F238E27FC236}">
                <a16:creationId xmlns:a16="http://schemas.microsoft.com/office/drawing/2014/main" id="{B7936660-0D63-9564-4DA5-FDC879E576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39798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Reset Report</a:t>
            </a:r>
          </a:p>
        </p:txBody>
      </p:sp>
      <p:sp>
        <p:nvSpPr>
          <p:cNvPr id="527452" name="Line 92">
            <a:extLst>
              <a:ext uri="{FF2B5EF4-FFF2-40B4-BE49-F238E27FC236}">
                <a16:creationId xmlns:a16="http://schemas.microsoft.com/office/drawing/2014/main" id="{490B3D12-DAC3-1F5B-D637-15DAAAD502C6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7075" y="42433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7453" name="Text Box 93">
            <a:extLst>
              <a:ext uri="{FF2B5EF4-FFF2-40B4-BE49-F238E27FC236}">
                <a16:creationId xmlns:a16="http://schemas.microsoft.com/office/drawing/2014/main" id="{01AF6B43-4E3D-D1DE-E7B5-6E7D41CD7C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1906" y="4111625"/>
            <a:ext cx="1181100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M049.3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%MX787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7454" name="Freeform 94">
            <a:extLst>
              <a:ext uri="{FF2B5EF4-FFF2-40B4-BE49-F238E27FC236}">
                <a16:creationId xmlns:a16="http://schemas.microsoft.com/office/drawing/2014/main" id="{008BF4DB-B94F-A324-7A3B-53418810D54F}"/>
              </a:ext>
            </a:extLst>
          </p:cNvPr>
          <p:cNvSpPr>
            <a:spLocks/>
          </p:cNvSpPr>
          <p:nvPr/>
        </p:nvSpPr>
        <p:spPr bwMode="auto">
          <a:xfrm>
            <a:off x="3262313" y="4411663"/>
            <a:ext cx="3455987" cy="198437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7455" name="AutoShape 95">
            <a:extLst>
              <a:ext uri="{FF2B5EF4-FFF2-40B4-BE49-F238E27FC236}">
                <a16:creationId xmlns:a16="http://schemas.microsoft.com/office/drawing/2014/main" id="{879BA9EA-785A-CA74-0749-8E1ED53BA6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1238" y="4425950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Reset Alarm Code</a:t>
            </a:r>
            <a:endParaRPr lang="en-US" altLang="ko-KR" sz="1000" b="0">
              <a:solidFill>
                <a:schemeClr val="tx1"/>
              </a:solidFill>
              <a:latin typeface="Times New Roman" panose="02020603050405020304" pitchFamily="18" charset="0"/>
              <a:ea typeface="굴림" panose="020B0600000101010101" pitchFamily="50" charset="-127"/>
            </a:endParaRPr>
          </a:p>
        </p:txBody>
      </p:sp>
      <p:sp>
        <p:nvSpPr>
          <p:cNvPr id="527456" name="Line 96">
            <a:extLst>
              <a:ext uri="{FF2B5EF4-FFF2-40B4-BE49-F238E27FC236}">
                <a16:creationId xmlns:a16="http://schemas.microsoft.com/office/drawing/2014/main" id="{C9C4A87D-F1CE-02DE-F061-DAF985D42FEB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0725" y="494347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7457" name="Line 97">
            <a:extLst>
              <a:ext uri="{FF2B5EF4-FFF2-40B4-BE49-F238E27FC236}">
                <a16:creationId xmlns:a16="http://schemas.microsoft.com/office/drawing/2014/main" id="{A1A1B805-528D-E712-FE54-7C9F7CFD47DB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2313" y="5608638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7458" name="Line 98">
            <a:extLst>
              <a:ext uri="{FF2B5EF4-FFF2-40B4-BE49-F238E27FC236}">
                <a16:creationId xmlns:a16="http://schemas.microsoft.com/office/drawing/2014/main" id="{35CE0E40-19F9-051D-83BA-92929B11B290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2313" y="5303838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7459" name="Text Box 99">
            <a:extLst>
              <a:ext uri="{FF2B5EF4-FFF2-40B4-BE49-F238E27FC236}">
                <a16:creationId xmlns:a16="http://schemas.microsoft.com/office/drawing/2014/main" id="{F948A269-EE8D-F3DF-DA4A-1ED529ACDB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46990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Reset Report Ack</a:t>
            </a:r>
          </a:p>
        </p:txBody>
      </p:sp>
      <p:sp>
        <p:nvSpPr>
          <p:cNvPr id="527460" name="Text Box 100">
            <a:extLst>
              <a:ext uri="{FF2B5EF4-FFF2-40B4-BE49-F238E27FC236}">
                <a16:creationId xmlns:a16="http://schemas.microsoft.com/office/drawing/2014/main" id="{B857FC21-E8B3-3B4D-F44E-798721CC63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50593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reset Report</a:t>
            </a:r>
          </a:p>
        </p:txBody>
      </p:sp>
      <p:sp>
        <p:nvSpPr>
          <p:cNvPr id="527461" name="Text Box 101">
            <a:extLst>
              <a:ext uri="{FF2B5EF4-FFF2-40B4-BE49-F238E27FC236}">
                <a16:creationId xmlns:a16="http://schemas.microsoft.com/office/drawing/2014/main" id="{DF1EFDAD-F516-6D74-4EEF-D2AF17F814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7338" y="539115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Alarm reset Report Ack</a:t>
            </a:r>
          </a:p>
        </p:txBody>
      </p:sp>
      <p:sp>
        <p:nvSpPr>
          <p:cNvPr id="527462" name="Text Box 102">
            <a:extLst>
              <a:ext uri="{FF2B5EF4-FFF2-40B4-BE49-F238E27FC236}">
                <a16:creationId xmlns:a16="http://schemas.microsoft.com/office/drawing/2014/main" id="{D4BDC533-52EB-1220-E36E-B96F007AFD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1906" y="5181600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M049.3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%MX787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27463" name="Text Box 103">
            <a:extLst>
              <a:ext uri="{FF2B5EF4-FFF2-40B4-BE49-F238E27FC236}">
                <a16:creationId xmlns:a16="http://schemas.microsoft.com/office/drawing/2014/main" id="{23339D22-FFFC-B396-BD59-9F8A6CAB6C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18789" y="4814888"/>
            <a:ext cx="132238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M096.4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%MX1540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7464" name="Text Box 104">
            <a:extLst>
              <a:ext uri="{FF2B5EF4-FFF2-40B4-BE49-F238E27FC236}">
                <a16:creationId xmlns:a16="http://schemas.microsoft.com/office/drawing/2014/main" id="{9234E92F-CE84-5653-67B9-2E33BA1CD9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898" y="5486400"/>
            <a:ext cx="1338580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M096.4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%MX1540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graphicFrame>
        <p:nvGraphicFramePr>
          <p:cNvPr id="527465" name="Group 105">
            <a:extLst>
              <a:ext uri="{FF2B5EF4-FFF2-40B4-BE49-F238E27FC236}">
                <a16:creationId xmlns:a16="http://schemas.microsoft.com/office/drawing/2014/main" id="{9AAF84D0-61CF-4C07-4E55-FD3E9DB848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246184"/>
              </p:ext>
            </p:extLst>
          </p:nvPr>
        </p:nvGraphicFramePr>
        <p:xfrm>
          <a:off x="1984375" y="2989263"/>
          <a:ext cx="5943600" cy="640080"/>
        </p:xfrm>
        <a:graphic>
          <a:graphicData uri="http://schemas.openxmlformats.org/drawingml/2006/table">
            <a:tbl>
              <a:tblPr/>
              <a:tblGrid>
                <a:gridCol w="1479699">
                  <a:extLst>
                    <a:ext uri="{9D8B030D-6E8A-4147-A177-3AD203B41FA5}">
                      <a16:colId xmlns:a16="http://schemas.microsoft.com/office/drawing/2014/main" val="4206246713"/>
                    </a:ext>
                  </a:extLst>
                </a:gridCol>
                <a:gridCol w="1111101">
                  <a:extLst>
                    <a:ext uri="{9D8B030D-6E8A-4147-A177-3AD203B41FA5}">
                      <a16:colId xmlns:a16="http://schemas.microsoft.com/office/drawing/2014/main" val="2703345280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558744564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879662386"/>
                    </a:ext>
                  </a:extLst>
                </a:gridCol>
              </a:tblGrid>
              <a:tr h="1460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Name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Address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Format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Description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9824316"/>
                  </a:ext>
                </a:extLst>
              </a:tr>
              <a:tr h="1571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 Alarm code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1000" b="0" i="0" strike="sngStrike" dirty="0">
                          <a:solidFill/>
                          <a:latin typeface="Times New Roman"/>
                        </a:rPr>
                        <a:t>D0101 → %DW257(%DB514)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Integer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 set ID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772005"/>
                  </a:ext>
                </a:extLst>
              </a:tr>
            </a:tbl>
          </a:graphicData>
        </a:graphic>
      </p:graphicFrame>
      <p:sp>
        <p:nvSpPr>
          <p:cNvPr id="527482" name="Rectangle 122">
            <a:extLst>
              <a:ext uri="{FF2B5EF4-FFF2-40B4-BE49-F238E27FC236}">
                <a16:creationId xmlns:a16="http://schemas.microsoft.com/office/drawing/2014/main" id="{5C979EB5-FD49-E2D6-CB3F-15A61DF4C3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49463" y="2692400"/>
            <a:ext cx="2068512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prstDash val="sysDot"/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l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&lt; Set Alarm Code &gt;</a:t>
            </a:r>
          </a:p>
        </p:txBody>
      </p:sp>
      <p:graphicFrame>
        <p:nvGraphicFramePr>
          <p:cNvPr id="527483" name="Group 123">
            <a:extLst>
              <a:ext uri="{FF2B5EF4-FFF2-40B4-BE49-F238E27FC236}">
                <a16:creationId xmlns:a16="http://schemas.microsoft.com/office/drawing/2014/main" id="{C62B64D7-4DAD-7B3F-F36D-01DD22E1B7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1271317"/>
              </p:ext>
            </p:extLst>
          </p:nvPr>
        </p:nvGraphicFramePr>
        <p:xfrm>
          <a:off x="1984375" y="6127750"/>
          <a:ext cx="5943600" cy="640080"/>
        </p:xfrm>
        <a:graphic>
          <a:graphicData uri="http://schemas.openxmlformats.org/drawingml/2006/table">
            <a:tbl>
              <a:tblPr/>
              <a:tblGrid>
                <a:gridCol w="1479699">
                  <a:extLst>
                    <a:ext uri="{9D8B030D-6E8A-4147-A177-3AD203B41FA5}">
                      <a16:colId xmlns:a16="http://schemas.microsoft.com/office/drawing/2014/main" val="108357239"/>
                    </a:ext>
                  </a:extLst>
                </a:gridCol>
                <a:gridCol w="1111101">
                  <a:extLst>
                    <a:ext uri="{9D8B030D-6E8A-4147-A177-3AD203B41FA5}">
                      <a16:colId xmlns:a16="http://schemas.microsoft.com/office/drawing/2014/main" val="1946780744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1012692710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1645647310"/>
                    </a:ext>
                  </a:extLst>
                </a:gridCol>
              </a:tblGrid>
              <a:tr h="1460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Name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Address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Format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Description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66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2188851"/>
                  </a:ext>
                </a:extLst>
              </a:tr>
              <a:tr h="1571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 Alarm code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1000" b="0" i="0" strike="sngStrike" dirty="0">
                          <a:solidFill/>
                          <a:latin typeface="Times New Roman"/>
                        </a:rPr>
                        <a:t>D0162 → %DW258(%DB516)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Integer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 set ID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832411"/>
                  </a:ext>
                </a:extLst>
              </a:tr>
            </a:tbl>
          </a:graphicData>
        </a:graphic>
      </p:graphicFrame>
      <p:sp>
        <p:nvSpPr>
          <p:cNvPr id="527500" name="Rectangle 140">
            <a:extLst>
              <a:ext uri="{FF2B5EF4-FFF2-40B4-BE49-F238E27FC236}">
                <a16:creationId xmlns:a16="http://schemas.microsoft.com/office/drawing/2014/main" id="{6CAC783D-3A13-AC1C-8AAC-4D1BDD48C8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49463" y="5851525"/>
            <a:ext cx="2068512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prstDash val="sysDot"/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l"/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rPr>
              <a:t>&lt; Reset Alarm Code &gt;</a:t>
            </a:r>
          </a:p>
        </p:txBody>
      </p:sp>
      <p:sp>
        <p:nvSpPr>
          <p:cNvPr id="527501" name="Text Box 141">
            <a:extLst>
              <a:ext uri="{FF2B5EF4-FFF2-40B4-BE49-F238E27FC236}">
                <a16:creationId xmlns:a16="http://schemas.microsoft.com/office/drawing/2014/main" id="{F84463AF-FEA9-359B-1C44-9E18D4F84C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8" y="525463"/>
            <a:ext cx="1319212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Ex) S/C #1 Alarm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보고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993C83-CF55-EFA4-0A43-F7852D58351D}"/>
              </a:ext>
            </a:extLst>
          </p:cNvPr>
          <p:cNvSpPr txBox="1"/>
          <p:nvPr/>
        </p:nvSpPr>
        <p:spPr>
          <a:xfrm>
            <a:off x="180013" y="1201883"/>
            <a:ext cx="323152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7030A0"/>
                </a:solidFill>
              </a:rPr>
              <a:t>M049.2 </a:t>
            </a:r>
            <a:r>
              <a:rPr sz="900" dirty="0">
                <a:solidFill>
                  <a:srgbClr val="7030A0"/>
                </a:solidFill>
              </a:rPr>
              <a:t>→ %</a:t>
            </a:r>
            <a:r>
              <a:rPr lang="en-US" sz="900" dirty="0">
                <a:solidFill>
                  <a:srgbClr val="7030A0"/>
                </a:solidFill>
              </a:rPr>
              <a:t>MX786 {(49 X 16) + 2 =786}</a:t>
            </a:r>
            <a:endParaRPr sz="900" dirty="0">
              <a:solidFill>
                <a:srgbClr val="7030A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14723E-D3E5-5282-E688-E3B939A4F1C0}"/>
              </a:ext>
            </a:extLst>
          </p:cNvPr>
          <p:cNvSpPr txBox="1"/>
          <p:nvPr/>
        </p:nvSpPr>
        <p:spPr>
          <a:xfrm>
            <a:off x="163916" y="1384772"/>
            <a:ext cx="323152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7030A0"/>
                </a:solidFill>
              </a:rPr>
              <a:t>M049.2 </a:t>
            </a:r>
            <a:r>
              <a:rPr sz="900" dirty="0">
                <a:solidFill>
                  <a:srgbClr val="7030A0"/>
                </a:solidFill>
              </a:rPr>
              <a:t>→ %</a:t>
            </a:r>
            <a:r>
              <a:rPr lang="en-US" sz="900" dirty="0">
                <a:solidFill>
                  <a:srgbClr val="7030A0"/>
                </a:solidFill>
              </a:rPr>
              <a:t>MX786 (784 + 2 =786)</a:t>
            </a:r>
            <a:endParaRPr sz="900" dirty="0">
              <a:solidFill>
                <a:srgbClr val="7030A0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386" name="Text Box 2">
            <a:extLst>
              <a:ext uri="{FF2B5EF4-FFF2-40B4-BE49-F238E27FC236}">
                <a16:creationId xmlns:a16="http://schemas.microsoft.com/office/drawing/2014/main" id="{0EBAFCFB-776B-11EA-702E-AE3F36A6ED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300672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 # 11 )</a:t>
            </a:r>
          </a:p>
        </p:txBody>
      </p:sp>
      <p:sp>
        <p:nvSpPr>
          <p:cNvPr id="528387" name="Rectangle 3">
            <a:extLst>
              <a:ext uri="{FF2B5EF4-FFF2-40B4-BE49-F238E27FC236}">
                <a16:creationId xmlns:a16="http://schemas.microsoft.com/office/drawing/2014/main" id="{357C00AE-A6C1-17A0-D3AF-1EF06719ED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8463" name="Rectangle 79">
            <a:extLst>
              <a:ext uri="{FF2B5EF4-FFF2-40B4-BE49-F238E27FC236}">
                <a16:creationId xmlns:a16="http://schemas.microsoft.com/office/drawing/2014/main" id="{EE146ACF-6B50-3903-CF80-6B1E5EBDD2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28464" name="Rectangle 80">
            <a:extLst>
              <a:ext uri="{FF2B5EF4-FFF2-40B4-BE49-F238E27FC236}">
                <a16:creationId xmlns:a16="http://schemas.microsoft.com/office/drawing/2014/main" id="{6C6B0C8D-7499-CD0A-1644-12CE883B76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28465" name="Group 81">
            <a:extLst>
              <a:ext uri="{FF2B5EF4-FFF2-40B4-BE49-F238E27FC236}">
                <a16:creationId xmlns:a16="http://schemas.microsoft.com/office/drawing/2014/main" id="{37EE6D04-4F86-3F8F-EDEF-23B0110128D3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28466" name="Line 82">
              <a:extLst>
                <a:ext uri="{FF2B5EF4-FFF2-40B4-BE49-F238E27FC236}">
                  <a16:creationId xmlns:a16="http://schemas.microsoft.com/office/drawing/2014/main" id="{8DED1FEE-7638-6B23-7980-457487E9EAE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28467" name="Line 83">
              <a:extLst>
                <a:ext uri="{FF2B5EF4-FFF2-40B4-BE49-F238E27FC236}">
                  <a16:creationId xmlns:a16="http://schemas.microsoft.com/office/drawing/2014/main" id="{D973893F-114E-48A7-18D5-F2138EE065F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28468" name="Text Box 84">
            <a:extLst>
              <a:ext uri="{FF2B5EF4-FFF2-40B4-BE49-F238E27FC236}">
                <a16:creationId xmlns:a16="http://schemas.microsoft.com/office/drawing/2014/main" id="{1540A6BD-9145-E175-0892-F222A04111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1027113"/>
            <a:ext cx="3168650" cy="24447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입고대에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적재 됨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. #22</a:t>
            </a:r>
          </a:p>
        </p:txBody>
      </p:sp>
      <p:grpSp>
        <p:nvGrpSpPr>
          <p:cNvPr id="528469" name="Group 85">
            <a:extLst>
              <a:ext uri="{FF2B5EF4-FFF2-40B4-BE49-F238E27FC236}">
                <a16:creationId xmlns:a16="http://schemas.microsoft.com/office/drawing/2014/main" id="{501ACCE7-0B52-1E50-645A-2689CDF926AA}"/>
              </a:ext>
            </a:extLst>
          </p:cNvPr>
          <p:cNvGrpSpPr>
            <a:grpSpLocks/>
          </p:cNvGrpSpPr>
          <p:nvPr/>
        </p:nvGrpSpPr>
        <p:grpSpPr bwMode="auto">
          <a:xfrm>
            <a:off x="8720138" y="595313"/>
            <a:ext cx="360362" cy="719137"/>
            <a:chOff x="995" y="2643"/>
            <a:chExt cx="227" cy="453"/>
          </a:xfrm>
        </p:grpSpPr>
        <p:sp>
          <p:nvSpPr>
            <p:cNvPr id="528470" name="Rectangle 86">
              <a:extLst>
                <a:ext uri="{FF2B5EF4-FFF2-40B4-BE49-F238E27FC236}">
                  <a16:creationId xmlns:a16="http://schemas.microsoft.com/office/drawing/2014/main" id="{8B691FA4-129A-28FC-BAA5-5ABB30C9F3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28471" name="Rectangle 87">
              <a:extLst>
                <a:ext uri="{FF2B5EF4-FFF2-40B4-BE49-F238E27FC236}">
                  <a16:creationId xmlns:a16="http://schemas.microsoft.com/office/drawing/2014/main" id="{9175CE53-D174-F687-1852-4FD8EF6922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28472" name="AutoShape 88">
            <a:extLst>
              <a:ext uri="{FF2B5EF4-FFF2-40B4-BE49-F238E27FC236}">
                <a16:creationId xmlns:a16="http://schemas.microsoft.com/office/drawing/2014/main" id="{EC32373E-485A-BE32-B078-5ED48EC0E3CC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9069388" y="592138"/>
            <a:ext cx="179387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28473" name="Text Box 89">
            <a:extLst>
              <a:ext uri="{FF2B5EF4-FFF2-40B4-BE49-F238E27FC236}">
                <a16:creationId xmlns:a16="http://schemas.microsoft.com/office/drawing/2014/main" id="{8E8773DA-3969-405A-2CAE-ABAE2D4AF3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05838" y="1316038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#11</a:t>
            </a:r>
          </a:p>
        </p:txBody>
      </p:sp>
      <p:sp>
        <p:nvSpPr>
          <p:cNvPr id="528474" name="Line 90">
            <a:extLst>
              <a:ext uri="{FF2B5EF4-FFF2-40B4-BE49-F238E27FC236}">
                <a16:creationId xmlns:a16="http://schemas.microsoft.com/office/drawing/2014/main" id="{EFC4FE8B-5956-023B-86C0-2F0608D4F449}"/>
              </a:ext>
            </a:extLst>
          </p:cNvPr>
          <p:cNvSpPr>
            <a:spLocks noChangeShapeType="1"/>
          </p:cNvSpPr>
          <p:nvPr/>
        </p:nvSpPr>
        <p:spPr bwMode="auto">
          <a:xfrm>
            <a:off x="8648700" y="666750"/>
            <a:ext cx="4763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28475" name="Text Box 91">
            <a:extLst>
              <a:ext uri="{FF2B5EF4-FFF2-40B4-BE49-F238E27FC236}">
                <a16:creationId xmlns:a16="http://schemas.microsoft.com/office/drawing/2014/main" id="{F4264214-46CD-C267-E836-229B2F9B7C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6525" y="13874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#22</a:t>
            </a:r>
          </a:p>
        </p:txBody>
      </p:sp>
      <p:sp>
        <p:nvSpPr>
          <p:cNvPr id="528476" name="Line 92">
            <a:extLst>
              <a:ext uri="{FF2B5EF4-FFF2-40B4-BE49-F238E27FC236}">
                <a16:creationId xmlns:a16="http://schemas.microsoft.com/office/drawing/2014/main" id="{B1CE1928-735E-0805-5431-0AD4869FE031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6263" y="16510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77" name="Text Box 93">
            <a:extLst>
              <a:ext uri="{FF2B5EF4-FFF2-40B4-BE49-F238E27FC236}">
                <a16:creationId xmlns:a16="http://schemas.microsoft.com/office/drawing/2014/main" id="{5D0C1A79-E1E2-8202-1495-160393466C0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65326" y="1519238"/>
            <a:ext cx="1181100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%MX593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8478" name="Line 94">
            <a:extLst>
              <a:ext uri="{FF2B5EF4-FFF2-40B4-BE49-F238E27FC236}">
                <a16:creationId xmlns:a16="http://schemas.microsoft.com/office/drawing/2014/main" id="{A6BC2AA5-F57D-A5F1-9F7C-5E84869517C1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98913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79" name="Text Box 95">
            <a:extLst>
              <a:ext uri="{FF2B5EF4-FFF2-40B4-BE49-F238E27FC236}">
                <a16:creationId xmlns:a16="http://schemas.microsoft.com/office/drawing/2014/main" id="{676462AB-E2ED-A7C0-503D-33678F39B5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11352" y="1744663"/>
            <a:ext cx="1208086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%MX580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8480" name="Text Box 96">
            <a:extLst>
              <a:ext uri="{FF2B5EF4-FFF2-40B4-BE49-F238E27FC236}">
                <a16:creationId xmlns:a16="http://schemas.microsoft.com/office/drawing/2014/main" id="{FCF99BE6-D977-5C1C-E1E7-14A72EF3B9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17510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Complete#2</a:t>
            </a:r>
          </a:p>
        </p:txBody>
      </p:sp>
      <p:sp>
        <p:nvSpPr>
          <p:cNvPr id="528481" name="Line 97">
            <a:extLst>
              <a:ext uri="{FF2B5EF4-FFF2-40B4-BE49-F238E27FC236}">
                <a16:creationId xmlns:a16="http://schemas.microsoft.com/office/drawing/2014/main" id="{29AD1A00-C24F-18D8-70D4-033D3560895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23383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82" name="Text Box 98">
            <a:extLst>
              <a:ext uri="{FF2B5EF4-FFF2-40B4-BE49-F238E27FC236}">
                <a16:creationId xmlns:a16="http://schemas.microsoft.com/office/drawing/2014/main" id="{B456D154-C126-00A3-7E8E-A9D7EE9484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2011362"/>
            <a:ext cx="1331911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%MX1444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8483" name="Text Box 99">
            <a:extLst>
              <a:ext uri="{FF2B5EF4-FFF2-40B4-BE49-F238E27FC236}">
                <a16:creationId xmlns:a16="http://schemas.microsoft.com/office/drawing/2014/main" id="{9AE4BE6B-DE55-D4F2-9425-23F653CB17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1002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Ack#2</a:t>
            </a:r>
          </a:p>
        </p:txBody>
      </p:sp>
      <p:sp>
        <p:nvSpPr>
          <p:cNvPr id="528484" name="Line 100">
            <a:extLst>
              <a:ext uri="{FF2B5EF4-FFF2-40B4-BE49-F238E27FC236}">
                <a16:creationId xmlns:a16="http://schemas.microsoft.com/office/drawing/2014/main" id="{4E3F3C7A-D93F-7DC4-76D2-3FA6764F2BE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8963" y="3000375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85" name="Text Box 101">
            <a:extLst>
              <a:ext uri="{FF2B5EF4-FFF2-40B4-BE49-F238E27FC236}">
                <a16:creationId xmlns:a16="http://schemas.microsoft.com/office/drawing/2014/main" id="{8C604D17-DDD9-3400-B389-B4F0ECEDE8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28642" y="2798763"/>
            <a:ext cx="133858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%MX1444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28486" name="Text Box 102">
            <a:extLst>
              <a:ext uri="{FF2B5EF4-FFF2-40B4-BE49-F238E27FC236}">
                <a16:creationId xmlns:a16="http://schemas.microsoft.com/office/drawing/2014/main" id="{73F0C88E-DF43-E49A-30B8-154CBC2DDF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7987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Ack#2</a:t>
            </a:r>
          </a:p>
        </p:txBody>
      </p:sp>
      <p:sp>
        <p:nvSpPr>
          <p:cNvPr id="528487" name="Text Box 103">
            <a:extLst>
              <a:ext uri="{FF2B5EF4-FFF2-40B4-BE49-F238E27FC236}">
                <a16:creationId xmlns:a16="http://schemas.microsoft.com/office/drawing/2014/main" id="{50907242-EBF4-1B88-16D6-A6FAE2A5F9F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5475" y="2452688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%MX580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28488" name="Text Box 104">
            <a:extLst>
              <a:ext uri="{FF2B5EF4-FFF2-40B4-BE49-F238E27FC236}">
                <a16:creationId xmlns:a16="http://schemas.microsoft.com/office/drawing/2014/main" id="{ABCAAE44-B307-1796-2BD6-752E0006B9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4590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Complete#2</a:t>
            </a:r>
          </a:p>
        </p:txBody>
      </p:sp>
      <p:sp>
        <p:nvSpPr>
          <p:cNvPr id="528489" name="Line 105">
            <a:extLst>
              <a:ext uri="{FF2B5EF4-FFF2-40B4-BE49-F238E27FC236}">
                <a16:creationId xmlns:a16="http://schemas.microsoft.com/office/drawing/2014/main" id="{0457DEB2-2535-2562-B167-047E5C0B4517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8963" y="2697163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90" name="Text Box 106">
            <a:extLst>
              <a:ext uri="{FF2B5EF4-FFF2-40B4-BE49-F238E27FC236}">
                <a16:creationId xmlns:a16="http://schemas.microsoft.com/office/drawing/2014/main" id="{C3A037FD-A0DA-3D97-40B2-655CC8D73B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1838" y="3067050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WMS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반송정보를 받아 입고대 방향 확인 후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,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Tracking Area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Write</a:t>
            </a:r>
          </a:p>
        </p:txBody>
      </p:sp>
      <p:sp>
        <p:nvSpPr>
          <p:cNvPr id="528491" name="AutoShape 107">
            <a:extLst>
              <a:ext uri="{FF2B5EF4-FFF2-40B4-BE49-F238E27FC236}">
                <a16:creationId xmlns:a16="http://schemas.microsoft.com/office/drawing/2014/main" id="{A79C56C0-923A-84C5-6A16-4CB2BF8495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2488" y="4084638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(R0102~R0103 %RB204~%RB206)</a:t>
            </a:r>
          </a:p>
        </p:txBody>
      </p:sp>
      <p:sp>
        <p:nvSpPr>
          <p:cNvPr id="528492" name="Freeform 108">
            <a:extLst>
              <a:ext uri="{FF2B5EF4-FFF2-40B4-BE49-F238E27FC236}">
                <a16:creationId xmlns:a16="http://schemas.microsoft.com/office/drawing/2014/main" id="{60B9C005-B916-17D4-9D57-63199725D586}"/>
              </a:ext>
            </a:extLst>
          </p:cNvPr>
          <p:cNvSpPr>
            <a:spLocks/>
          </p:cNvSpPr>
          <p:nvPr/>
        </p:nvSpPr>
        <p:spPr bwMode="auto">
          <a:xfrm flipH="1">
            <a:off x="3103563" y="4051300"/>
            <a:ext cx="3455987" cy="22860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495" name="Text Box 111">
            <a:extLst>
              <a:ext uri="{FF2B5EF4-FFF2-40B4-BE49-F238E27FC236}">
                <a16:creationId xmlns:a16="http://schemas.microsoft.com/office/drawing/2014/main" id="{89514CE6-2582-AE9D-848A-C5A7C47395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61138" y="4084638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Tracking Area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번지 지정 참조</a:t>
            </a:r>
          </a:p>
        </p:txBody>
      </p:sp>
      <p:sp>
        <p:nvSpPr>
          <p:cNvPr id="528496" name="Text Box 112">
            <a:extLst>
              <a:ext uri="{FF2B5EF4-FFF2-40B4-BE49-F238E27FC236}">
                <a16:creationId xmlns:a16="http://schemas.microsoft.com/office/drawing/2014/main" id="{186F5512-E372-D819-32DD-D3B397541C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4387850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감지 되고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있으므로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#21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Conveyor move</a:t>
            </a:r>
          </a:p>
        </p:txBody>
      </p:sp>
      <p:sp>
        <p:nvSpPr>
          <p:cNvPr id="528499" name="Line 115">
            <a:extLst>
              <a:ext uri="{FF2B5EF4-FFF2-40B4-BE49-F238E27FC236}">
                <a16:creationId xmlns:a16="http://schemas.microsoft.com/office/drawing/2014/main" id="{171EEBB0-C717-3086-C35B-FE8FF7CB71F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690938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500" name="Text Box 116">
            <a:extLst>
              <a:ext uri="{FF2B5EF4-FFF2-40B4-BE49-F238E27FC236}">
                <a16:creationId xmlns:a16="http://schemas.microsoft.com/office/drawing/2014/main" id="{8C3FD326-FBDB-E4CA-29CF-BA628968CE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97763" y="3475038"/>
            <a:ext cx="267716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sz="1000" b="0" dirty="0">
                <a:solidFill/>
                <a:latin typeface="Times New Roman"/>
              </a:rPr>
              <a:t>Direction Mode Check(D0310 → %DW490(%DB980))</a:t>
            </a:r>
          </a:p>
        </p:txBody>
      </p:sp>
      <p:sp>
        <p:nvSpPr>
          <p:cNvPr id="528502" name="Text Box 118">
            <a:extLst>
              <a:ext uri="{FF2B5EF4-FFF2-40B4-BE49-F238E27FC236}">
                <a16:creationId xmlns:a16="http://schemas.microsoft.com/office/drawing/2014/main" id="{104CA328-54EA-F179-8D96-7A59BE4D58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589338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입고 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0,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출고 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1</a:t>
            </a:r>
          </a:p>
        </p:txBody>
      </p:sp>
      <p:sp>
        <p:nvSpPr>
          <p:cNvPr id="528503" name="Line 119">
            <a:extLst>
              <a:ext uri="{FF2B5EF4-FFF2-40B4-BE49-F238E27FC236}">
                <a16:creationId xmlns:a16="http://schemas.microsoft.com/office/drawing/2014/main" id="{8247BDC9-B0F6-4A1D-4412-D61E981196B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91795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504" name="Text Box 120">
            <a:extLst>
              <a:ext uri="{FF2B5EF4-FFF2-40B4-BE49-F238E27FC236}">
                <a16:creationId xmlns:a16="http://schemas.microsoft.com/office/drawing/2014/main" id="{44BFE5FC-0000-58EA-878D-A88FA5F146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806825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0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이 아닐 경우 변경</a:t>
            </a:r>
          </a:p>
        </p:txBody>
      </p:sp>
      <p:sp>
        <p:nvSpPr>
          <p:cNvPr id="528505" name="Text Box 121">
            <a:extLst>
              <a:ext uri="{FF2B5EF4-FFF2-40B4-BE49-F238E27FC236}">
                <a16:creationId xmlns:a16="http://schemas.microsoft.com/office/drawing/2014/main" id="{0D9D0CCF-0B56-1875-209C-7065DA1E31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3559" y="3763963"/>
            <a:ext cx="1378904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strike="sngStrike" dirty="0">
                <a:solidFill/>
                <a:latin typeface="Times New Roman"/>
              </a:rPr>
              <a:t>D0310 → %DW490(%DB980) “1” </a:t>
            </a:r>
            <a:endParaRPr sz="1000" b="0" dirty="0">
              <a:solidFill/>
              <a:latin typeface="Times New Roman"/>
            </a:endParaRPr>
          </a:p>
        </p:txBody>
      </p:sp>
      <p:sp>
        <p:nvSpPr>
          <p:cNvPr id="528506" name="Text Box 122">
            <a:extLst>
              <a:ext uri="{FF2B5EF4-FFF2-40B4-BE49-F238E27FC236}">
                <a16:creationId xmlns:a16="http://schemas.microsoft.com/office/drawing/2014/main" id="{61BB5623-0750-879A-7A9D-C0D6570D636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3900" y="5132388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#21 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</a:t>
            </a:r>
          </a:p>
        </p:txBody>
      </p:sp>
      <p:sp>
        <p:nvSpPr>
          <p:cNvPr id="528507" name="Text Box 123">
            <a:extLst>
              <a:ext uri="{FF2B5EF4-FFF2-40B4-BE49-F238E27FC236}">
                <a16:creationId xmlns:a16="http://schemas.microsoft.com/office/drawing/2014/main" id="{0F64C41B-A870-D8C5-987F-F9092EC00A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3350" y="53594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#21</a:t>
            </a:r>
          </a:p>
        </p:txBody>
      </p:sp>
      <p:sp>
        <p:nvSpPr>
          <p:cNvPr id="528508" name="Line 124">
            <a:extLst>
              <a:ext uri="{FF2B5EF4-FFF2-40B4-BE49-F238E27FC236}">
                <a16:creationId xmlns:a16="http://schemas.microsoft.com/office/drawing/2014/main" id="{372D4924-5793-E02C-7564-D2AF22CB43B9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562292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509" name="Text Box 125">
            <a:extLst>
              <a:ext uri="{FF2B5EF4-FFF2-40B4-BE49-F238E27FC236}">
                <a16:creationId xmlns:a16="http://schemas.microsoft.com/office/drawing/2014/main" id="{1BF9450C-C821-6BA9-696C-903DF35AEE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03387" y="5491163"/>
            <a:ext cx="142081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%MX592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28510" name="Text Box 126">
            <a:extLst>
              <a:ext uri="{FF2B5EF4-FFF2-40B4-BE49-F238E27FC236}">
                <a16:creationId xmlns:a16="http://schemas.microsoft.com/office/drawing/2014/main" id="{2ABFA345-BD09-3CD3-5B63-6BAACF6FBE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3350" y="47958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#22</a:t>
            </a:r>
          </a:p>
        </p:txBody>
      </p:sp>
      <p:sp>
        <p:nvSpPr>
          <p:cNvPr id="528511" name="Line 127">
            <a:extLst>
              <a:ext uri="{FF2B5EF4-FFF2-40B4-BE49-F238E27FC236}">
                <a16:creationId xmlns:a16="http://schemas.microsoft.com/office/drawing/2014/main" id="{D964BB2D-A275-98DD-073E-EF000A0226C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505936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512" name="Text Box 128">
            <a:extLst>
              <a:ext uri="{FF2B5EF4-FFF2-40B4-BE49-F238E27FC236}">
                <a16:creationId xmlns:a16="http://schemas.microsoft.com/office/drawing/2014/main" id="{3F2242C2-B3A1-ED7C-CAD5-36A7B3113B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82763" y="4927600"/>
            <a:ext cx="13414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%MX593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28513" name="Text Box 129">
            <a:extLst>
              <a:ext uri="{FF2B5EF4-FFF2-40B4-BE49-F238E27FC236}">
                <a16:creationId xmlns:a16="http://schemas.microsoft.com/office/drawing/2014/main" id="{D189BF41-C7A9-5E53-FA3C-A12234DE08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3900" y="5707063"/>
            <a:ext cx="3168650" cy="4302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ID Shift 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#22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#21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영역으로</a:t>
            </a:r>
          </a:p>
        </p:txBody>
      </p:sp>
      <p:sp>
        <p:nvSpPr>
          <p:cNvPr id="528514" name="Freeform 130">
            <a:extLst>
              <a:ext uri="{FF2B5EF4-FFF2-40B4-BE49-F238E27FC236}">
                <a16:creationId xmlns:a16="http://schemas.microsoft.com/office/drawing/2014/main" id="{CF0E4B13-46F7-EB6E-35FE-51D07F550DAA}"/>
              </a:ext>
            </a:extLst>
          </p:cNvPr>
          <p:cNvSpPr>
            <a:spLocks/>
          </p:cNvSpPr>
          <p:nvPr/>
        </p:nvSpPr>
        <p:spPr bwMode="auto">
          <a:xfrm>
            <a:off x="3130550" y="6249988"/>
            <a:ext cx="3455988" cy="198437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28515" name="AutoShape 131">
            <a:extLst>
              <a:ext uri="{FF2B5EF4-FFF2-40B4-BE49-F238E27FC236}">
                <a16:creationId xmlns:a16="http://schemas.microsoft.com/office/drawing/2014/main" id="{1A8EADBB-3755-4D9F-91F6-5CFBA2DFE4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19475" y="6264275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NO(R0100~R0101 %RB200~%RB202)</a:t>
            </a:r>
          </a:p>
        </p:txBody>
      </p:sp>
      <p:sp>
        <p:nvSpPr>
          <p:cNvPr id="528516" name="Text Box 132">
            <a:extLst>
              <a:ext uri="{FF2B5EF4-FFF2-40B4-BE49-F238E27FC236}">
                <a16:creationId xmlns:a16="http://schemas.microsoft.com/office/drawing/2014/main" id="{8CDDDCD3-64C2-DB98-9722-B016FFB1BB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19863" y="5556250"/>
            <a:ext cx="1609725" cy="854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※ Exist Bit 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변경 이후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ECS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0.5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초 이내에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읽어 가므로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PLC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는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Data Move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 무결성 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을 보장 해야 함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.</a:t>
            </a:r>
          </a:p>
        </p:txBody>
      </p:sp>
      <p:sp>
        <p:nvSpPr>
          <p:cNvPr id="528517" name="Text Box 133">
            <a:extLst>
              <a:ext uri="{FF2B5EF4-FFF2-40B4-BE49-F238E27FC236}">
                <a16:creationId xmlns:a16="http://schemas.microsoft.com/office/drawing/2014/main" id="{07F40468-78D0-8FD7-4F0F-33069D9AEE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28520" name="Text Box 136">
            <a:extLst>
              <a:ext uri="{FF2B5EF4-FFF2-40B4-BE49-F238E27FC236}">
                <a16:creationId xmlns:a16="http://schemas.microsoft.com/office/drawing/2014/main" id="{EE092034-3681-B736-3FDC-4ACDBDE1D37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2854325"/>
            <a:ext cx="1296988" cy="765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Direction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모드 변경은 관련 방향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Job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이 없을 경우만 일어나야 함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.</a:t>
            </a:r>
          </a:p>
          <a:p>
            <a:pPr algn="ctr">
              <a:spcBef>
                <a:spcPct val="50000"/>
              </a:spcBef>
            </a:pP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Direction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방향 반대일 경우 대기</a:t>
            </a:r>
          </a:p>
        </p:txBody>
      </p:sp>
      <p:sp>
        <p:nvSpPr>
          <p:cNvPr id="528521" name="Text Box 137">
            <a:extLst>
              <a:ext uri="{FF2B5EF4-FFF2-40B4-BE49-F238E27FC236}">
                <a16:creationId xmlns:a16="http://schemas.microsoft.com/office/drawing/2014/main" id="{A17ED590-54F8-748D-2E88-CC1E3A381B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85100" y="4772025"/>
            <a:ext cx="180022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*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앞에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가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exist Off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하고 뒤에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On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사이의 갭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?</a:t>
            </a:r>
          </a:p>
        </p:txBody>
      </p:sp>
      <p:sp>
        <p:nvSpPr>
          <p:cNvPr id="528522" name="TextBox 528521"/>
          <p:cNvSpPr txBox="1"/>
          <p:nvPr/>
        </p:nvSpPr>
        <p:spPr>
          <a:xfrm>
            <a:off x="228029" y="6355804"/>
            <a:ext cx="935672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</a:t>
            </a:r>
            <a:r>
              <a:rPr lang="en-US" sz="900" b="1" dirty="0">
                <a:solidFill>
                  <a:srgbClr val="FF0000"/>
                </a:solidFill>
              </a:rPr>
              <a:t>0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구현확인</a:t>
            </a:r>
            <a:r>
              <a:rPr sz="900" b="1" dirty="0">
                <a:solidFill>
                  <a:srgbClr val="FF0000"/>
                </a:solidFill>
              </a:rPr>
              <a:t>: ① </a:t>
            </a:r>
            <a:r>
              <a:rPr sz="900" b="1" dirty="0" err="1">
                <a:solidFill>
                  <a:srgbClr val="FF0000"/>
                </a:solidFill>
              </a:rPr>
              <a:t>방향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전환</a:t>
            </a:r>
            <a:r>
              <a:rPr sz="900" b="1" dirty="0">
                <a:solidFill>
                  <a:srgbClr val="FF0000"/>
                </a:solidFill>
              </a:rPr>
              <a:t> 시 </a:t>
            </a:r>
            <a:r>
              <a:rPr sz="900" b="1" dirty="0" err="1">
                <a:solidFill>
                  <a:srgbClr val="FF0000"/>
                </a:solidFill>
              </a:rPr>
              <a:t>반대방향</a:t>
            </a:r>
            <a:r>
              <a:rPr sz="900" b="1" dirty="0">
                <a:solidFill>
                  <a:srgbClr val="FF0000"/>
                </a:solidFill>
              </a:rPr>
              <a:t> Job </a:t>
            </a:r>
            <a:r>
              <a:rPr sz="900" b="1" dirty="0" err="1">
                <a:solidFill>
                  <a:srgbClr val="FF0000"/>
                </a:solidFill>
              </a:rPr>
              <a:t>유무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확인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가드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미구현</a:t>
            </a:r>
            <a:r>
              <a:rPr sz="900" b="1" dirty="0">
                <a:solidFill>
                  <a:srgbClr val="FF0000"/>
                </a:solidFill>
              </a:rPr>
              <a:t>(</a:t>
            </a:r>
            <a:r>
              <a:rPr sz="900" b="1" dirty="0" err="1">
                <a:solidFill>
                  <a:srgbClr val="FF0000"/>
                </a:solidFill>
              </a:rPr>
              <a:t>ECSDispatcher.cs</a:t>
            </a:r>
            <a:r>
              <a:rPr sz="900" b="1" dirty="0">
                <a:solidFill>
                  <a:srgbClr val="FF0000"/>
                </a:solidFill>
              </a:rPr>
              <a:t> — </a:t>
            </a:r>
            <a:r>
              <a:rPr sz="900" b="1" dirty="0" err="1">
                <a:solidFill>
                  <a:srgbClr val="FF0000"/>
                </a:solidFill>
              </a:rPr>
              <a:t>현재모드만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비교</a:t>
            </a:r>
            <a:r>
              <a:rPr sz="900" b="1" dirty="0">
                <a:solidFill>
                  <a:srgbClr val="FF0000"/>
                </a:solidFill>
              </a:rPr>
              <a:t> 후 </a:t>
            </a:r>
            <a:r>
              <a:rPr sz="900" b="1" dirty="0" err="1">
                <a:solidFill>
                  <a:srgbClr val="FF0000"/>
                </a:solidFill>
              </a:rPr>
              <a:t>즉시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전환</a:t>
            </a:r>
            <a:r>
              <a:rPr sz="900" b="1" dirty="0">
                <a:solidFill>
                  <a:srgbClr val="FF0000"/>
                </a:solidFill>
              </a:rPr>
              <a:t>) ② ECS </a:t>
            </a:r>
            <a:r>
              <a:rPr sz="900" b="1" dirty="0" err="1">
                <a:solidFill>
                  <a:srgbClr val="FF0000"/>
                </a:solidFill>
              </a:rPr>
              <a:t>판독주기</a:t>
            </a:r>
            <a:r>
              <a:rPr sz="900" b="1" dirty="0">
                <a:solidFill>
                  <a:srgbClr val="FF0000"/>
                </a:solidFill>
              </a:rPr>
              <a:t> 1초(</a:t>
            </a:r>
            <a:r>
              <a:rPr sz="900" b="1" dirty="0" err="1">
                <a:solidFill>
                  <a:srgbClr val="FF0000"/>
                </a:solidFill>
              </a:rPr>
              <a:t>문서</a:t>
            </a:r>
            <a:r>
              <a:rPr sz="900" b="1" dirty="0">
                <a:solidFill>
                  <a:srgbClr val="FF0000"/>
                </a:solidFill>
              </a:rPr>
              <a:t> 0.5초와 </a:t>
            </a:r>
            <a:r>
              <a:rPr sz="900" b="1" dirty="0" err="1">
                <a:solidFill>
                  <a:srgbClr val="FF0000"/>
                </a:solidFill>
              </a:rPr>
              <a:t>불일치</a:t>
            </a:r>
            <a:r>
              <a:rPr sz="900" b="1" dirty="0">
                <a:solidFill>
                  <a:srgbClr val="FF0000"/>
                </a:solidFill>
              </a:rPr>
              <a:t>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434" name="Text Box 2">
            <a:extLst>
              <a:ext uri="{FF2B5EF4-FFF2-40B4-BE49-F238E27FC236}">
                <a16:creationId xmlns:a16="http://schemas.microsoft.com/office/drawing/2014/main" id="{2B7C0813-D88D-9ED1-AA5B-8E70DE8CC7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300672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 # 11 )</a:t>
            </a:r>
          </a:p>
        </p:txBody>
      </p:sp>
      <p:sp>
        <p:nvSpPr>
          <p:cNvPr id="530435" name="Rectangle 3">
            <a:extLst>
              <a:ext uri="{FF2B5EF4-FFF2-40B4-BE49-F238E27FC236}">
                <a16:creationId xmlns:a16="http://schemas.microsoft.com/office/drawing/2014/main" id="{04EEBF1C-AC5F-B634-9241-282604E277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0436" name="Rectangle 4">
            <a:extLst>
              <a:ext uri="{FF2B5EF4-FFF2-40B4-BE49-F238E27FC236}">
                <a16:creationId xmlns:a16="http://schemas.microsoft.com/office/drawing/2014/main" id="{547A2827-CFFA-762C-6F45-EE390FD56A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0437" name="Rectangle 5">
            <a:extLst>
              <a:ext uri="{FF2B5EF4-FFF2-40B4-BE49-F238E27FC236}">
                <a16:creationId xmlns:a16="http://schemas.microsoft.com/office/drawing/2014/main" id="{37D57082-40F4-9130-DDAD-37885B6014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0438" name="Group 6">
            <a:extLst>
              <a:ext uri="{FF2B5EF4-FFF2-40B4-BE49-F238E27FC236}">
                <a16:creationId xmlns:a16="http://schemas.microsoft.com/office/drawing/2014/main" id="{C2EDE718-4EA5-1EDF-53A5-66289DEB01CA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30439" name="Line 7">
              <a:extLst>
                <a:ext uri="{FF2B5EF4-FFF2-40B4-BE49-F238E27FC236}">
                  <a16:creationId xmlns:a16="http://schemas.microsoft.com/office/drawing/2014/main" id="{3CD8C766-A727-E2D5-228F-A856D5295CF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0440" name="Line 8">
              <a:extLst>
                <a:ext uri="{FF2B5EF4-FFF2-40B4-BE49-F238E27FC236}">
                  <a16:creationId xmlns:a16="http://schemas.microsoft.com/office/drawing/2014/main" id="{38FE1572-916A-615E-91ED-1BBFF9C8A7F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grpSp>
        <p:nvGrpSpPr>
          <p:cNvPr id="530442" name="Group 10">
            <a:extLst>
              <a:ext uri="{FF2B5EF4-FFF2-40B4-BE49-F238E27FC236}">
                <a16:creationId xmlns:a16="http://schemas.microsoft.com/office/drawing/2014/main" id="{15A28284-6F32-F818-46D9-8F79A99BCFC4}"/>
              </a:ext>
            </a:extLst>
          </p:cNvPr>
          <p:cNvGrpSpPr>
            <a:grpSpLocks/>
          </p:cNvGrpSpPr>
          <p:nvPr/>
        </p:nvGrpSpPr>
        <p:grpSpPr bwMode="auto">
          <a:xfrm>
            <a:off x="8720138" y="595313"/>
            <a:ext cx="360362" cy="719137"/>
            <a:chOff x="995" y="2643"/>
            <a:chExt cx="227" cy="453"/>
          </a:xfrm>
        </p:grpSpPr>
        <p:sp>
          <p:nvSpPr>
            <p:cNvPr id="530443" name="Rectangle 11">
              <a:extLst>
                <a:ext uri="{FF2B5EF4-FFF2-40B4-BE49-F238E27FC236}">
                  <a16:creationId xmlns:a16="http://schemas.microsoft.com/office/drawing/2014/main" id="{1DCD6BE7-C65D-5C34-9EF6-B22AD80ADD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30444" name="Rectangle 12">
              <a:extLst>
                <a:ext uri="{FF2B5EF4-FFF2-40B4-BE49-F238E27FC236}">
                  <a16:creationId xmlns:a16="http://schemas.microsoft.com/office/drawing/2014/main" id="{056431AF-42FB-8B8E-7D1C-38BE37C912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30445" name="AutoShape 13">
            <a:extLst>
              <a:ext uri="{FF2B5EF4-FFF2-40B4-BE49-F238E27FC236}">
                <a16:creationId xmlns:a16="http://schemas.microsoft.com/office/drawing/2014/main" id="{206BF3B9-1BD3-3DB6-0671-E199C822F5B5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9069388" y="592138"/>
            <a:ext cx="179387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0446" name="Text Box 14">
            <a:extLst>
              <a:ext uri="{FF2B5EF4-FFF2-40B4-BE49-F238E27FC236}">
                <a16:creationId xmlns:a16="http://schemas.microsoft.com/office/drawing/2014/main" id="{880218A2-7853-5529-A503-0102D7C724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05838" y="1316038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#11</a:t>
            </a:r>
          </a:p>
        </p:txBody>
      </p:sp>
      <p:sp>
        <p:nvSpPr>
          <p:cNvPr id="530447" name="Line 15">
            <a:extLst>
              <a:ext uri="{FF2B5EF4-FFF2-40B4-BE49-F238E27FC236}">
                <a16:creationId xmlns:a16="http://schemas.microsoft.com/office/drawing/2014/main" id="{CE33FA4D-F6A4-B837-3A21-9FD9D16B04E5}"/>
              </a:ext>
            </a:extLst>
          </p:cNvPr>
          <p:cNvSpPr>
            <a:spLocks noChangeShapeType="1"/>
          </p:cNvSpPr>
          <p:nvPr/>
        </p:nvSpPr>
        <p:spPr bwMode="auto">
          <a:xfrm>
            <a:off x="8648700" y="666750"/>
            <a:ext cx="4763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0486" name="Text Box 54">
            <a:extLst>
              <a:ext uri="{FF2B5EF4-FFF2-40B4-BE49-F238E27FC236}">
                <a16:creationId xmlns:a16="http://schemas.microsoft.com/office/drawing/2014/main" id="{F75C792E-655E-4FF0-8964-9A4757CCB2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0487" name="Text Box 55">
            <a:extLst>
              <a:ext uri="{FF2B5EF4-FFF2-40B4-BE49-F238E27FC236}">
                <a16:creationId xmlns:a16="http://schemas.microsoft.com/office/drawing/2014/main" id="{5827740E-48AD-256F-1FB4-98D0B24D18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03588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 Call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을 위해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보고</a:t>
            </a:r>
          </a:p>
        </p:txBody>
      </p:sp>
      <p:sp>
        <p:nvSpPr>
          <p:cNvPr id="530488" name="Text Box 56">
            <a:extLst>
              <a:ext uri="{FF2B5EF4-FFF2-40B4-BE49-F238E27FC236}">
                <a16:creationId xmlns:a16="http://schemas.microsoft.com/office/drawing/2014/main" id="{7D364425-BC68-3D88-88F7-D2CBAE14FD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95650" y="2309813"/>
            <a:ext cx="3168650" cy="31273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도착하여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530489" name="Line 57">
            <a:extLst>
              <a:ext uri="{FF2B5EF4-FFF2-40B4-BE49-F238E27FC236}">
                <a16:creationId xmlns:a16="http://schemas.microsoft.com/office/drawing/2014/main" id="{E90FB379-1865-8206-43B7-56ED0F181F92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4798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490" name="Text Box 58">
            <a:extLst>
              <a:ext uri="{FF2B5EF4-FFF2-40B4-BE49-F238E27FC236}">
                <a16:creationId xmlns:a16="http://schemas.microsoft.com/office/drawing/2014/main" id="{64DC32CA-F7BE-709E-01C7-B28DD3B8E1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1339" y="3235325"/>
            <a:ext cx="1319211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%MX577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0491" name="Text Box 59">
            <a:extLst>
              <a:ext uri="{FF2B5EF4-FFF2-40B4-BE49-F238E27FC236}">
                <a16:creationId xmlns:a16="http://schemas.microsoft.com/office/drawing/2014/main" id="{DAF282CA-91B2-8983-D821-608BBB5543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2416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Complete#1</a:t>
            </a:r>
          </a:p>
        </p:txBody>
      </p:sp>
      <p:sp>
        <p:nvSpPr>
          <p:cNvPr id="530492" name="Line 60">
            <a:extLst>
              <a:ext uri="{FF2B5EF4-FFF2-40B4-BE49-F238E27FC236}">
                <a16:creationId xmlns:a16="http://schemas.microsoft.com/office/drawing/2014/main" id="{C9C357B6-CDBA-4DC9-C098-771150C94076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82905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493" name="Text Box 61">
            <a:extLst>
              <a:ext uri="{FF2B5EF4-FFF2-40B4-BE49-F238E27FC236}">
                <a16:creationId xmlns:a16="http://schemas.microsoft.com/office/drawing/2014/main" id="{E1E14050-0C21-8BF5-5B0D-D9B8A2528A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9725" y="3575347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%MX1441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0494" name="Text Box 62">
            <a:extLst>
              <a:ext uri="{FF2B5EF4-FFF2-40B4-BE49-F238E27FC236}">
                <a16:creationId xmlns:a16="http://schemas.microsoft.com/office/drawing/2014/main" id="{AF3AC0BC-01E2-AD57-1D0A-84A8706152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5909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Ack#1</a:t>
            </a:r>
          </a:p>
        </p:txBody>
      </p:sp>
      <p:sp>
        <p:nvSpPr>
          <p:cNvPr id="530495" name="Line 63">
            <a:extLst>
              <a:ext uri="{FF2B5EF4-FFF2-40B4-BE49-F238E27FC236}">
                <a16:creationId xmlns:a16="http://schemas.microsoft.com/office/drawing/2014/main" id="{249EF0F3-526D-D649-D53B-AC0288BBBFD1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491038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496" name="Text Box 64">
            <a:extLst>
              <a:ext uri="{FF2B5EF4-FFF2-40B4-BE49-F238E27FC236}">
                <a16:creationId xmlns:a16="http://schemas.microsoft.com/office/drawing/2014/main" id="{1452DF4A-B032-AD17-30FF-4B3EBB1E73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4511" y="4289425"/>
            <a:ext cx="133858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%MX1441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0497" name="Text Box 65">
            <a:extLst>
              <a:ext uri="{FF2B5EF4-FFF2-40B4-BE49-F238E27FC236}">
                <a16:creationId xmlns:a16="http://schemas.microsoft.com/office/drawing/2014/main" id="{63631F95-13A6-B064-34F0-85DA2E04A7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2894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Ack#1</a:t>
            </a:r>
          </a:p>
        </p:txBody>
      </p:sp>
      <p:sp>
        <p:nvSpPr>
          <p:cNvPr id="530498" name="Text Box 66">
            <a:extLst>
              <a:ext uri="{FF2B5EF4-FFF2-40B4-BE49-F238E27FC236}">
                <a16:creationId xmlns:a16="http://schemas.microsoft.com/office/drawing/2014/main" id="{22B96FA7-00AD-CBFB-A872-2A84DDF2E8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269875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#21</a:t>
            </a:r>
          </a:p>
        </p:txBody>
      </p:sp>
      <p:sp>
        <p:nvSpPr>
          <p:cNvPr id="530499" name="Line 67">
            <a:extLst>
              <a:ext uri="{FF2B5EF4-FFF2-40B4-BE49-F238E27FC236}">
                <a16:creationId xmlns:a16="http://schemas.microsoft.com/office/drawing/2014/main" id="{0F893E72-362F-98A1-34C6-F23A4045B7C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296227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500" name="Text Box 68">
            <a:extLst>
              <a:ext uri="{FF2B5EF4-FFF2-40B4-BE49-F238E27FC236}">
                <a16:creationId xmlns:a16="http://schemas.microsoft.com/office/drawing/2014/main" id="{D7840867-02A4-39D4-ABB1-C728173847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7062" y="2830513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%MX592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0501" name="Line 69">
            <a:extLst>
              <a:ext uri="{FF2B5EF4-FFF2-40B4-BE49-F238E27FC236}">
                <a16:creationId xmlns:a16="http://schemas.microsoft.com/office/drawing/2014/main" id="{AA9C4FE5-68BB-4BD3-744D-61DCF68BAF0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488791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502" name="Text Box 70">
            <a:extLst>
              <a:ext uri="{FF2B5EF4-FFF2-40B4-BE49-F238E27FC236}">
                <a16:creationId xmlns:a16="http://schemas.microsoft.com/office/drawing/2014/main" id="{9765759D-780D-D676-A160-3F83888745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7062" y="4670425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M036.6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%MX582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0503" name="Text Box 71">
            <a:extLst>
              <a:ext uri="{FF2B5EF4-FFF2-40B4-BE49-F238E27FC236}">
                <a16:creationId xmlns:a16="http://schemas.microsoft.com/office/drawing/2014/main" id="{5B56F8C1-7139-C710-CF70-C65C63B3DA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6434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30504" name="Text Box 72">
            <a:extLst>
              <a:ext uri="{FF2B5EF4-FFF2-40B4-BE49-F238E27FC236}">
                <a16:creationId xmlns:a16="http://schemas.microsoft.com/office/drawing/2014/main" id="{9C08B830-EEE5-29DE-7155-971796EE11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89113" y="3943350"/>
            <a:ext cx="1341437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%MX577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0505" name="Text Box 73">
            <a:extLst>
              <a:ext uri="{FF2B5EF4-FFF2-40B4-BE49-F238E27FC236}">
                <a16:creationId xmlns:a16="http://schemas.microsoft.com/office/drawing/2014/main" id="{CEAAFAC0-883D-66BB-CC55-1056F5FB90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9497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Complete#1</a:t>
            </a:r>
          </a:p>
        </p:txBody>
      </p:sp>
      <p:sp>
        <p:nvSpPr>
          <p:cNvPr id="530506" name="Line 74">
            <a:extLst>
              <a:ext uri="{FF2B5EF4-FFF2-40B4-BE49-F238E27FC236}">
                <a16:creationId xmlns:a16="http://schemas.microsoft.com/office/drawing/2014/main" id="{C2356E9E-DB02-50E0-6F49-E915C22D00F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187825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507" name="Freeform 75">
            <a:extLst>
              <a:ext uri="{FF2B5EF4-FFF2-40B4-BE49-F238E27FC236}">
                <a16:creationId xmlns:a16="http://schemas.microsoft.com/office/drawing/2014/main" id="{4DEA4E77-8E37-836E-0783-669F859332C1}"/>
              </a:ext>
            </a:extLst>
          </p:cNvPr>
          <p:cNvSpPr>
            <a:spLocks/>
          </p:cNvSpPr>
          <p:nvPr/>
        </p:nvSpPr>
        <p:spPr bwMode="auto">
          <a:xfrm>
            <a:off x="3095625" y="1866900"/>
            <a:ext cx="3455988" cy="19843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508" name="AutoShape 76">
            <a:extLst>
              <a:ext uri="{FF2B5EF4-FFF2-40B4-BE49-F238E27FC236}">
                <a16:creationId xmlns:a16="http://schemas.microsoft.com/office/drawing/2014/main" id="{DD2FD42B-9B33-9676-00EB-B5E2DEAB35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4550" y="1881188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(R0100~R0101 %RB200~%RB202)</a:t>
            </a:r>
          </a:p>
        </p:txBody>
      </p:sp>
      <p:sp>
        <p:nvSpPr>
          <p:cNvPr id="530509" name="Line 77">
            <a:extLst>
              <a:ext uri="{FF2B5EF4-FFF2-40B4-BE49-F238E27FC236}">
                <a16:creationId xmlns:a16="http://schemas.microsoft.com/office/drawing/2014/main" id="{41D94438-CFE3-4350-7DF4-E047B9D07346}"/>
              </a:ext>
            </a:extLst>
          </p:cNvPr>
          <p:cNvSpPr>
            <a:spLocks noChangeShapeType="1"/>
          </p:cNvSpPr>
          <p:nvPr/>
        </p:nvSpPr>
        <p:spPr bwMode="auto">
          <a:xfrm>
            <a:off x="3089275" y="162401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0510" name="Text Box 78">
            <a:extLst>
              <a:ext uri="{FF2B5EF4-FFF2-40B4-BE49-F238E27FC236}">
                <a16:creationId xmlns:a16="http://schemas.microsoft.com/office/drawing/2014/main" id="{5DABA05D-22C3-A1CA-B563-5B9BAA86D3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1339" y="1406525"/>
            <a:ext cx="126999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M036.6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%MX582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0511" name="Text Box 79">
            <a:extLst>
              <a:ext uri="{FF2B5EF4-FFF2-40B4-BE49-F238E27FC236}">
                <a16:creationId xmlns:a16="http://schemas.microsoft.com/office/drawing/2014/main" id="{5B7384F9-92C6-8A82-D404-4D46611CF5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13795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30512" name="Text Box 80">
            <a:extLst>
              <a:ext uri="{FF2B5EF4-FFF2-40B4-BE49-F238E27FC236}">
                <a16:creationId xmlns:a16="http://schemas.microsoft.com/office/drawing/2014/main" id="{E67F343D-645B-22E8-6F23-E0B2E3A6C6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69200" y="2971800"/>
            <a:ext cx="1800225" cy="6429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  <a:buFontTx/>
              <a:buChar char="•"/>
            </a:pP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최종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Unload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시점에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R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영역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Data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삭제는 누가 하는가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?</a:t>
            </a:r>
          </a:p>
          <a:p>
            <a:pPr algn="ctr">
              <a:spcBef>
                <a:spcPct val="50000"/>
              </a:spcBef>
            </a:pP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 Tracking 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영역 삭제는 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PLC</a:t>
            </a:r>
            <a:r>
              <a:rPr lang="ko-KR" altLang="en-US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쪽에서 처리해주면 됨</a:t>
            </a:r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.</a:t>
            </a:r>
            <a:endParaRPr lang="en-US" altLang="ko-KR" sz="800">
              <a:solidFill>
                <a:srgbClr val="000099"/>
              </a:solidFill>
              <a:latin typeface="Tahoma" panose="020B0604030504040204" pitchFamily="34" charset="0"/>
              <a:ea typeface="돋움체" panose="020B0609000101010101" pitchFamily="49" charset="-127"/>
            </a:endParaRPr>
          </a:p>
        </p:txBody>
      </p:sp>
      <p:sp>
        <p:nvSpPr>
          <p:cNvPr id="530513" name="TextBox 530512"/>
          <p:cNvSpPr txBox="1"/>
          <p:nvPr/>
        </p:nvSpPr>
        <p:spPr>
          <a:xfrm>
            <a:off x="228600" y="6499820"/>
            <a:ext cx="86868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</a:t>
            </a:r>
            <a:r>
              <a:rPr lang="en-US" sz="900" b="1" dirty="0">
                <a:solidFill>
                  <a:srgbClr val="FF0000"/>
                </a:solidFill>
              </a:rPr>
              <a:t>0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구현확인</a:t>
            </a:r>
            <a:r>
              <a:rPr sz="900" b="1" dirty="0">
                <a:solidFill>
                  <a:srgbClr val="FF0000"/>
                </a:solidFill>
              </a:rPr>
              <a:t>: </a:t>
            </a:r>
            <a:r>
              <a:rPr sz="900" b="1" dirty="0" err="1">
                <a:solidFill>
                  <a:srgbClr val="FF0000"/>
                </a:solidFill>
              </a:rPr>
              <a:t>ECS는</a:t>
            </a:r>
            <a:r>
              <a:rPr sz="900" b="1" dirty="0">
                <a:solidFill>
                  <a:srgbClr val="FF0000"/>
                </a:solidFill>
              </a:rPr>
              <a:t> Complete OFF </a:t>
            </a:r>
            <a:r>
              <a:rPr sz="900" b="1" dirty="0" err="1">
                <a:solidFill>
                  <a:srgbClr val="FF0000"/>
                </a:solidFill>
              </a:rPr>
              <a:t>수신</a:t>
            </a:r>
            <a:r>
              <a:rPr sz="900" b="1" dirty="0">
                <a:solidFill>
                  <a:srgbClr val="FF0000"/>
                </a:solidFill>
              </a:rPr>
              <a:t> 시 Ack OFF </a:t>
            </a:r>
            <a:r>
              <a:rPr sz="900" b="1" dirty="0" err="1">
                <a:solidFill>
                  <a:srgbClr val="FF0000"/>
                </a:solidFill>
              </a:rPr>
              <a:t>처리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없음</a:t>
            </a:r>
            <a:r>
              <a:rPr sz="900" b="1" dirty="0">
                <a:solidFill>
                  <a:srgbClr val="FF0000"/>
                </a:solidFill>
              </a:rPr>
              <a:t> — Ack </a:t>
            </a:r>
            <a:r>
              <a:rPr sz="900" b="1" dirty="0" err="1">
                <a:solidFill>
                  <a:srgbClr val="FF0000"/>
                </a:solidFill>
              </a:rPr>
              <a:t>리셋은</a:t>
            </a:r>
            <a:r>
              <a:rPr sz="900" b="1" dirty="0">
                <a:solidFill>
                  <a:srgbClr val="FF0000"/>
                </a:solidFill>
              </a:rPr>
              <a:t> PLC </a:t>
            </a:r>
            <a:r>
              <a:rPr sz="900" b="1" dirty="0" err="1">
                <a:solidFill>
                  <a:srgbClr val="FF0000"/>
                </a:solidFill>
              </a:rPr>
              <a:t>래더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담당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전제</a:t>
            </a:r>
            <a:r>
              <a:rPr sz="900" b="1" dirty="0">
                <a:solidFill>
                  <a:srgbClr val="FF0000"/>
                </a:solidFill>
              </a:rPr>
              <a:t> (</a:t>
            </a:r>
            <a:r>
              <a:rPr sz="900" b="1" dirty="0" err="1">
                <a:solidFill>
                  <a:srgbClr val="FF0000"/>
                </a:solidFill>
              </a:rPr>
              <a:t>Conveyor.cs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OnUnload</a:t>
            </a:r>
            <a:r>
              <a:rPr sz="900" b="1" dirty="0">
                <a:solidFill>
                  <a:srgbClr val="FF0000"/>
                </a:solidFill>
              </a:rPr>
              <a:t>/</a:t>
            </a:r>
            <a:r>
              <a:rPr sz="900" b="1" dirty="0" err="1">
                <a:solidFill>
                  <a:srgbClr val="FF0000"/>
                </a:solidFill>
              </a:rPr>
              <a:t>LoadComplete</a:t>
            </a:r>
            <a:r>
              <a:rPr sz="900" b="1" dirty="0">
                <a:solidFill>
                  <a:srgbClr val="FF0000"/>
                </a:solidFill>
              </a:rPr>
              <a:t>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458" name="Text Box 2">
            <a:extLst>
              <a:ext uri="{FF2B5EF4-FFF2-40B4-BE49-F238E27FC236}">
                <a16:creationId xmlns:a16="http://schemas.microsoft.com/office/drawing/2014/main" id="{D89FBA7B-42FE-5354-806E-795F7A7D70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300672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출고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 # 11 )</a:t>
            </a:r>
          </a:p>
        </p:txBody>
      </p:sp>
      <p:sp>
        <p:nvSpPr>
          <p:cNvPr id="531459" name="Rectangle 3">
            <a:extLst>
              <a:ext uri="{FF2B5EF4-FFF2-40B4-BE49-F238E27FC236}">
                <a16:creationId xmlns:a16="http://schemas.microsoft.com/office/drawing/2014/main" id="{08D3FC51-712E-C2D8-2C66-9CAE9F9ABE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1460" name="Rectangle 4">
            <a:extLst>
              <a:ext uri="{FF2B5EF4-FFF2-40B4-BE49-F238E27FC236}">
                <a16:creationId xmlns:a16="http://schemas.microsoft.com/office/drawing/2014/main" id="{C53BD42F-B463-8CB1-8BFA-8164070B9D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1461" name="Rectangle 5">
            <a:extLst>
              <a:ext uri="{FF2B5EF4-FFF2-40B4-BE49-F238E27FC236}">
                <a16:creationId xmlns:a16="http://schemas.microsoft.com/office/drawing/2014/main" id="{173DAD09-139E-E255-DF31-5D92C776FF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1462" name="Group 6">
            <a:extLst>
              <a:ext uri="{FF2B5EF4-FFF2-40B4-BE49-F238E27FC236}">
                <a16:creationId xmlns:a16="http://schemas.microsoft.com/office/drawing/2014/main" id="{06BC395F-DF90-2BF3-2FB4-DC2789B0CCD5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31463" name="Line 7">
              <a:extLst>
                <a:ext uri="{FF2B5EF4-FFF2-40B4-BE49-F238E27FC236}">
                  <a16:creationId xmlns:a16="http://schemas.microsoft.com/office/drawing/2014/main" id="{BFE7B71B-F85A-1B82-765C-9E28CA0CE23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1464" name="Line 8">
              <a:extLst>
                <a:ext uri="{FF2B5EF4-FFF2-40B4-BE49-F238E27FC236}">
                  <a16:creationId xmlns:a16="http://schemas.microsoft.com/office/drawing/2014/main" id="{BF89889F-C33F-655E-1BF6-AEB51562569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grpSp>
        <p:nvGrpSpPr>
          <p:cNvPr id="531466" name="Group 10">
            <a:extLst>
              <a:ext uri="{FF2B5EF4-FFF2-40B4-BE49-F238E27FC236}">
                <a16:creationId xmlns:a16="http://schemas.microsoft.com/office/drawing/2014/main" id="{FA042667-4944-CB96-7A7D-C13F4A4FA254}"/>
              </a:ext>
            </a:extLst>
          </p:cNvPr>
          <p:cNvGrpSpPr>
            <a:grpSpLocks/>
          </p:cNvGrpSpPr>
          <p:nvPr/>
        </p:nvGrpSpPr>
        <p:grpSpPr bwMode="auto">
          <a:xfrm>
            <a:off x="8720138" y="595313"/>
            <a:ext cx="360362" cy="719137"/>
            <a:chOff x="995" y="2643"/>
            <a:chExt cx="227" cy="453"/>
          </a:xfrm>
        </p:grpSpPr>
        <p:sp>
          <p:nvSpPr>
            <p:cNvPr id="531467" name="Rectangle 11">
              <a:extLst>
                <a:ext uri="{FF2B5EF4-FFF2-40B4-BE49-F238E27FC236}">
                  <a16:creationId xmlns:a16="http://schemas.microsoft.com/office/drawing/2014/main" id="{4A1B78FF-C887-C102-1DFB-38D4A6985D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31468" name="Rectangle 12">
              <a:extLst>
                <a:ext uri="{FF2B5EF4-FFF2-40B4-BE49-F238E27FC236}">
                  <a16:creationId xmlns:a16="http://schemas.microsoft.com/office/drawing/2014/main" id="{BD464E63-D26A-F8B7-E485-7A1F699F38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31470" name="Text Box 14">
            <a:extLst>
              <a:ext uri="{FF2B5EF4-FFF2-40B4-BE49-F238E27FC236}">
                <a16:creationId xmlns:a16="http://schemas.microsoft.com/office/drawing/2014/main" id="{D57D9639-91A5-7893-11F0-CBF46D95DE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05838" y="1316038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#11</a:t>
            </a:r>
          </a:p>
        </p:txBody>
      </p:sp>
      <p:sp>
        <p:nvSpPr>
          <p:cNvPr id="531471" name="Line 15">
            <a:extLst>
              <a:ext uri="{FF2B5EF4-FFF2-40B4-BE49-F238E27FC236}">
                <a16:creationId xmlns:a16="http://schemas.microsoft.com/office/drawing/2014/main" id="{2D861133-DE45-DDF5-16F1-EC49ECA3D88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648700" y="666750"/>
            <a:ext cx="4763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1509" name="Text Box 53">
            <a:extLst>
              <a:ext uri="{FF2B5EF4-FFF2-40B4-BE49-F238E27FC236}">
                <a16:creationId xmlns:a16="http://schemas.microsoft.com/office/drawing/2014/main" id="{2D289A44-206E-CB3C-7BBE-D27917C8C7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1510" name="AutoShape 54">
            <a:extLst>
              <a:ext uri="{FF2B5EF4-FFF2-40B4-BE49-F238E27FC236}">
                <a16:creationId xmlns:a16="http://schemas.microsoft.com/office/drawing/2014/main" id="{458D3B35-6B68-D29E-84E0-A798362E0917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9151938" y="1098550"/>
            <a:ext cx="179387" cy="179388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1511" name="Text Box 55">
            <a:extLst>
              <a:ext uri="{FF2B5EF4-FFF2-40B4-BE49-F238E27FC236}">
                <a16:creationId xmlns:a16="http://schemas.microsoft.com/office/drawing/2014/main" id="{F10878B5-B5AD-D2FD-96C7-6F47A0FF8D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#21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531512" name="Text Box 56">
            <a:extLst>
              <a:ext uri="{FF2B5EF4-FFF2-40B4-BE49-F238E27FC236}">
                <a16:creationId xmlns:a16="http://schemas.microsoft.com/office/drawing/2014/main" id="{D3859F8A-377F-4D56-2942-D59FD4D353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6525" y="13874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#21</a:t>
            </a:r>
          </a:p>
        </p:txBody>
      </p:sp>
      <p:sp>
        <p:nvSpPr>
          <p:cNvPr id="531513" name="Line 57">
            <a:extLst>
              <a:ext uri="{FF2B5EF4-FFF2-40B4-BE49-F238E27FC236}">
                <a16:creationId xmlns:a16="http://schemas.microsoft.com/office/drawing/2014/main" id="{3E6F0A42-BA4B-E4E5-E3A0-ED15D2B7C32A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6263" y="16510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1514" name="Text Box 58">
            <a:extLst>
              <a:ext uri="{FF2B5EF4-FFF2-40B4-BE49-F238E27FC236}">
                <a16:creationId xmlns:a16="http://schemas.microsoft.com/office/drawing/2014/main" id="{75C404B4-13A0-F051-61C6-E981BE1704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8001" y="1519238"/>
            <a:ext cx="1349374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%MX592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1515" name="Line 59">
            <a:extLst>
              <a:ext uri="{FF2B5EF4-FFF2-40B4-BE49-F238E27FC236}">
                <a16:creationId xmlns:a16="http://schemas.microsoft.com/office/drawing/2014/main" id="{4E2A2031-86E1-BE93-568E-CC5520A75ECA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98913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1516" name="Text Box 60">
            <a:extLst>
              <a:ext uri="{FF2B5EF4-FFF2-40B4-BE49-F238E27FC236}">
                <a16:creationId xmlns:a16="http://schemas.microsoft.com/office/drawing/2014/main" id="{90BAC26A-B371-32B8-2C98-ADDE90F420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49439" y="1744663"/>
            <a:ext cx="126999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%MX578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1517" name="Text Box 61">
            <a:extLst>
              <a:ext uri="{FF2B5EF4-FFF2-40B4-BE49-F238E27FC236}">
                <a16:creationId xmlns:a16="http://schemas.microsoft.com/office/drawing/2014/main" id="{DEE79BC5-2996-DE27-514E-D1003C4A3F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17510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531518" name="Line 62">
            <a:extLst>
              <a:ext uri="{FF2B5EF4-FFF2-40B4-BE49-F238E27FC236}">
                <a16:creationId xmlns:a16="http://schemas.microsoft.com/office/drawing/2014/main" id="{0541AD9C-39BF-B72B-0EDF-3DB03C7BC01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23383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1519" name="Text Box 63">
            <a:extLst>
              <a:ext uri="{FF2B5EF4-FFF2-40B4-BE49-F238E27FC236}">
                <a16:creationId xmlns:a16="http://schemas.microsoft.com/office/drawing/2014/main" id="{73A11D41-12F7-969C-1FB0-10A1EA88BA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17259" y="2234842"/>
            <a:ext cx="133136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%MX1442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1520" name="Text Box 64">
            <a:extLst>
              <a:ext uri="{FF2B5EF4-FFF2-40B4-BE49-F238E27FC236}">
                <a16:creationId xmlns:a16="http://schemas.microsoft.com/office/drawing/2014/main" id="{3D01E811-3E49-87DC-C254-68483E1B30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1002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531521" name="Text Box 65">
            <a:extLst>
              <a:ext uri="{FF2B5EF4-FFF2-40B4-BE49-F238E27FC236}">
                <a16:creationId xmlns:a16="http://schemas.microsoft.com/office/drawing/2014/main" id="{53E7B256-721F-FC4F-7583-320BB7DC7B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2286" y="2798763"/>
            <a:ext cx="133858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%MX1442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1522" name="Text Box 66">
            <a:extLst>
              <a:ext uri="{FF2B5EF4-FFF2-40B4-BE49-F238E27FC236}">
                <a16:creationId xmlns:a16="http://schemas.microsoft.com/office/drawing/2014/main" id="{1E00785A-0093-D915-6804-6E445E5823A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7987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531523" name="Text Box 67">
            <a:extLst>
              <a:ext uri="{FF2B5EF4-FFF2-40B4-BE49-F238E27FC236}">
                <a16:creationId xmlns:a16="http://schemas.microsoft.com/office/drawing/2014/main" id="{DABA5901-AF35-5337-3978-975C9498092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5950" y="2438921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%MX578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1524" name="Text Box 68">
            <a:extLst>
              <a:ext uri="{FF2B5EF4-FFF2-40B4-BE49-F238E27FC236}">
                <a16:creationId xmlns:a16="http://schemas.microsoft.com/office/drawing/2014/main" id="{BB0B80ED-8E37-634F-C9CC-B1EBFE4F7A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4590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531525" name="Line 69">
            <a:extLst>
              <a:ext uri="{FF2B5EF4-FFF2-40B4-BE49-F238E27FC236}">
                <a16:creationId xmlns:a16="http://schemas.microsoft.com/office/drawing/2014/main" id="{3480DCEB-1701-1ED9-1055-91399225B3C7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8963" y="2697163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1526" name="Text Box 70">
            <a:extLst>
              <a:ext uri="{FF2B5EF4-FFF2-40B4-BE49-F238E27FC236}">
                <a16:creationId xmlns:a16="http://schemas.microsoft.com/office/drawing/2014/main" id="{9339B9DE-D154-A3B5-278B-BAC728FA49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1838" y="3114675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입고대 방향 확인 후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,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Tracking Area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Write</a:t>
            </a:r>
          </a:p>
        </p:txBody>
      </p:sp>
      <p:sp>
        <p:nvSpPr>
          <p:cNvPr id="531527" name="Line 71">
            <a:extLst>
              <a:ext uri="{FF2B5EF4-FFF2-40B4-BE49-F238E27FC236}">
                <a16:creationId xmlns:a16="http://schemas.microsoft.com/office/drawing/2014/main" id="{92A382D5-C04C-BF44-2F55-8454333AC00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73856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1528" name="Text Box 72">
            <a:extLst>
              <a:ext uri="{FF2B5EF4-FFF2-40B4-BE49-F238E27FC236}">
                <a16:creationId xmlns:a16="http://schemas.microsoft.com/office/drawing/2014/main" id="{D02F8189-5B7E-607B-D43C-E1E4993E1B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73752" y="3522663"/>
            <a:ext cx="267716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sz="1000" b="0" dirty="0">
                <a:solidFill/>
                <a:latin typeface="Times New Roman"/>
              </a:rPr>
              <a:t>Direction Mode Check(D0310 → %DW490(%DB980))</a:t>
            </a:r>
          </a:p>
        </p:txBody>
      </p:sp>
      <p:sp>
        <p:nvSpPr>
          <p:cNvPr id="531529" name="Text Box 73">
            <a:extLst>
              <a:ext uri="{FF2B5EF4-FFF2-40B4-BE49-F238E27FC236}">
                <a16:creationId xmlns:a16="http://schemas.microsoft.com/office/drawing/2014/main" id="{96195C29-D1F4-B3F8-BFCC-9DF81CD6D1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636963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입고 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0,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출고 </a:t>
            </a:r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1</a:t>
            </a:r>
          </a:p>
        </p:txBody>
      </p:sp>
      <p:sp>
        <p:nvSpPr>
          <p:cNvPr id="531530" name="Line 74">
            <a:extLst>
              <a:ext uri="{FF2B5EF4-FFF2-40B4-BE49-F238E27FC236}">
                <a16:creationId xmlns:a16="http://schemas.microsoft.com/office/drawing/2014/main" id="{6CFAD91A-F0C5-26BD-3C5F-1269980EB3DB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96557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1531" name="Text Box 75">
            <a:extLst>
              <a:ext uri="{FF2B5EF4-FFF2-40B4-BE49-F238E27FC236}">
                <a16:creationId xmlns:a16="http://schemas.microsoft.com/office/drawing/2014/main" id="{65A44A69-1965-001B-763D-AEDF0909F8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854450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1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이 아닐 경우 변경</a:t>
            </a:r>
          </a:p>
        </p:txBody>
      </p:sp>
      <p:sp>
        <p:nvSpPr>
          <p:cNvPr id="531532" name="Text Box 76">
            <a:extLst>
              <a:ext uri="{FF2B5EF4-FFF2-40B4-BE49-F238E27FC236}">
                <a16:creationId xmlns:a16="http://schemas.microsoft.com/office/drawing/2014/main" id="{4970CD5F-2C1A-5B64-E6E5-9BD6799F9B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46581" y="3843338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strike="sngStrike" dirty="0">
                <a:solidFill/>
                <a:latin typeface="Times New Roman"/>
              </a:rPr>
              <a:t>D0310 → %DW490(%DB980) “1”</a:t>
            </a:r>
          </a:p>
        </p:txBody>
      </p:sp>
      <p:sp>
        <p:nvSpPr>
          <p:cNvPr id="531533" name="AutoShape 77">
            <a:extLst>
              <a:ext uri="{FF2B5EF4-FFF2-40B4-BE49-F238E27FC236}">
                <a16:creationId xmlns:a16="http://schemas.microsoft.com/office/drawing/2014/main" id="{0FB0FE8C-FC4B-5C02-A23C-13A9B333D7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7250" y="4084638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(R0100~R0101 %RB200~%RB202)</a:t>
            </a:r>
          </a:p>
        </p:txBody>
      </p:sp>
      <p:sp>
        <p:nvSpPr>
          <p:cNvPr id="531534" name="Freeform 78">
            <a:extLst>
              <a:ext uri="{FF2B5EF4-FFF2-40B4-BE49-F238E27FC236}">
                <a16:creationId xmlns:a16="http://schemas.microsoft.com/office/drawing/2014/main" id="{A667F88D-EF8D-B549-DC62-18258B816EA5}"/>
              </a:ext>
            </a:extLst>
          </p:cNvPr>
          <p:cNvSpPr>
            <a:spLocks/>
          </p:cNvSpPr>
          <p:nvPr/>
        </p:nvSpPr>
        <p:spPr bwMode="auto">
          <a:xfrm flipH="1">
            <a:off x="3108325" y="4051300"/>
            <a:ext cx="3455988" cy="22860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1535" name="Text Box 79">
            <a:extLst>
              <a:ext uri="{FF2B5EF4-FFF2-40B4-BE49-F238E27FC236}">
                <a16:creationId xmlns:a16="http://schemas.microsoft.com/office/drawing/2014/main" id="{2537457B-80A1-65BA-DC85-97F37C46F29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65900" y="4084638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Tracking Area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번지 지정 참조</a:t>
            </a:r>
          </a:p>
        </p:txBody>
      </p:sp>
      <p:sp>
        <p:nvSpPr>
          <p:cNvPr id="531536" name="Text Box 80">
            <a:extLst>
              <a:ext uri="{FF2B5EF4-FFF2-40B4-BE49-F238E27FC236}">
                <a16:creationId xmlns:a16="http://schemas.microsoft.com/office/drawing/2014/main" id="{5C9567A6-15E3-D7F2-8738-A42F8125C7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52788" y="4387850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감지 되고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있으므로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#22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Conveyor move</a:t>
            </a:r>
          </a:p>
        </p:txBody>
      </p:sp>
      <p:sp>
        <p:nvSpPr>
          <p:cNvPr id="531537" name="Text Box 81">
            <a:extLst>
              <a:ext uri="{FF2B5EF4-FFF2-40B4-BE49-F238E27FC236}">
                <a16:creationId xmlns:a16="http://schemas.microsoft.com/office/drawing/2014/main" id="{74A6A358-B33C-38DB-9C3D-52531FDF1D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5132388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#22 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</a:t>
            </a:r>
          </a:p>
        </p:txBody>
      </p:sp>
      <p:sp>
        <p:nvSpPr>
          <p:cNvPr id="531538" name="Text Box 82">
            <a:extLst>
              <a:ext uri="{FF2B5EF4-FFF2-40B4-BE49-F238E27FC236}">
                <a16:creationId xmlns:a16="http://schemas.microsoft.com/office/drawing/2014/main" id="{FE1A37CB-B6FE-EAE2-AD72-3A2302CD9A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53990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#22</a:t>
            </a:r>
          </a:p>
        </p:txBody>
      </p:sp>
      <p:sp>
        <p:nvSpPr>
          <p:cNvPr id="531539" name="Line 83">
            <a:extLst>
              <a:ext uri="{FF2B5EF4-FFF2-40B4-BE49-F238E27FC236}">
                <a16:creationId xmlns:a16="http://schemas.microsoft.com/office/drawing/2014/main" id="{DDAF7543-7268-5F03-595B-9BB7C0F9ECDC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62292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1540" name="Text Box 84">
            <a:extLst>
              <a:ext uri="{FF2B5EF4-FFF2-40B4-BE49-F238E27FC236}">
                <a16:creationId xmlns:a16="http://schemas.microsoft.com/office/drawing/2014/main" id="{CCD50157-0C25-2C10-83BD-347210D13D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49439" y="5491163"/>
            <a:ext cx="1279524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%MX593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1541" name="Text Box 85">
            <a:extLst>
              <a:ext uri="{FF2B5EF4-FFF2-40B4-BE49-F238E27FC236}">
                <a16:creationId xmlns:a16="http://schemas.microsoft.com/office/drawing/2014/main" id="{69D5DA4E-1268-E442-6FF6-9E54239456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47958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#21</a:t>
            </a:r>
          </a:p>
        </p:txBody>
      </p:sp>
      <p:sp>
        <p:nvSpPr>
          <p:cNvPr id="531542" name="Line 86">
            <a:extLst>
              <a:ext uri="{FF2B5EF4-FFF2-40B4-BE49-F238E27FC236}">
                <a16:creationId xmlns:a16="http://schemas.microsoft.com/office/drawing/2014/main" id="{4ECE30E6-B960-B191-708D-7BC699009CF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05936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1543" name="Text Box 87">
            <a:extLst>
              <a:ext uri="{FF2B5EF4-FFF2-40B4-BE49-F238E27FC236}">
                <a16:creationId xmlns:a16="http://schemas.microsoft.com/office/drawing/2014/main" id="{2E95B5AF-DB8E-7E49-97DB-077E0BF293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8001" y="4927600"/>
            <a:ext cx="135096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M037.0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%MX592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1544" name="Text Box 88">
            <a:extLst>
              <a:ext uri="{FF2B5EF4-FFF2-40B4-BE49-F238E27FC236}">
                <a16:creationId xmlns:a16="http://schemas.microsoft.com/office/drawing/2014/main" id="{C23EAB18-9747-7381-533C-B99195A78F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5707063"/>
            <a:ext cx="3168650" cy="4302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ID Shift 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#21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#22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영역으로</a:t>
            </a:r>
          </a:p>
        </p:txBody>
      </p:sp>
      <p:sp>
        <p:nvSpPr>
          <p:cNvPr id="531545" name="Freeform 89">
            <a:extLst>
              <a:ext uri="{FF2B5EF4-FFF2-40B4-BE49-F238E27FC236}">
                <a16:creationId xmlns:a16="http://schemas.microsoft.com/office/drawing/2014/main" id="{E43492E0-5AB2-C81C-FC2D-C57C1BCC2B5F}"/>
              </a:ext>
            </a:extLst>
          </p:cNvPr>
          <p:cNvSpPr>
            <a:spLocks/>
          </p:cNvSpPr>
          <p:nvPr/>
        </p:nvSpPr>
        <p:spPr bwMode="auto">
          <a:xfrm>
            <a:off x="3135313" y="6249988"/>
            <a:ext cx="3455987" cy="198437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1546" name="AutoShape 90">
            <a:extLst>
              <a:ext uri="{FF2B5EF4-FFF2-40B4-BE49-F238E27FC236}">
                <a16:creationId xmlns:a16="http://schemas.microsoft.com/office/drawing/2014/main" id="{F43C8283-D994-A8EC-B427-9728AD7194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4238" y="6264275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NO(R0102~R0103 %RB204~%RB206)</a:t>
            </a:r>
          </a:p>
        </p:txBody>
      </p:sp>
      <p:sp>
        <p:nvSpPr>
          <p:cNvPr id="531547" name="Text Box 91">
            <a:extLst>
              <a:ext uri="{FF2B5EF4-FFF2-40B4-BE49-F238E27FC236}">
                <a16:creationId xmlns:a16="http://schemas.microsoft.com/office/drawing/2014/main" id="{AE5A9263-E62F-237A-4C14-856FE2D699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24626" y="5556250"/>
            <a:ext cx="1722436" cy="854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lang="en-US" altLang="ko-KR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※ Exist Bit </a:t>
            </a:r>
            <a:r>
              <a:rPr lang="ko-KR" altLang="en-US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변경 이후 </a:t>
            </a:r>
          </a:p>
          <a:p>
            <a:pPr algn="l"/>
            <a:r>
              <a:rPr lang="ko-KR" altLang="en-US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ECS</a:t>
            </a:r>
            <a:r>
              <a:rPr lang="ko-KR" altLang="en-US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에서 </a:t>
            </a:r>
            <a:r>
              <a:rPr lang="en-US" altLang="ko-KR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0.5</a:t>
            </a:r>
            <a:r>
              <a:rPr lang="ko-KR" altLang="en-US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초 이내에 </a:t>
            </a:r>
          </a:p>
          <a:p>
            <a:pPr algn="l"/>
            <a:r>
              <a:rPr lang="ko-KR" altLang="en-US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읽어 가므로 </a:t>
            </a:r>
            <a:r>
              <a:rPr lang="en-US" altLang="ko-KR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PLC</a:t>
            </a:r>
            <a:r>
              <a:rPr lang="ko-KR" altLang="en-US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는 </a:t>
            </a:r>
          </a:p>
          <a:p>
            <a:pPr algn="l"/>
            <a:r>
              <a:rPr lang="ko-KR" altLang="en-US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Data Move</a:t>
            </a:r>
            <a:r>
              <a:rPr lang="ko-KR" altLang="en-US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 무결성  </a:t>
            </a:r>
          </a:p>
          <a:p>
            <a:pPr algn="l"/>
            <a:r>
              <a:rPr lang="ko-KR" altLang="en-US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을 보장 해야 함</a:t>
            </a:r>
            <a:r>
              <a:rPr lang="en-US" altLang="ko-KR" sz="10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.</a:t>
            </a:r>
          </a:p>
        </p:txBody>
      </p:sp>
      <p:sp>
        <p:nvSpPr>
          <p:cNvPr id="531548" name="Text Box 92">
            <a:extLst>
              <a:ext uri="{FF2B5EF4-FFF2-40B4-BE49-F238E27FC236}">
                <a16:creationId xmlns:a16="http://schemas.microsoft.com/office/drawing/2014/main" id="{8EE689D9-7C02-EE46-6A5A-843A22EC7AE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2650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1549" name="TextBox 531548"/>
          <p:cNvSpPr txBox="1"/>
          <p:nvPr/>
        </p:nvSpPr>
        <p:spPr>
          <a:xfrm>
            <a:off x="269434" y="6511567"/>
            <a:ext cx="86868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V1.0 구현확인: 방향 전환 가드 미구현 — 입고 이송 중에도 출고 명령 발행 시 %DW490(D0310)가 즉시 '1'로 전환됨 (ECSDispatcher.cs 1302~1310행)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482" name="Text Box 2">
            <a:extLst>
              <a:ext uri="{FF2B5EF4-FFF2-40B4-BE49-F238E27FC236}">
                <a16:creationId xmlns:a16="http://schemas.microsoft.com/office/drawing/2014/main" id="{12B16AE6-635E-16DB-68C7-1650E15CCDF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300672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출고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 # 11 )</a:t>
            </a:r>
          </a:p>
        </p:txBody>
      </p:sp>
      <p:sp>
        <p:nvSpPr>
          <p:cNvPr id="532483" name="Rectangle 3">
            <a:extLst>
              <a:ext uri="{FF2B5EF4-FFF2-40B4-BE49-F238E27FC236}">
                <a16:creationId xmlns:a16="http://schemas.microsoft.com/office/drawing/2014/main" id="{4F8C13E1-D75F-D87F-451E-FA6365AA54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2484" name="Rectangle 4">
            <a:extLst>
              <a:ext uri="{FF2B5EF4-FFF2-40B4-BE49-F238E27FC236}">
                <a16:creationId xmlns:a16="http://schemas.microsoft.com/office/drawing/2014/main" id="{20DE9341-CB5A-1026-614B-671E4CAFEC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2485" name="Rectangle 5">
            <a:extLst>
              <a:ext uri="{FF2B5EF4-FFF2-40B4-BE49-F238E27FC236}">
                <a16:creationId xmlns:a16="http://schemas.microsoft.com/office/drawing/2014/main" id="{A0549196-E7B6-3B6C-1B60-5D6E7D092A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2486" name="Group 6">
            <a:extLst>
              <a:ext uri="{FF2B5EF4-FFF2-40B4-BE49-F238E27FC236}">
                <a16:creationId xmlns:a16="http://schemas.microsoft.com/office/drawing/2014/main" id="{78F68283-25C4-50F9-E2E8-3FFBFF5EBF8F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32487" name="Line 7">
              <a:extLst>
                <a:ext uri="{FF2B5EF4-FFF2-40B4-BE49-F238E27FC236}">
                  <a16:creationId xmlns:a16="http://schemas.microsoft.com/office/drawing/2014/main" id="{EAA3F078-1C44-F250-9593-DF0B6476D85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2488" name="Line 8">
              <a:extLst>
                <a:ext uri="{FF2B5EF4-FFF2-40B4-BE49-F238E27FC236}">
                  <a16:creationId xmlns:a16="http://schemas.microsoft.com/office/drawing/2014/main" id="{614E5B0F-31B3-9DF1-14FD-98A2857498D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grpSp>
        <p:nvGrpSpPr>
          <p:cNvPr id="532489" name="Group 9">
            <a:extLst>
              <a:ext uri="{FF2B5EF4-FFF2-40B4-BE49-F238E27FC236}">
                <a16:creationId xmlns:a16="http://schemas.microsoft.com/office/drawing/2014/main" id="{66377928-07CE-BE15-B70D-4AF9DEA182C4}"/>
              </a:ext>
            </a:extLst>
          </p:cNvPr>
          <p:cNvGrpSpPr>
            <a:grpSpLocks/>
          </p:cNvGrpSpPr>
          <p:nvPr/>
        </p:nvGrpSpPr>
        <p:grpSpPr bwMode="auto">
          <a:xfrm>
            <a:off x="8720138" y="595313"/>
            <a:ext cx="360362" cy="719137"/>
            <a:chOff x="995" y="2643"/>
            <a:chExt cx="227" cy="453"/>
          </a:xfrm>
        </p:grpSpPr>
        <p:sp>
          <p:nvSpPr>
            <p:cNvPr id="532490" name="Rectangle 10">
              <a:extLst>
                <a:ext uri="{FF2B5EF4-FFF2-40B4-BE49-F238E27FC236}">
                  <a16:creationId xmlns:a16="http://schemas.microsoft.com/office/drawing/2014/main" id="{3F01627F-CA13-3B51-C573-3F4446C256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32491" name="Rectangle 11">
              <a:extLst>
                <a:ext uri="{FF2B5EF4-FFF2-40B4-BE49-F238E27FC236}">
                  <a16:creationId xmlns:a16="http://schemas.microsoft.com/office/drawing/2014/main" id="{34554164-B7AB-5168-9DDF-B081C99D98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32493" name="Text Box 13">
            <a:extLst>
              <a:ext uri="{FF2B5EF4-FFF2-40B4-BE49-F238E27FC236}">
                <a16:creationId xmlns:a16="http://schemas.microsoft.com/office/drawing/2014/main" id="{4D303029-4B33-9249-E035-E3724F1B0B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05838" y="1316038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#11</a:t>
            </a:r>
          </a:p>
        </p:txBody>
      </p:sp>
      <p:sp>
        <p:nvSpPr>
          <p:cNvPr id="532494" name="Line 14">
            <a:extLst>
              <a:ext uri="{FF2B5EF4-FFF2-40B4-BE49-F238E27FC236}">
                <a16:creationId xmlns:a16="http://schemas.microsoft.com/office/drawing/2014/main" id="{94A76BE0-FD51-1297-AD70-50CD4AF6356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648700" y="666750"/>
            <a:ext cx="4763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2495" name="Text Box 15">
            <a:extLst>
              <a:ext uri="{FF2B5EF4-FFF2-40B4-BE49-F238E27FC236}">
                <a16:creationId xmlns:a16="http://schemas.microsoft.com/office/drawing/2014/main" id="{828A4ACC-BB0A-600A-D716-FB8B1CDC20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2521" name="AutoShape 41">
            <a:extLst>
              <a:ext uri="{FF2B5EF4-FFF2-40B4-BE49-F238E27FC236}">
                <a16:creationId xmlns:a16="http://schemas.microsoft.com/office/drawing/2014/main" id="{3BEBDC09-9488-6A97-89A3-3F629D41D6D0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9151938" y="1098550"/>
            <a:ext cx="179387" cy="179388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2522" name="Text Box 42">
            <a:extLst>
              <a:ext uri="{FF2B5EF4-FFF2-40B4-BE49-F238E27FC236}">
                <a16:creationId xmlns:a16="http://schemas.microsoft.com/office/drawing/2014/main" id="{9F5D449E-B1D7-6E4B-66B5-4D14DDCA54A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1027113"/>
            <a:ext cx="3168650" cy="2762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작업자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실시 완료</a:t>
            </a:r>
          </a:p>
        </p:txBody>
      </p:sp>
      <p:sp>
        <p:nvSpPr>
          <p:cNvPr id="532524" name="Line 44">
            <a:extLst>
              <a:ext uri="{FF2B5EF4-FFF2-40B4-BE49-F238E27FC236}">
                <a16:creationId xmlns:a16="http://schemas.microsoft.com/office/drawing/2014/main" id="{FDD72968-A584-5301-0E58-6BF3EA8352FA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173037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2525" name="Text Box 45">
            <a:extLst>
              <a:ext uri="{FF2B5EF4-FFF2-40B4-BE49-F238E27FC236}">
                <a16:creationId xmlns:a16="http://schemas.microsoft.com/office/drawing/2014/main" id="{C3A61A7E-C703-6AAF-FBA5-666B578C2C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68500" y="1485900"/>
            <a:ext cx="11811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>
                <a:solidFill/>
                <a:latin typeface="Times New Roman"/>
              </a:rPr>
              <a:t>M036.3 </a:t>
            </a:r>
            <a:r>
              <a:rPr sz="1000" b="1">
                <a:solidFill>
                  <a:srgbClr val="FF0000"/>
                </a:solidFill>
                <a:latin typeface="Times New Roman"/>
              </a:rPr>
              <a:t>%MX579</a:t>
            </a:r>
            <a:r>
              <a:rPr sz="1000" b="0">
                <a:solidFill/>
                <a:latin typeface="Times New Roman"/>
              </a:rPr>
              <a:t> ON</a:t>
            </a:r>
          </a:p>
        </p:txBody>
      </p:sp>
      <p:sp>
        <p:nvSpPr>
          <p:cNvPr id="532526" name="Text Box 46">
            <a:extLst>
              <a:ext uri="{FF2B5EF4-FFF2-40B4-BE49-F238E27FC236}">
                <a16:creationId xmlns:a16="http://schemas.microsoft.com/office/drawing/2014/main" id="{CE15C5BF-2BAA-0AD6-FAA8-219756D1BB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149225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532527" name="Line 47">
            <a:extLst>
              <a:ext uri="{FF2B5EF4-FFF2-40B4-BE49-F238E27FC236}">
                <a16:creationId xmlns:a16="http://schemas.microsoft.com/office/drawing/2014/main" id="{A311EDAA-A5A4-A5DD-0959-9638BCFDA93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207962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2528" name="Text Box 48">
            <a:extLst>
              <a:ext uri="{FF2B5EF4-FFF2-40B4-BE49-F238E27FC236}">
                <a16:creationId xmlns:a16="http://schemas.microsoft.com/office/drawing/2014/main" id="{F4E50580-6644-3288-25D5-20FAC9EBFB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64299" y="1835150"/>
            <a:ext cx="146426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%MX1443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2529" name="Text Box 49">
            <a:extLst>
              <a:ext uri="{FF2B5EF4-FFF2-40B4-BE49-F238E27FC236}">
                <a16:creationId xmlns:a16="http://schemas.microsoft.com/office/drawing/2014/main" id="{9442BB1F-BFE5-456A-7E5F-2C380DD6BB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18415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532530" name="Line 50">
            <a:extLst>
              <a:ext uri="{FF2B5EF4-FFF2-40B4-BE49-F238E27FC236}">
                <a16:creationId xmlns:a16="http://schemas.microsoft.com/office/drawing/2014/main" id="{24AFA3EE-7080-8EF8-FBA6-8AE957C51921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2741613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2531" name="Text Box 51">
            <a:extLst>
              <a:ext uri="{FF2B5EF4-FFF2-40B4-BE49-F238E27FC236}">
                <a16:creationId xmlns:a16="http://schemas.microsoft.com/office/drawing/2014/main" id="{E648D49F-4488-7E6A-9AC1-21DA5B78303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1974" y="2540000"/>
            <a:ext cx="133858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M090.3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%MX1443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2532" name="Text Box 52">
            <a:extLst>
              <a:ext uri="{FF2B5EF4-FFF2-40B4-BE49-F238E27FC236}">
                <a16:creationId xmlns:a16="http://schemas.microsoft.com/office/drawing/2014/main" id="{853AB052-EFC5-B414-31F1-4BCDCA2F7C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25400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532536" name="Text Box 56">
            <a:extLst>
              <a:ext uri="{FF2B5EF4-FFF2-40B4-BE49-F238E27FC236}">
                <a16:creationId xmlns:a16="http://schemas.microsoft.com/office/drawing/2014/main" id="{E5ACF21E-B544-78E2-C9C6-EE35E8BE23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60551" y="2193925"/>
            <a:ext cx="126999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M036.3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%MX579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2537" name="Text Box 57">
            <a:extLst>
              <a:ext uri="{FF2B5EF4-FFF2-40B4-BE49-F238E27FC236}">
                <a16:creationId xmlns:a16="http://schemas.microsoft.com/office/drawing/2014/main" id="{9D9DCC06-AB17-1B7E-74CA-2DF8AB6693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22002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532538" name="Line 58">
            <a:extLst>
              <a:ext uri="{FF2B5EF4-FFF2-40B4-BE49-F238E27FC236}">
                <a16:creationId xmlns:a16="http://schemas.microsoft.com/office/drawing/2014/main" id="{DAFAF0FF-69D4-BE0B-F1D7-3BF16F593B81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2438400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698" name="Text Box 2">
            <a:extLst>
              <a:ext uri="{FF2B5EF4-FFF2-40B4-BE49-F238E27FC236}">
                <a16:creationId xmlns:a16="http://schemas.microsoft.com/office/drawing/2014/main" id="{6D5A3BF3-7725-0C1A-6FC3-583D24AE01E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636905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출고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 # 14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피킹존 출고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동시에 입고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C/V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존재함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))</a:t>
            </a:r>
          </a:p>
        </p:txBody>
      </p:sp>
      <p:sp>
        <p:nvSpPr>
          <p:cNvPr id="541699" name="Rectangle 3">
            <a:extLst>
              <a:ext uri="{FF2B5EF4-FFF2-40B4-BE49-F238E27FC236}">
                <a16:creationId xmlns:a16="http://schemas.microsoft.com/office/drawing/2014/main" id="{492BB8BD-106D-E640-2CC0-59BF49BF4D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41700" name="Rectangle 4">
            <a:extLst>
              <a:ext uri="{FF2B5EF4-FFF2-40B4-BE49-F238E27FC236}">
                <a16:creationId xmlns:a16="http://schemas.microsoft.com/office/drawing/2014/main" id="{BED1787A-2492-92D3-7B5A-2241602CE6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41701" name="Rectangle 5">
            <a:extLst>
              <a:ext uri="{FF2B5EF4-FFF2-40B4-BE49-F238E27FC236}">
                <a16:creationId xmlns:a16="http://schemas.microsoft.com/office/drawing/2014/main" id="{74824CC6-44DE-C556-B83C-16DC46315C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41702" name="Group 6">
            <a:extLst>
              <a:ext uri="{FF2B5EF4-FFF2-40B4-BE49-F238E27FC236}">
                <a16:creationId xmlns:a16="http://schemas.microsoft.com/office/drawing/2014/main" id="{BA9DC911-E56A-0D13-571E-C34DD5C3BA3E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41703" name="Line 7">
              <a:extLst>
                <a:ext uri="{FF2B5EF4-FFF2-40B4-BE49-F238E27FC236}">
                  <a16:creationId xmlns:a16="http://schemas.microsoft.com/office/drawing/2014/main" id="{98EA7779-420C-08A9-4AFC-D8577A67413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41704" name="Line 8">
              <a:extLst>
                <a:ext uri="{FF2B5EF4-FFF2-40B4-BE49-F238E27FC236}">
                  <a16:creationId xmlns:a16="http://schemas.microsoft.com/office/drawing/2014/main" id="{3451DA88-9457-58FC-150C-1B68C219E78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41710" name="Text Box 14">
            <a:extLst>
              <a:ext uri="{FF2B5EF4-FFF2-40B4-BE49-F238E27FC236}">
                <a16:creationId xmlns:a16="http://schemas.microsoft.com/office/drawing/2014/main" id="{EC925AB2-E8F0-AEE2-EB4B-28DE2959AC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275388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41712" name="Text Box 16">
            <a:extLst>
              <a:ext uri="{FF2B5EF4-FFF2-40B4-BE49-F238E27FC236}">
                <a16:creationId xmlns:a16="http://schemas.microsoft.com/office/drawing/2014/main" id="{CDF52016-8689-758D-2F21-C6B794C970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#27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541713" name="Text Box 17">
            <a:extLst>
              <a:ext uri="{FF2B5EF4-FFF2-40B4-BE49-F238E27FC236}">
                <a16:creationId xmlns:a16="http://schemas.microsoft.com/office/drawing/2014/main" id="{F1E95C33-8D5F-2E9B-7FA1-8CD7ADAEF7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6525" y="13874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#27</a:t>
            </a:r>
          </a:p>
        </p:txBody>
      </p:sp>
      <p:sp>
        <p:nvSpPr>
          <p:cNvPr id="541714" name="Line 18">
            <a:extLst>
              <a:ext uri="{FF2B5EF4-FFF2-40B4-BE49-F238E27FC236}">
                <a16:creationId xmlns:a16="http://schemas.microsoft.com/office/drawing/2014/main" id="{724773D8-23BC-942D-DE33-06D665E6460A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6263" y="16510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15" name="Text Box 19">
            <a:extLst>
              <a:ext uri="{FF2B5EF4-FFF2-40B4-BE49-F238E27FC236}">
                <a16:creationId xmlns:a16="http://schemas.microsoft.com/office/drawing/2014/main" id="{6412DDB5-9788-01E9-577C-4B99352812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1519238"/>
            <a:ext cx="131948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M043.0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%MX688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1716" name="Line 20">
            <a:extLst>
              <a:ext uri="{FF2B5EF4-FFF2-40B4-BE49-F238E27FC236}">
                <a16:creationId xmlns:a16="http://schemas.microsoft.com/office/drawing/2014/main" id="{1534C33B-3AAA-F621-2D5C-7D47FEBB277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98913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17" name="Text Box 21">
            <a:extLst>
              <a:ext uri="{FF2B5EF4-FFF2-40B4-BE49-F238E27FC236}">
                <a16:creationId xmlns:a16="http://schemas.microsoft.com/office/drawing/2014/main" id="{BB16393A-2202-C55D-239F-157B86F8EF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24051" y="1862138"/>
            <a:ext cx="1195387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M042.2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%MX674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1718" name="Text Box 22">
            <a:extLst>
              <a:ext uri="{FF2B5EF4-FFF2-40B4-BE49-F238E27FC236}">
                <a16:creationId xmlns:a16="http://schemas.microsoft.com/office/drawing/2014/main" id="{DA0804DB-D6AE-B11A-CA21-DA2D147A56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17510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541719" name="Line 23">
            <a:extLst>
              <a:ext uri="{FF2B5EF4-FFF2-40B4-BE49-F238E27FC236}">
                <a16:creationId xmlns:a16="http://schemas.microsoft.com/office/drawing/2014/main" id="{83D71DE7-6B68-0A64-C2FC-3836DB66ED8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23383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20" name="Text Box 24">
            <a:extLst>
              <a:ext uri="{FF2B5EF4-FFF2-40B4-BE49-F238E27FC236}">
                <a16:creationId xmlns:a16="http://schemas.microsoft.com/office/drawing/2014/main" id="{B5642D63-CE2D-1B24-FC80-A0AC8407AD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59550" y="2212975"/>
            <a:ext cx="140337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M093.2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%MX1490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1721" name="Text Box 25">
            <a:extLst>
              <a:ext uri="{FF2B5EF4-FFF2-40B4-BE49-F238E27FC236}">
                <a16:creationId xmlns:a16="http://schemas.microsoft.com/office/drawing/2014/main" id="{2C1EF061-2D09-16CB-6101-E76F4981C2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1002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541722" name="Text Box 26">
            <a:extLst>
              <a:ext uri="{FF2B5EF4-FFF2-40B4-BE49-F238E27FC236}">
                <a16:creationId xmlns:a16="http://schemas.microsoft.com/office/drawing/2014/main" id="{83D7E609-A001-2013-9439-90CFC2B4CA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49586" y="2913063"/>
            <a:ext cx="1455564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M093.2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%MX1490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1723" name="Text Box 27">
            <a:extLst>
              <a:ext uri="{FF2B5EF4-FFF2-40B4-BE49-F238E27FC236}">
                <a16:creationId xmlns:a16="http://schemas.microsoft.com/office/drawing/2014/main" id="{A4DDEFC0-672C-77D7-1F4F-9687A6CF3C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7987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541724" name="Text Box 28">
            <a:extLst>
              <a:ext uri="{FF2B5EF4-FFF2-40B4-BE49-F238E27FC236}">
                <a16:creationId xmlns:a16="http://schemas.microsoft.com/office/drawing/2014/main" id="{C3DD5CAB-2C1B-0FDC-EAB6-B353D98B26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63874" y="2566988"/>
            <a:ext cx="1455564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M042.2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%MX674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1725" name="Text Box 29">
            <a:extLst>
              <a:ext uri="{FF2B5EF4-FFF2-40B4-BE49-F238E27FC236}">
                <a16:creationId xmlns:a16="http://schemas.microsoft.com/office/drawing/2014/main" id="{A954C37F-1459-5CB3-13CC-AB398A82C0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4590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541726" name="Line 30">
            <a:extLst>
              <a:ext uri="{FF2B5EF4-FFF2-40B4-BE49-F238E27FC236}">
                <a16:creationId xmlns:a16="http://schemas.microsoft.com/office/drawing/2014/main" id="{7C3DD618-3036-EEEA-14FE-3A6FFD2ED9E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8963" y="2697163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27" name="Text Box 31">
            <a:extLst>
              <a:ext uri="{FF2B5EF4-FFF2-40B4-BE49-F238E27FC236}">
                <a16:creationId xmlns:a16="http://schemas.microsoft.com/office/drawing/2014/main" id="{67912B58-F4EB-516E-593E-D1D256F78D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1838" y="3214688"/>
            <a:ext cx="3168650" cy="4048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입고대 방향 확인 후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,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Tracking Area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Write</a:t>
            </a:r>
          </a:p>
        </p:txBody>
      </p:sp>
      <p:sp>
        <p:nvSpPr>
          <p:cNvPr id="541734" name="AutoShape 38">
            <a:extLst>
              <a:ext uri="{FF2B5EF4-FFF2-40B4-BE49-F238E27FC236}">
                <a16:creationId xmlns:a16="http://schemas.microsoft.com/office/drawing/2014/main" id="{040D98D3-9F99-3E4D-EF07-C685EADF9C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7250" y="3806825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(R0130~R0131 %RB260~%RB262)</a:t>
            </a:r>
          </a:p>
        </p:txBody>
      </p:sp>
      <p:sp>
        <p:nvSpPr>
          <p:cNvPr id="541735" name="Freeform 39">
            <a:extLst>
              <a:ext uri="{FF2B5EF4-FFF2-40B4-BE49-F238E27FC236}">
                <a16:creationId xmlns:a16="http://schemas.microsoft.com/office/drawing/2014/main" id="{C2AB5753-6DCD-E09F-1895-703B1B5083A6}"/>
              </a:ext>
            </a:extLst>
          </p:cNvPr>
          <p:cNvSpPr>
            <a:spLocks/>
          </p:cNvSpPr>
          <p:nvPr/>
        </p:nvSpPr>
        <p:spPr bwMode="auto">
          <a:xfrm flipH="1">
            <a:off x="3108325" y="3773488"/>
            <a:ext cx="3455988" cy="22860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36" name="Text Box 40">
            <a:extLst>
              <a:ext uri="{FF2B5EF4-FFF2-40B4-BE49-F238E27FC236}">
                <a16:creationId xmlns:a16="http://schemas.microsoft.com/office/drawing/2014/main" id="{31A8D5EC-0865-7E6E-CA8D-565D0CBBC4F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65900" y="3806825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Tracking Area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번지 지정 참조</a:t>
            </a:r>
          </a:p>
        </p:txBody>
      </p:sp>
      <p:sp>
        <p:nvSpPr>
          <p:cNvPr id="541737" name="Text Box 41">
            <a:extLst>
              <a:ext uri="{FF2B5EF4-FFF2-40B4-BE49-F238E27FC236}">
                <a16:creationId xmlns:a16="http://schemas.microsoft.com/office/drawing/2014/main" id="{1A83A2F0-329E-4FE6-565B-9D0F65BCBA3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52788" y="4124325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</a:t>
            </a:r>
            <a:r>
              <a:rPr lang="ko-KR" altLang="en-US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감지 되고 </a:t>
            </a:r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</a:t>
            </a:r>
            <a:r>
              <a:rPr lang="ko-KR" altLang="en-US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있으므로</a:t>
            </a:r>
          </a:p>
          <a:p>
            <a:r>
              <a:rPr sz="1000" b="0" strike="sngStrike" dirty="0">
                <a:solidFill/>
                <a:latin typeface="Times New Roman"/>
              </a:rPr>
              <a:t>#27로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#28로</a:t>
            </a:r>
            <a:r>
              <a:rPr sz="1000" dirty="0">
                <a:solidFill/>
                <a:latin typeface="Times New Roman"/>
              </a:rPr>
              <a:t> Conveyor move</a:t>
            </a:r>
          </a:p>
        </p:txBody>
      </p:sp>
      <p:sp>
        <p:nvSpPr>
          <p:cNvPr id="541738" name="Text Box 42">
            <a:extLst>
              <a:ext uri="{FF2B5EF4-FFF2-40B4-BE49-F238E27FC236}">
                <a16:creationId xmlns:a16="http://schemas.microsoft.com/office/drawing/2014/main" id="{E771DEB6-8ECA-04A7-0686-5789868999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4908550"/>
            <a:ext cx="3168650" cy="268288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#28 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</a:t>
            </a:r>
          </a:p>
        </p:txBody>
      </p:sp>
      <p:sp>
        <p:nvSpPr>
          <p:cNvPr id="541739" name="Text Box 43">
            <a:extLst>
              <a:ext uri="{FF2B5EF4-FFF2-40B4-BE49-F238E27FC236}">
                <a16:creationId xmlns:a16="http://schemas.microsoft.com/office/drawing/2014/main" id="{CD85DD08-DA21-9715-2033-8F92FB00C2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517525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#28</a:t>
            </a:r>
          </a:p>
        </p:txBody>
      </p:sp>
      <p:sp>
        <p:nvSpPr>
          <p:cNvPr id="541740" name="Line 44">
            <a:extLst>
              <a:ext uri="{FF2B5EF4-FFF2-40B4-BE49-F238E27FC236}">
                <a16:creationId xmlns:a16="http://schemas.microsoft.com/office/drawing/2014/main" id="{2F139D1B-049C-C67D-A38B-9C528354201A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3990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41" name="Text Box 45">
            <a:extLst>
              <a:ext uri="{FF2B5EF4-FFF2-40B4-BE49-F238E27FC236}">
                <a16:creationId xmlns:a16="http://schemas.microsoft.com/office/drawing/2014/main" id="{EB2C3A99-22CE-C9E4-A94B-95B97CBFBC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63874" y="5267325"/>
            <a:ext cx="146508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M043.1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%MX689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1742" name="Text Box 46">
            <a:extLst>
              <a:ext uri="{FF2B5EF4-FFF2-40B4-BE49-F238E27FC236}">
                <a16:creationId xmlns:a16="http://schemas.microsoft.com/office/drawing/2014/main" id="{8E927AA8-FA4D-B5BF-3542-517676EE3F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455612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#27</a:t>
            </a:r>
          </a:p>
        </p:txBody>
      </p:sp>
      <p:sp>
        <p:nvSpPr>
          <p:cNvPr id="541743" name="Line 47">
            <a:extLst>
              <a:ext uri="{FF2B5EF4-FFF2-40B4-BE49-F238E27FC236}">
                <a16:creationId xmlns:a16="http://schemas.microsoft.com/office/drawing/2014/main" id="{5709F6D7-D7F8-9B28-51BA-1CA60A3265A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483552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44" name="Text Box 48">
            <a:extLst>
              <a:ext uri="{FF2B5EF4-FFF2-40B4-BE49-F238E27FC236}">
                <a16:creationId xmlns:a16="http://schemas.microsoft.com/office/drawing/2014/main" id="{CD45226F-20C0-2537-530F-8C12FFA3AC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4703763"/>
            <a:ext cx="132107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M043.0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%MX688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1745" name="Text Box 49">
            <a:extLst>
              <a:ext uri="{FF2B5EF4-FFF2-40B4-BE49-F238E27FC236}">
                <a16:creationId xmlns:a16="http://schemas.microsoft.com/office/drawing/2014/main" id="{229D14DE-A2CE-D3D9-57D6-476E1EC89D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5483225"/>
            <a:ext cx="3168650" cy="4302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</a:t>
            </a:r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ID Shift  </a:t>
            </a:r>
          </a:p>
          <a:p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#27 </a:t>
            </a:r>
            <a:r>
              <a:rPr lang="ko-KR" altLang="en-US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영역에서 </a:t>
            </a:r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#28</a:t>
            </a:r>
            <a:r>
              <a:rPr lang="ko-KR" altLang="en-US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영역으로</a:t>
            </a:r>
          </a:p>
        </p:txBody>
      </p:sp>
      <p:sp>
        <p:nvSpPr>
          <p:cNvPr id="541746" name="Freeform 50">
            <a:extLst>
              <a:ext uri="{FF2B5EF4-FFF2-40B4-BE49-F238E27FC236}">
                <a16:creationId xmlns:a16="http://schemas.microsoft.com/office/drawing/2014/main" id="{B0A4E065-2051-2E82-BD15-E30A0A158DC8}"/>
              </a:ext>
            </a:extLst>
          </p:cNvPr>
          <p:cNvSpPr>
            <a:spLocks/>
          </p:cNvSpPr>
          <p:nvPr/>
        </p:nvSpPr>
        <p:spPr bwMode="auto">
          <a:xfrm>
            <a:off x="3135313" y="6026150"/>
            <a:ext cx="3455987" cy="19843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47" name="AutoShape 51">
            <a:extLst>
              <a:ext uri="{FF2B5EF4-FFF2-40B4-BE49-F238E27FC236}">
                <a16:creationId xmlns:a16="http://schemas.microsoft.com/office/drawing/2014/main" id="{C906A00E-8363-071E-B0C5-18D5C9DAF6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4238" y="6040438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NO(R0132~R0133 %RB264~%RB266)</a:t>
            </a:r>
          </a:p>
        </p:txBody>
      </p:sp>
      <p:sp>
        <p:nvSpPr>
          <p:cNvPr id="541748" name="Text Box 52">
            <a:extLst>
              <a:ext uri="{FF2B5EF4-FFF2-40B4-BE49-F238E27FC236}">
                <a16:creationId xmlns:a16="http://schemas.microsoft.com/office/drawing/2014/main" id="{F1E00118-0F91-CA9A-B55E-08EB673D54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24625" y="5332413"/>
            <a:ext cx="1609725" cy="854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※ Exist Bit 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변경 이후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ECS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0.5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초 이내에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읽어 가므로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PLC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는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Data Move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 무결성 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을 보장 해야 함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.</a:t>
            </a:r>
          </a:p>
        </p:txBody>
      </p:sp>
      <p:sp>
        <p:nvSpPr>
          <p:cNvPr id="541749" name="Text Box 53">
            <a:extLst>
              <a:ext uri="{FF2B5EF4-FFF2-40B4-BE49-F238E27FC236}">
                <a16:creationId xmlns:a16="http://schemas.microsoft.com/office/drawing/2014/main" id="{4566D1C9-BA63-8798-D2FA-A50163061B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2650" y="6275388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grpSp>
        <p:nvGrpSpPr>
          <p:cNvPr id="541750" name="Group 54">
            <a:extLst>
              <a:ext uri="{FF2B5EF4-FFF2-40B4-BE49-F238E27FC236}">
                <a16:creationId xmlns:a16="http://schemas.microsoft.com/office/drawing/2014/main" id="{8FB24277-1E2D-1AE0-2CF6-0067AE62F9B6}"/>
              </a:ext>
            </a:extLst>
          </p:cNvPr>
          <p:cNvGrpSpPr>
            <a:grpSpLocks/>
          </p:cNvGrpSpPr>
          <p:nvPr/>
        </p:nvGrpSpPr>
        <p:grpSpPr bwMode="auto">
          <a:xfrm>
            <a:off x="8213725" y="669925"/>
            <a:ext cx="360363" cy="719138"/>
            <a:chOff x="995" y="2643"/>
            <a:chExt cx="227" cy="453"/>
          </a:xfrm>
        </p:grpSpPr>
        <p:sp>
          <p:nvSpPr>
            <p:cNvPr id="541751" name="Rectangle 55">
              <a:extLst>
                <a:ext uri="{FF2B5EF4-FFF2-40B4-BE49-F238E27FC236}">
                  <a16:creationId xmlns:a16="http://schemas.microsoft.com/office/drawing/2014/main" id="{C2BE612C-E275-6BC7-338D-0CD7B59A9B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27</a:t>
              </a:r>
            </a:p>
          </p:txBody>
        </p:sp>
        <p:sp>
          <p:nvSpPr>
            <p:cNvPr id="541752" name="Rectangle 56">
              <a:extLst>
                <a:ext uri="{FF2B5EF4-FFF2-40B4-BE49-F238E27FC236}">
                  <a16:creationId xmlns:a16="http://schemas.microsoft.com/office/drawing/2014/main" id="{9608C56E-86E5-98C0-C346-41496BAF0D9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28</a:t>
              </a:r>
            </a:p>
          </p:txBody>
        </p:sp>
      </p:grpSp>
      <p:sp>
        <p:nvSpPr>
          <p:cNvPr id="541753" name="AutoShape 57">
            <a:extLst>
              <a:ext uri="{FF2B5EF4-FFF2-40B4-BE49-F238E27FC236}">
                <a16:creationId xmlns:a16="http://schemas.microsoft.com/office/drawing/2014/main" id="{86AA7872-45E1-EC17-2A21-E1D6AB25B365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8562975" y="666750"/>
            <a:ext cx="179388" cy="179388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41754" name="Text Box 58">
            <a:extLst>
              <a:ext uri="{FF2B5EF4-FFF2-40B4-BE49-F238E27FC236}">
                <a16:creationId xmlns:a16="http://schemas.microsoft.com/office/drawing/2014/main" id="{3C9CB223-D724-B94C-CA67-5784D1FB79F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99425" y="1390650"/>
            <a:ext cx="622300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#14</a:t>
            </a:r>
          </a:p>
        </p:txBody>
      </p:sp>
      <p:sp>
        <p:nvSpPr>
          <p:cNvPr id="541755" name="Line 59">
            <a:extLst>
              <a:ext uri="{FF2B5EF4-FFF2-40B4-BE49-F238E27FC236}">
                <a16:creationId xmlns:a16="http://schemas.microsoft.com/office/drawing/2014/main" id="{765D61DF-1793-0FC3-AEC0-B1C92D113987}"/>
              </a:ext>
            </a:extLst>
          </p:cNvPr>
          <p:cNvSpPr>
            <a:spLocks noChangeShapeType="1"/>
          </p:cNvSpPr>
          <p:nvPr/>
        </p:nvSpPr>
        <p:spPr bwMode="auto">
          <a:xfrm>
            <a:off x="8142288" y="741363"/>
            <a:ext cx="4762" cy="433387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grpSp>
        <p:nvGrpSpPr>
          <p:cNvPr id="541756" name="Group 60">
            <a:extLst>
              <a:ext uri="{FF2B5EF4-FFF2-40B4-BE49-F238E27FC236}">
                <a16:creationId xmlns:a16="http://schemas.microsoft.com/office/drawing/2014/main" id="{B646E611-0727-B652-65B9-34B93982FB08}"/>
              </a:ext>
            </a:extLst>
          </p:cNvPr>
          <p:cNvGrpSpPr>
            <a:grpSpLocks/>
          </p:cNvGrpSpPr>
          <p:nvPr/>
        </p:nvGrpSpPr>
        <p:grpSpPr bwMode="auto">
          <a:xfrm>
            <a:off x="8940800" y="669925"/>
            <a:ext cx="360363" cy="719138"/>
            <a:chOff x="5615" y="381"/>
            <a:chExt cx="227" cy="453"/>
          </a:xfrm>
        </p:grpSpPr>
        <p:sp>
          <p:nvSpPr>
            <p:cNvPr id="541757" name="Rectangle 61">
              <a:extLst>
                <a:ext uri="{FF2B5EF4-FFF2-40B4-BE49-F238E27FC236}">
                  <a16:creationId xmlns:a16="http://schemas.microsoft.com/office/drawing/2014/main" id="{FB8782CF-F70E-8CB5-0965-F468DC15E0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15" y="381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31</a:t>
              </a:r>
            </a:p>
          </p:txBody>
        </p:sp>
        <p:sp>
          <p:nvSpPr>
            <p:cNvPr id="541758" name="Rectangle 62">
              <a:extLst>
                <a:ext uri="{FF2B5EF4-FFF2-40B4-BE49-F238E27FC236}">
                  <a16:creationId xmlns:a16="http://schemas.microsoft.com/office/drawing/2014/main" id="{42D450A9-D486-7BE1-7CB7-F09F01A0C2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15" y="607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30</a:t>
              </a:r>
            </a:p>
          </p:txBody>
        </p:sp>
      </p:grpSp>
      <p:sp>
        <p:nvSpPr>
          <p:cNvPr id="541759" name="Rectangle 63">
            <a:extLst>
              <a:ext uri="{FF2B5EF4-FFF2-40B4-BE49-F238E27FC236}">
                <a16:creationId xmlns:a16="http://schemas.microsoft.com/office/drawing/2014/main" id="{7703ED19-C84A-2DB4-BDB7-20F0A78902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74088" y="1030288"/>
            <a:ext cx="360362" cy="360362"/>
          </a:xfrm>
          <a:prstGeom prst="rect">
            <a:avLst/>
          </a:prstGeom>
          <a:solidFill>
            <a:srgbClr val="CCFFCC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/>
                <a:latin typeface="Tahoma" panose="020B0604030504040204" pitchFamily="34" charset="0"/>
                <a:ea typeface="돋움체" panose="020B0609000101010101" pitchFamily="49" charset="-127"/>
              </a:rPr>
              <a:t>29</a:t>
            </a:r>
          </a:p>
        </p:txBody>
      </p:sp>
      <p:sp>
        <p:nvSpPr>
          <p:cNvPr id="541760" name="Text Box 64">
            <a:extLst>
              <a:ext uri="{FF2B5EF4-FFF2-40B4-BE49-F238E27FC236}">
                <a16:creationId xmlns:a16="http://schemas.microsoft.com/office/drawing/2014/main" id="{5F6122FB-AE2B-87EF-FA9D-D8A75588485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63025" y="1390650"/>
            <a:ext cx="622300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#15</a:t>
            </a:r>
          </a:p>
        </p:txBody>
      </p:sp>
      <p:sp>
        <p:nvSpPr>
          <p:cNvPr id="541762" name="Line 66">
            <a:extLst>
              <a:ext uri="{FF2B5EF4-FFF2-40B4-BE49-F238E27FC236}">
                <a16:creationId xmlns:a16="http://schemas.microsoft.com/office/drawing/2014/main" id="{6533FC25-45A3-680C-2251-79F6540BD341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2138" y="3043238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63" name="TextBox 541762"/>
          <p:cNvSpPr txBox="1"/>
          <p:nvPr/>
        </p:nvSpPr>
        <p:spPr>
          <a:xfrm>
            <a:off x="205370" y="6509692"/>
            <a:ext cx="86868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</a:t>
            </a:r>
            <a:r>
              <a:rPr lang="en-US" sz="900" b="1" dirty="0">
                <a:solidFill>
                  <a:srgbClr val="FF0000"/>
                </a:solidFill>
              </a:rPr>
              <a:t>0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구현확인</a:t>
            </a:r>
            <a:r>
              <a:rPr sz="900" b="1" dirty="0">
                <a:solidFill>
                  <a:srgbClr val="FF0000"/>
                </a:solidFill>
              </a:rPr>
              <a:t>: ECS </a:t>
            </a:r>
            <a:r>
              <a:rPr sz="900" b="1" dirty="0" err="1">
                <a:solidFill>
                  <a:srgbClr val="FF0000"/>
                </a:solidFill>
              </a:rPr>
              <a:t>판독주기</a:t>
            </a:r>
            <a:r>
              <a:rPr sz="900" b="1" dirty="0">
                <a:solidFill>
                  <a:srgbClr val="FF0000"/>
                </a:solidFill>
              </a:rPr>
              <a:t> 1초(</a:t>
            </a:r>
            <a:r>
              <a:rPr sz="900" b="1" dirty="0" err="1">
                <a:solidFill>
                  <a:srgbClr val="FF0000"/>
                </a:solidFill>
              </a:rPr>
              <a:t>문서</a:t>
            </a:r>
            <a:r>
              <a:rPr sz="900" b="1" dirty="0">
                <a:solidFill>
                  <a:srgbClr val="FF0000"/>
                </a:solidFill>
              </a:rPr>
              <a:t> 0.5초와 </a:t>
            </a:r>
            <a:r>
              <a:rPr sz="900" b="1" dirty="0" err="1">
                <a:solidFill>
                  <a:srgbClr val="FF0000"/>
                </a:solidFill>
              </a:rPr>
              <a:t>불일치</a:t>
            </a:r>
            <a:r>
              <a:rPr sz="900" b="1" dirty="0">
                <a:solidFill>
                  <a:srgbClr val="FF0000"/>
                </a:solidFill>
              </a:rPr>
              <a:t>) — </a:t>
            </a:r>
            <a:r>
              <a:rPr sz="900" b="1" dirty="0" err="1">
                <a:solidFill>
                  <a:srgbClr val="FF0000"/>
                </a:solidFill>
              </a:rPr>
              <a:t>PLC측</a:t>
            </a:r>
            <a:r>
              <a:rPr sz="900" b="1" dirty="0">
                <a:solidFill>
                  <a:srgbClr val="FF0000"/>
                </a:solidFill>
              </a:rPr>
              <a:t> Data Move </a:t>
            </a:r>
            <a:r>
              <a:rPr sz="900" b="1" dirty="0" err="1">
                <a:solidFill>
                  <a:srgbClr val="FF0000"/>
                </a:solidFill>
              </a:rPr>
              <a:t>원자성에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전적으로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의존</a:t>
            </a:r>
            <a:endParaRPr sz="900" b="1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22" name="Text Box 2">
            <a:extLst>
              <a:ext uri="{FF2B5EF4-FFF2-40B4-BE49-F238E27FC236}">
                <a16:creationId xmlns:a16="http://schemas.microsoft.com/office/drawing/2014/main" id="{E019D7F6-BD36-35C4-4D7E-D3EE807CD3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636905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출고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 # 14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피킹존 출고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동시에 입고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C/V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존재함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))</a:t>
            </a:r>
          </a:p>
        </p:txBody>
      </p:sp>
      <p:sp>
        <p:nvSpPr>
          <p:cNvPr id="542723" name="Rectangle 3">
            <a:extLst>
              <a:ext uri="{FF2B5EF4-FFF2-40B4-BE49-F238E27FC236}">
                <a16:creationId xmlns:a16="http://schemas.microsoft.com/office/drawing/2014/main" id="{FA01FAFE-D946-27A6-AFCC-687E8A8867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42724" name="Rectangle 4">
            <a:extLst>
              <a:ext uri="{FF2B5EF4-FFF2-40B4-BE49-F238E27FC236}">
                <a16:creationId xmlns:a16="http://schemas.microsoft.com/office/drawing/2014/main" id="{3D970699-9F68-C10B-A5F0-5E9D6BE1F9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42725" name="Rectangle 5">
            <a:extLst>
              <a:ext uri="{FF2B5EF4-FFF2-40B4-BE49-F238E27FC236}">
                <a16:creationId xmlns:a16="http://schemas.microsoft.com/office/drawing/2014/main" id="{B580DB07-6781-2B73-E075-1607501D1C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42726" name="Group 6">
            <a:extLst>
              <a:ext uri="{FF2B5EF4-FFF2-40B4-BE49-F238E27FC236}">
                <a16:creationId xmlns:a16="http://schemas.microsoft.com/office/drawing/2014/main" id="{AE028BD4-208A-7A3D-5DCE-198F76238F34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42727" name="Line 7">
              <a:extLst>
                <a:ext uri="{FF2B5EF4-FFF2-40B4-BE49-F238E27FC236}">
                  <a16:creationId xmlns:a16="http://schemas.microsoft.com/office/drawing/2014/main" id="{26F84374-80B4-7937-BA64-03D62127173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42728" name="Line 8">
              <a:extLst>
                <a:ext uri="{FF2B5EF4-FFF2-40B4-BE49-F238E27FC236}">
                  <a16:creationId xmlns:a16="http://schemas.microsoft.com/office/drawing/2014/main" id="{3D5ACBAE-EEF1-EF20-21A5-1C69BFE67B7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42734" name="Text Box 14">
            <a:extLst>
              <a:ext uri="{FF2B5EF4-FFF2-40B4-BE49-F238E27FC236}">
                <a16:creationId xmlns:a16="http://schemas.microsoft.com/office/drawing/2014/main" id="{0631457E-D0BF-338E-DB93-67C69A8406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42737" name="Line 17">
            <a:extLst>
              <a:ext uri="{FF2B5EF4-FFF2-40B4-BE49-F238E27FC236}">
                <a16:creationId xmlns:a16="http://schemas.microsoft.com/office/drawing/2014/main" id="{F6100849-D8EC-97CC-BA93-6D0A67478C77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77825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38" name="Text Box 18">
            <a:extLst>
              <a:ext uri="{FF2B5EF4-FFF2-40B4-BE49-F238E27FC236}">
                <a16:creationId xmlns:a16="http://schemas.microsoft.com/office/drawing/2014/main" id="{453199D5-153D-6C4A-569B-FDAED468A6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898" y="3648075"/>
            <a:ext cx="125065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M042.3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%MX675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39" name="Text Box 19">
            <a:extLst>
              <a:ext uri="{FF2B5EF4-FFF2-40B4-BE49-F238E27FC236}">
                <a16:creationId xmlns:a16="http://schemas.microsoft.com/office/drawing/2014/main" id="{698415A9-8C0F-43A7-5F62-606ED9633B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5401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542740" name="Line 20">
            <a:extLst>
              <a:ext uri="{FF2B5EF4-FFF2-40B4-BE49-F238E27FC236}">
                <a16:creationId xmlns:a16="http://schemas.microsoft.com/office/drawing/2014/main" id="{6FE91FED-E8F9-4296-3025-179524747B4A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41275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41" name="Text Box 21">
            <a:extLst>
              <a:ext uri="{FF2B5EF4-FFF2-40B4-BE49-F238E27FC236}">
                <a16:creationId xmlns:a16="http://schemas.microsoft.com/office/drawing/2014/main" id="{D1774EF5-159D-6523-D841-E3CF788D15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64299" y="3978275"/>
            <a:ext cx="143985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M093.3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%MX1491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42" name="Text Box 22">
            <a:extLst>
              <a:ext uri="{FF2B5EF4-FFF2-40B4-BE49-F238E27FC236}">
                <a16:creationId xmlns:a16="http://schemas.microsoft.com/office/drawing/2014/main" id="{21EB9633-19C0-FD1D-2794-E2A70BE104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8893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542743" name="Line 23">
            <a:extLst>
              <a:ext uri="{FF2B5EF4-FFF2-40B4-BE49-F238E27FC236}">
                <a16:creationId xmlns:a16="http://schemas.microsoft.com/office/drawing/2014/main" id="{F6031523-5CDD-C170-EBF7-A86C381FD16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814888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44" name="Text Box 24">
            <a:extLst>
              <a:ext uri="{FF2B5EF4-FFF2-40B4-BE49-F238E27FC236}">
                <a16:creationId xmlns:a16="http://schemas.microsoft.com/office/drawing/2014/main" id="{DFE4648D-03FA-5C32-A440-90374F76286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79749" y="4729163"/>
            <a:ext cx="1436514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M042.9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%MX681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2745" name="Text Box 25">
            <a:extLst>
              <a:ext uri="{FF2B5EF4-FFF2-40B4-BE49-F238E27FC236}">
                <a16:creationId xmlns:a16="http://schemas.microsoft.com/office/drawing/2014/main" id="{B07206B7-2EF8-54C5-5AAF-014D473D67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6132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Request #2 Ack</a:t>
            </a:r>
          </a:p>
        </p:txBody>
      </p:sp>
      <p:sp>
        <p:nvSpPr>
          <p:cNvPr id="542746" name="Text Box 26">
            <a:extLst>
              <a:ext uri="{FF2B5EF4-FFF2-40B4-BE49-F238E27FC236}">
                <a16:creationId xmlns:a16="http://schemas.microsoft.com/office/drawing/2014/main" id="{0E652C00-9569-6EBB-168F-435B07D8FF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3718" y="4383088"/>
            <a:ext cx="133858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M093.5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%MX1493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2747" name="Text Box 27">
            <a:extLst>
              <a:ext uri="{FF2B5EF4-FFF2-40B4-BE49-F238E27FC236}">
                <a16:creationId xmlns:a16="http://schemas.microsoft.com/office/drawing/2014/main" id="{DF20CDC7-C379-971C-30CF-9E0F4530CB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27355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Request #2</a:t>
            </a:r>
          </a:p>
        </p:txBody>
      </p:sp>
      <p:sp>
        <p:nvSpPr>
          <p:cNvPr id="542748" name="Line 28">
            <a:extLst>
              <a:ext uri="{FF2B5EF4-FFF2-40B4-BE49-F238E27FC236}">
                <a16:creationId xmlns:a16="http://schemas.microsoft.com/office/drawing/2014/main" id="{5AE62D86-35CE-6AD9-7F07-4F6F5D7E9D5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511675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542749" name="Group 29">
            <a:extLst>
              <a:ext uri="{FF2B5EF4-FFF2-40B4-BE49-F238E27FC236}">
                <a16:creationId xmlns:a16="http://schemas.microsoft.com/office/drawing/2014/main" id="{2315AA93-81F4-5F9A-53FB-7C4F91115A29}"/>
              </a:ext>
            </a:extLst>
          </p:cNvPr>
          <p:cNvGrpSpPr>
            <a:grpSpLocks/>
          </p:cNvGrpSpPr>
          <p:nvPr/>
        </p:nvGrpSpPr>
        <p:grpSpPr bwMode="auto">
          <a:xfrm>
            <a:off x="7783513" y="598488"/>
            <a:ext cx="360362" cy="719137"/>
            <a:chOff x="995" y="2643"/>
            <a:chExt cx="227" cy="453"/>
          </a:xfrm>
        </p:grpSpPr>
        <p:sp>
          <p:nvSpPr>
            <p:cNvPr id="542750" name="Rectangle 30">
              <a:extLst>
                <a:ext uri="{FF2B5EF4-FFF2-40B4-BE49-F238E27FC236}">
                  <a16:creationId xmlns:a16="http://schemas.microsoft.com/office/drawing/2014/main" id="{F2B280F5-607B-FFA0-F6DD-E6A3101345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27</a:t>
              </a:r>
            </a:p>
          </p:txBody>
        </p:sp>
        <p:sp>
          <p:nvSpPr>
            <p:cNvPr id="542751" name="Rectangle 31">
              <a:extLst>
                <a:ext uri="{FF2B5EF4-FFF2-40B4-BE49-F238E27FC236}">
                  <a16:creationId xmlns:a16="http://schemas.microsoft.com/office/drawing/2014/main" id="{10793ED1-8E77-57CC-8AFE-C6D9DC5C08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28</a:t>
              </a:r>
            </a:p>
          </p:txBody>
        </p:sp>
      </p:grpSp>
      <p:sp>
        <p:nvSpPr>
          <p:cNvPr id="542752" name="AutoShape 32">
            <a:extLst>
              <a:ext uri="{FF2B5EF4-FFF2-40B4-BE49-F238E27FC236}">
                <a16:creationId xmlns:a16="http://schemas.microsoft.com/office/drawing/2014/main" id="{3272C7DB-45E3-0825-07DA-62B645C065A2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8489950" y="595313"/>
            <a:ext cx="179388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42753" name="Text Box 33">
            <a:extLst>
              <a:ext uri="{FF2B5EF4-FFF2-40B4-BE49-F238E27FC236}">
                <a16:creationId xmlns:a16="http://schemas.microsoft.com/office/drawing/2014/main" id="{1E1F283C-2F77-BC69-5C57-33389C3222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12075" y="1319213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#14</a:t>
            </a:r>
          </a:p>
        </p:txBody>
      </p:sp>
      <p:sp>
        <p:nvSpPr>
          <p:cNvPr id="542754" name="Line 34">
            <a:extLst>
              <a:ext uri="{FF2B5EF4-FFF2-40B4-BE49-F238E27FC236}">
                <a16:creationId xmlns:a16="http://schemas.microsoft.com/office/drawing/2014/main" id="{501837DD-FAAF-547E-EFB5-B47E4F9C957D}"/>
              </a:ext>
            </a:extLst>
          </p:cNvPr>
          <p:cNvSpPr>
            <a:spLocks noChangeShapeType="1"/>
          </p:cNvSpPr>
          <p:nvPr/>
        </p:nvSpPr>
        <p:spPr bwMode="auto">
          <a:xfrm>
            <a:off x="7712075" y="669925"/>
            <a:ext cx="4763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grpSp>
        <p:nvGrpSpPr>
          <p:cNvPr id="542755" name="Group 35">
            <a:extLst>
              <a:ext uri="{FF2B5EF4-FFF2-40B4-BE49-F238E27FC236}">
                <a16:creationId xmlns:a16="http://schemas.microsoft.com/office/drawing/2014/main" id="{727B3ADF-8FD8-A296-CA60-3E6D04E7EB5E}"/>
              </a:ext>
            </a:extLst>
          </p:cNvPr>
          <p:cNvGrpSpPr>
            <a:grpSpLocks/>
          </p:cNvGrpSpPr>
          <p:nvPr/>
        </p:nvGrpSpPr>
        <p:grpSpPr bwMode="auto">
          <a:xfrm>
            <a:off x="8893175" y="598488"/>
            <a:ext cx="360363" cy="719137"/>
            <a:chOff x="5615" y="381"/>
            <a:chExt cx="227" cy="453"/>
          </a:xfrm>
        </p:grpSpPr>
        <p:sp>
          <p:nvSpPr>
            <p:cNvPr id="542756" name="Rectangle 36">
              <a:extLst>
                <a:ext uri="{FF2B5EF4-FFF2-40B4-BE49-F238E27FC236}">
                  <a16:creationId xmlns:a16="http://schemas.microsoft.com/office/drawing/2014/main" id="{59D90F2C-FFD6-92C5-6F01-27D1D3C218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15" y="381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31</a:t>
              </a:r>
            </a:p>
          </p:txBody>
        </p:sp>
        <p:sp>
          <p:nvSpPr>
            <p:cNvPr id="542757" name="Rectangle 37">
              <a:extLst>
                <a:ext uri="{FF2B5EF4-FFF2-40B4-BE49-F238E27FC236}">
                  <a16:creationId xmlns:a16="http://schemas.microsoft.com/office/drawing/2014/main" id="{889C6167-1616-3BE8-A34E-656A6A95E4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15" y="607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32</a:t>
              </a:r>
            </a:p>
          </p:txBody>
        </p:sp>
      </p:grpSp>
      <p:sp>
        <p:nvSpPr>
          <p:cNvPr id="542758" name="Rectangle 38">
            <a:extLst>
              <a:ext uri="{FF2B5EF4-FFF2-40B4-BE49-F238E27FC236}">
                <a16:creationId xmlns:a16="http://schemas.microsoft.com/office/drawing/2014/main" id="{18FFD2E4-EFCD-854F-8D73-0B723E3D9F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43875" y="958850"/>
            <a:ext cx="360363" cy="360363"/>
          </a:xfrm>
          <a:prstGeom prst="rect">
            <a:avLst/>
          </a:prstGeom>
          <a:solidFill>
            <a:srgbClr val="CCFFCC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/>
                <a:latin typeface="Tahoma" panose="020B0604030504040204" pitchFamily="34" charset="0"/>
                <a:ea typeface="돋움체" panose="020B0609000101010101" pitchFamily="49" charset="-127"/>
              </a:rPr>
              <a:t>29</a:t>
            </a:r>
          </a:p>
        </p:txBody>
      </p:sp>
      <p:sp>
        <p:nvSpPr>
          <p:cNvPr id="542759" name="Text Box 39">
            <a:extLst>
              <a:ext uri="{FF2B5EF4-FFF2-40B4-BE49-F238E27FC236}">
                <a16:creationId xmlns:a16="http://schemas.microsoft.com/office/drawing/2014/main" id="{68F3AC09-5516-AE6D-90E9-02F68D3B20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15400" y="1319213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#15</a:t>
            </a:r>
          </a:p>
        </p:txBody>
      </p:sp>
      <p:sp>
        <p:nvSpPr>
          <p:cNvPr id="542760" name="Line 40">
            <a:extLst>
              <a:ext uri="{FF2B5EF4-FFF2-40B4-BE49-F238E27FC236}">
                <a16:creationId xmlns:a16="http://schemas.microsoft.com/office/drawing/2014/main" id="{A3B8806A-2F46-A180-8A88-E91E851AB2CB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8325" y="2063750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61" name="Text Box 41">
            <a:extLst>
              <a:ext uri="{FF2B5EF4-FFF2-40B4-BE49-F238E27FC236}">
                <a16:creationId xmlns:a16="http://schemas.microsoft.com/office/drawing/2014/main" id="{50B923AA-A7E1-29B9-A171-B21323CBC8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63874" y="1941513"/>
            <a:ext cx="1436514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M042.6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%MX678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62" name="Text Box 42">
            <a:extLst>
              <a:ext uri="{FF2B5EF4-FFF2-40B4-BE49-F238E27FC236}">
                <a16:creationId xmlns:a16="http://schemas.microsoft.com/office/drawing/2014/main" id="{61B2A213-D55C-5B38-E8DC-6D6E88C575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9538" y="181927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42763" name="Text Box 43">
            <a:extLst>
              <a:ext uri="{FF2B5EF4-FFF2-40B4-BE49-F238E27FC236}">
                <a16:creationId xmlns:a16="http://schemas.microsoft.com/office/drawing/2014/main" id="{E7524CFD-FA2A-F745-7E48-9F17292D57A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7075" y="989013"/>
            <a:ext cx="3168650" cy="215900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#29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영역도 반복 진행</a:t>
            </a:r>
          </a:p>
        </p:txBody>
      </p:sp>
      <p:sp>
        <p:nvSpPr>
          <p:cNvPr id="542764" name="Freeform 44">
            <a:extLst>
              <a:ext uri="{FF2B5EF4-FFF2-40B4-BE49-F238E27FC236}">
                <a16:creationId xmlns:a16="http://schemas.microsoft.com/office/drawing/2014/main" id="{DE30828F-8934-8CE2-D60E-82A1489D0C48}"/>
              </a:ext>
            </a:extLst>
          </p:cNvPr>
          <p:cNvSpPr>
            <a:spLocks/>
          </p:cNvSpPr>
          <p:nvPr/>
        </p:nvSpPr>
        <p:spPr bwMode="auto">
          <a:xfrm>
            <a:off x="3095625" y="2179638"/>
            <a:ext cx="3455988" cy="198437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65" name="AutoShape 45">
            <a:extLst>
              <a:ext uri="{FF2B5EF4-FFF2-40B4-BE49-F238E27FC236}">
                <a16:creationId xmlns:a16="http://schemas.microsoft.com/office/drawing/2014/main" id="{D0382E23-BBE2-6FF1-3D8B-C510B49F4E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4550" y="2193925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(R0134~R0135 %RB268~%RB270)</a:t>
            </a:r>
          </a:p>
        </p:txBody>
      </p:sp>
      <p:sp>
        <p:nvSpPr>
          <p:cNvPr id="542766" name="Line 46">
            <a:extLst>
              <a:ext uri="{FF2B5EF4-FFF2-40B4-BE49-F238E27FC236}">
                <a16:creationId xmlns:a16="http://schemas.microsoft.com/office/drawing/2014/main" id="{93847941-1177-212F-F745-9E0392E1EEA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266382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67" name="Text Box 47">
            <a:extLst>
              <a:ext uri="{FF2B5EF4-FFF2-40B4-BE49-F238E27FC236}">
                <a16:creationId xmlns:a16="http://schemas.microsoft.com/office/drawing/2014/main" id="{3D6B0FBD-3EC6-191E-FBCE-9B7725517D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4775" y="24257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Request #2</a:t>
            </a:r>
          </a:p>
        </p:txBody>
      </p:sp>
      <p:sp>
        <p:nvSpPr>
          <p:cNvPr id="542768" name="Text Box 48">
            <a:extLst>
              <a:ext uri="{FF2B5EF4-FFF2-40B4-BE49-F238E27FC236}">
                <a16:creationId xmlns:a16="http://schemas.microsoft.com/office/drawing/2014/main" id="{05DADCF2-7D7B-8A94-E1A4-ABC00E8291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3188" y="27289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Request #2 Ack</a:t>
            </a:r>
          </a:p>
        </p:txBody>
      </p:sp>
      <p:sp>
        <p:nvSpPr>
          <p:cNvPr id="542769" name="Line 49">
            <a:extLst>
              <a:ext uri="{FF2B5EF4-FFF2-40B4-BE49-F238E27FC236}">
                <a16:creationId xmlns:a16="http://schemas.microsoft.com/office/drawing/2014/main" id="{53FD13C5-0625-FCDB-91C7-E039158C8FF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2967038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70" name="Text Box 50">
            <a:extLst>
              <a:ext uri="{FF2B5EF4-FFF2-40B4-BE49-F238E27FC236}">
                <a16:creationId xmlns:a16="http://schemas.microsoft.com/office/drawing/2014/main" id="{CAB21E7D-75C2-C2EA-5DCC-09B55EBC34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8954" y="2847975"/>
            <a:ext cx="137000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M042.9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%MX681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71" name="Text Box 51">
            <a:extLst>
              <a:ext uri="{FF2B5EF4-FFF2-40B4-BE49-F238E27FC236}">
                <a16:creationId xmlns:a16="http://schemas.microsoft.com/office/drawing/2014/main" id="{526474FF-A384-9F84-9F75-116E488C44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51599" y="2541588"/>
            <a:ext cx="1452561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M093.5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%MX1493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72" name="Line 52">
            <a:extLst>
              <a:ext uri="{FF2B5EF4-FFF2-40B4-BE49-F238E27FC236}">
                <a16:creationId xmlns:a16="http://schemas.microsoft.com/office/drawing/2014/main" id="{E423B23E-1800-FDF4-2A09-16CEEAC85AC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4200" y="5432425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73" name="Text Box 53">
            <a:extLst>
              <a:ext uri="{FF2B5EF4-FFF2-40B4-BE49-F238E27FC236}">
                <a16:creationId xmlns:a16="http://schemas.microsoft.com/office/drawing/2014/main" id="{28329C8B-B470-D82F-81C2-2442E98AE3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39876" y="5346700"/>
            <a:ext cx="156051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M093.3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%MX1491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2774" name="Text Box 54">
            <a:extLst>
              <a:ext uri="{FF2B5EF4-FFF2-40B4-BE49-F238E27FC236}">
                <a16:creationId xmlns:a16="http://schemas.microsoft.com/office/drawing/2014/main" id="{82343041-2D81-C9F0-3FB9-1178461DD8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3825" y="5230813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542775" name="Text Box 55">
            <a:extLst>
              <a:ext uri="{FF2B5EF4-FFF2-40B4-BE49-F238E27FC236}">
                <a16:creationId xmlns:a16="http://schemas.microsoft.com/office/drawing/2014/main" id="{C06C4D72-EB7A-339D-C2B0-CC8AD6D880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5466" y="5000625"/>
            <a:ext cx="131920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M042.3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%MX675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2776" name="Text Box 56">
            <a:extLst>
              <a:ext uri="{FF2B5EF4-FFF2-40B4-BE49-F238E27FC236}">
                <a16:creationId xmlns:a16="http://schemas.microsoft.com/office/drawing/2014/main" id="{4F24FD08-2D79-E38A-EE36-052C0ABADF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3825" y="489108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542777" name="Line 57">
            <a:extLst>
              <a:ext uri="{FF2B5EF4-FFF2-40B4-BE49-F238E27FC236}">
                <a16:creationId xmlns:a16="http://schemas.microsoft.com/office/drawing/2014/main" id="{1545D970-5C1A-1344-4C1B-4EC29196BBF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4200" y="5129213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78" name="Line 58">
            <a:extLst>
              <a:ext uri="{FF2B5EF4-FFF2-40B4-BE49-F238E27FC236}">
                <a16:creationId xmlns:a16="http://schemas.microsoft.com/office/drawing/2014/main" id="{11E4CB5C-7EB3-DFC8-E71F-BF81324B620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80231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79" name="Text Box 59">
            <a:extLst>
              <a:ext uri="{FF2B5EF4-FFF2-40B4-BE49-F238E27FC236}">
                <a16:creationId xmlns:a16="http://schemas.microsoft.com/office/drawing/2014/main" id="{FB4D7AAB-8CE6-960A-FF8D-76B4B3CAE8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73214" y="5680075"/>
            <a:ext cx="153669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M042.6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%MX678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2780" name="Text Box 60">
            <a:extLst>
              <a:ext uri="{FF2B5EF4-FFF2-40B4-BE49-F238E27FC236}">
                <a16:creationId xmlns:a16="http://schemas.microsoft.com/office/drawing/2014/main" id="{B73F9998-96E4-A319-E165-3B379CD999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29063" y="55578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42781" name="Text Box 61">
            <a:extLst>
              <a:ext uri="{FF2B5EF4-FFF2-40B4-BE49-F238E27FC236}">
                <a16:creationId xmlns:a16="http://schemas.microsoft.com/office/drawing/2014/main" id="{EEED42B7-3C35-4D33-22B8-63216ACF29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12334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#29</a:t>
            </a:r>
          </a:p>
        </p:txBody>
      </p:sp>
      <p:sp>
        <p:nvSpPr>
          <p:cNvPr id="542782" name="Line 62">
            <a:extLst>
              <a:ext uri="{FF2B5EF4-FFF2-40B4-BE49-F238E27FC236}">
                <a16:creationId xmlns:a16="http://schemas.microsoft.com/office/drawing/2014/main" id="{BACED045-35A7-3985-971D-4DAE5E34BC4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145732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83" name="Text Box 63">
            <a:extLst>
              <a:ext uri="{FF2B5EF4-FFF2-40B4-BE49-F238E27FC236}">
                <a16:creationId xmlns:a16="http://schemas.microsoft.com/office/drawing/2014/main" id="{53346AB8-BE9B-E531-55B0-BE62642A2F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62125" y="1325563"/>
            <a:ext cx="13668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M043.2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%MX690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84" name="Text Box 64">
            <a:extLst>
              <a:ext uri="{FF2B5EF4-FFF2-40B4-BE49-F238E27FC236}">
                <a16:creationId xmlns:a16="http://schemas.microsoft.com/office/drawing/2014/main" id="{FF1601A0-EA6A-DC94-7A60-31FF677588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14874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#30</a:t>
            </a:r>
          </a:p>
        </p:txBody>
      </p:sp>
      <p:sp>
        <p:nvSpPr>
          <p:cNvPr id="542785" name="Line 65">
            <a:extLst>
              <a:ext uri="{FF2B5EF4-FFF2-40B4-BE49-F238E27FC236}">
                <a16:creationId xmlns:a16="http://schemas.microsoft.com/office/drawing/2014/main" id="{34BEE6B1-A5DE-C592-EBB8-BB650778501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8325" y="171132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86" name="Text Box 66">
            <a:extLst>
              <a:ext uri="{FF2B5EF4-FFF2-40B4-BE49-F238E27FC236}">
                <a16:creationId xmlns:a16="http://schemas.microsoft.com/office/drawing/2014/main" id="{CACE00FE-BF62-CBC9-1281-85890097B9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898" y="1579563"/>
            <a:ext cx="12395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M045.2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%MX722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87" name="Text Box 67">
            <a:extLst>
              <a:ext uri="{FF2B5EF4-FFF2-40B4-BE49-F238E27FC236}">
                <a16:creationId xmlns:a16="http://schemas.microsoft.com/office/drawing/2014/main" id="{29C741AA-E66A-0C5E-AFBA-EA3E3E6D80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5250" y="32162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#29</a:t>
            </a:r>
          </a:p>
        </p:txBody>
      </p:sp>
      <p:sp>
        <p:nvSpPr>
          <p:cNvPr id="542788" name="Line 68">
            <a:extLst>
              <a:ext uri="{FF2B5EF4-FFF2-40B4-BE49-F238E27FC236}">
                <a16:creationId xmlns:a16="http://schemas.microsoft.com/office/drawing/2014/main" id="{B5656016-B306-CF70-6F8D-A53A3DC962C5}"/>
              </a:ext>
            </a:extLst>
          </p:cNvPr>
          <p:cNvSpPr>
            <a:spLocks noChangeShapeType="1"/>
          </p:cNvSpPr>
          <p:nvPr/>
        </p:nvSpPr>
        <p:spPr bwMode="auto">
          <a:xfrm>
            <a:off x="3074988" y="344011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89" name="Text Box 69">
            <a:extLst>
              <a:ext uri="{FF2B5EF4-FFF2-40B4-BE49-F238E27FC236}">
                <a16:creationId xmlns:a16="http://schemas.microsoft.com/office/drawing/2014/main" id="{1133BBB5-4120-1EF5-C4CD-3666728DB5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49586" y="3308350"/>
            <a:ext cx="1436514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M043.2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%MX690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2790" name="Text Box 70">
            <a:extLst>
              <a:ext uri="{FF2B5EF4-FFF2-40B4-BE49-F238E27FC236}">
                <a16:creationId xmlns:a16="http://schemas.microsoft.com/office/drawing/2014/main" id="{36EBFD4B-CB1D-9B57-D2ED-33A8D496DC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32563" y="3303588"/>
            <a:ext cx="1609725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※ 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출고 영역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#29 bit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만 지움</a:t>
            </a:r>
          </a:p>
        </p:txBody>
      </p:sp>
      <p:sp>
        <p:nvSpPr>
          <p:cNvPr id="542791" name="Rectangle 71">
            <a:extLst>
              <a:ext uri="{FF2B5EF4-FFF2-40B4-BE49-F238E27FC236}">
                <a16:creationId xmlns:a16="http://schemas.microsoft.com/office/drawing/2014/main" id="{5CBC28E0-E04E-22D8-5959-01D7AB44AC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29638" y="955675"/>
            <a:ext cx="360362" cy="360363"/>
          </a:xfrm>
          <a:prstGeom prst="rect">
            <a:avLst/>
          </a:prstGeom>
          <a:solidFill>
            <a:srgbClr val="CCFFCC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/>
                <a:latin typeface="Tahoma" panose="020B0604030504040204" pitchFamily="34" charset="0"/>
                <a:ea typeface="돋움체" panose="020B0609000101010101" pitchFamily="49" charset="-127"/>
              </a:rPr>
              <a:t>30</a:t>
            </a:r>
          </a:p>
        </p:txBody>
      </p:sp>
      <p:sp>
        <p:nvSpPr>
          <p:cNvPr id="542792" name="TextBox 542791"/>
          <p:cNvSpPr txBox="1"/>
          <p:nvPr/>
        </p:nvSpPr>
        <p:spPr>
          <a:xfrm>
            <a:off x="228600" y="6355080"/>
            <a:ext cx="93091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</a:t>
            </a:r>
            <a:r>
              <a:rPr lang="en-US" sz="900" b="1" dirty="0">
                <a:solidFill>
                  <a:srgbClr val="FF0000"/>
                </a:solidFill>
              </a:rPr>
              <a:t>0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구현확인</a:t>
            </a:r>
            <a:r>
              <a:rPr sz="900" b="1" dirty="0">
                <a:solidFill>
                  <a:srgbClr val="FF0000"/>
                </a:solidFill>
              </a:rPr>
              <a:t>: Unload Request #2(B05D5)를 ECS가 </a:t>
            </a:r>
            <a:r>
              <a:rPr sz="900" b="1" dirty="0" err="1">
                <a:solidFill>
                  <a:srgbClr val="FF0000"/>
                </a:solidFill>
              </a:rPr>
              <a:t>발행하는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코드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없음</a:t>
            </a:r>
            <a:r>
              <a:rPr sz="900" b="1" dirty="0">
                <a:solidFill>
                  <a:srgbClr val="FF0000"/>
                </a:solidFill>
              </a:rPr>
              <a:t> — Ack </a:t>
            </a:r>
            <a:r>
              <a:rPr sz="900" b="1" dirty="0" err="1">
                <a:solidFill>
                  <a:srgbClr val="FF0000"/>
                </a:solidFill>
              </a:rPr>
              <a:t>핸들러는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시뮬레이터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전용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스텁</a:t>
            </a:r>
            <a:r>
              <a:rPr sz="900" b="1" dirty="0">
                <a:solidFill>
                  <a:srgbClr val="FF0000"/>
                </a:solidFill>
              </a:rPr>
              <a:t>(</a:t>
            </a:r>
            <a:r>
              <a:rPr sz="900" b="1" dirty="0" err="1">
                <a:solidFill>
                  <a:srgbClr val="FF0000"/>
                </a:solidFill>
              </a:rPr>
              <a:t>Conveyor.cs</a:t>
            </a:r>
            <a:r>
              <a:rPr sz="900" b="1" dirty="0">
                <a:solidFill>
                  <a:srgbClr val="FF0000"/>
                </a:solidFill>
              </a:rPr>
              <a:t> OnUnloadRequestAck02, </a:t>
            </a:r>
            <a:r>
              <a:rPr sz="900" b="1" dirty="0" err="1">
                <a:solidFill>
                  <a:srgbClr val="FF0000"/>
                </a:solidFill>
              </a:rPr>
              <a:t>주석</a:t>
            </a:r>
            <a:r>
              <a:rPr sz="900" b="1" dirty="0">
                <a:solidFill>
                  <a:srgbClr val="FF0000"/>
                </a:solidFill>
              </a:rPr>
              <a:t> '</a:t>
            </a:r>
            <a:r>
              <a:rPr sz="900" b="1" dirty="0" err="1">
                <a:solidFill>
                  <a:srgbClr val="FF0000"/>
                </a:solidFill>
              </a:rPr>
              <a:t>삭제해야할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소스</a:t>
            </a:r>
            <a:r>
              <a:rPr sz="900" b="1" dirty="0">
                <a:solidFill>
                  <a:srgbClr val="FF0000"/>
                </a:solidFill>
              </a:rPr>
              <a:t>'). </a:t>
            </a:r>
            <a:r>
              <a:rPr sz="900" b="1" dirty="0" err="1">
                <a:solidFill>
                  <a:srgbClr val="FF0000"/>
                </a:solidFill>
              </a:rPr>
              <a:t>실기에서는</a:t>
            </a:r>
            <a:r>
              <a:rPr sz="900" b="1" dirty="0">
                <a:solidFill>
                  <a:srgbClr val="FF0000"/>
                </a:solidFill>
              </a:rPr>
              <a:t> PLC </a:t>
            </a:r>
            <a:r>
              <a:rPr sz="900" b="1" dirty="0" err="1">
                <a:solidFill>
                  <a:srgbClr val="FF0000"/>
                </a:solidFill>
              </a:rPr>
              <a:t>자율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진행으로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추정</a:t>
            </a:r>
            <a:endParaRPr sz="900" b="1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698" name="Text Box 2">
            <a:extLst>
              <a:ext uri="{FF2B5EF4-FFF2-40B4-BE49-F238E27FC236}">
                <a16:creationId xmlns:a16="http://schemas.microsoft.com/office/drawing/2014/main" id="{6D5A3BF3-7725-0C1A-6FC3-583D24AE01E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636905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 # 15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피킹존 입고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동시에 출고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C/V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존재함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))</a:t>
            </a:r>
          </a:p>
        </p:txBody>
      </p:sp>
      <p:sp>
        <p:nvSpPr>
          <p:cNvPr id="541699" name="Rectangle 3">
            <a:extLst>
              <a:ext uri="{FF2B5EF4-FFF2-40B4-BE49-F238E27FC236}">
                <a16:creationId xmlns:a16="http://schemas.microsoft.com/office/drawing/2014/main" id="{492BB8BD-106D-E640-2CC0-59BF49BF4D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41700" name="Rectangle 4">
            <a:extLst>
              <a:ext uri="{FF2B5EF4-FFF2-40B4-BE49-F238E27FC236}">
                <a16:creationId xmlns:a16="http://schemas.microsoft.com/office/drawing/2014/main" id="{BED1787A-2492-92D3-7B5A-2241602CE6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41701" name="Rectangle 5">
            <a:extLst>
              <a:ext uri="{FF2B5EF4-FFF2-40B4-BE49-F238E27FC236}">
                <a16:creationId xmlns:a16="http://schemas.microsoft.com/office/drawing/2014/main" id="{74824CC6-44DE-C556-B83C-16DC46315C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41702" name="Group 6">
            <a:extLst>
              <a:ext uri="{FF2B5EF4-FFF2-40B4-BE49-F238E27FC236}">
                <a16:creationId xmlns:a16="http://schemas.microsoft.com/office/drawing/2014/main" id="{BA9DC911-E56A-0D13-571E-C34DD5C3BA3E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41703" name="Line 7">
              <a:extLst>
                <a:ext uri="{FF2B5EF4-FFF2-40B4-BE49-F238E27FC236}">
                  <a16:creationId xmlns:a16="http://schemas.microsoft.com/office/drawing/2014/main" id="{98EA7779-420C-08A9-4AFC-D8577A67413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41704" name="Line 8">
              <a:extLst>
                <a:ext uri="{FF2B5EF4-FFF2-40B4-BE49-F238E27FC236}">
                  <a16:creationId xmlns:a16="http://schemas.microsoft.com/office/drawing/2014/main" id="{3451DA88-9457-58FC-150C-1B68C219E78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41710" name="Text Box 14">
            <a:extLst>
              <a:ext uri="{FF2B5EF4-FFF2-40B4-BE49-F238E27FC236}">
                <a16:creationId xmlns:a16="http://schemas.microsoft.com/office/drawing/2014/main" id="{EC925AB2-E8F0-AEE2-EB4B-28DE2959AC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275388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41712" name="Text Box 16">
            <a:extLst>
              <a:ext uri="{FF2B5EF4-FFF2-40B4-BE49-F238E27FC236}">
                <a16:creationId xmlns:a16="http://schemas.microsoft.com/office/drawing/2014/main" id="{CDF52016-8689-758D-2F21-C6B794C970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피킹존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#30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파렛트 투입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541713" name="Text Box 17">
            <a:extLst>
              <a:ext uri="{FF2B5EF4-FFF2-40B4-BE49-F238E27FC236}">
                <a16:creationId xmlns:a16="http://schemas.microsoft.com/office/drawing/2014/main" id="{F1E95C33-8D5F-2E9B-7FA1-8CD7ADAEF7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6525" y="13874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#30</a:t>
            </a:r>
          </a:p>
        </p:txBody>
      </p:sp>
      <p:sp>
        <p:nvSpPr>
          <p:cNvPr id="541714" name="Line 18">
            <a:extLst>
              <a:ext uri="{FF2B5EF4-FFF2-40B4-BE49-F238E27FC236}">
                <a16:creationId xmlns:a16="http://schemas.microsoft.com/office/drawing/2014/main" id="{724773D8-23BC-942D-DE33-06D665E6460A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6263" y="16510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15" name="Text Box 19">
            <a:extLst>
              <a:ext uri="{FF2B5EF4-FFF2-40B4-BE49-F238E27FC236}">
                <a16:creationId xmlns:a16="http://schemas.microsoft.com/office/drawing/2014/main" id="{6412DDB5-9788-01E9-577C-4B99352812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1519238"/>
            <a:ext cx="131948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M045.2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%MX722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1716" name="Line 20">
            <a:extLst>
              <a:ext uri="{FF2B5EF4-FFF2-40B4-BE49-F238E27FC236}">
                <a16:creationId xmlns:a16="http://schemas.microsoft.com/office/drawing/2014/main" id="{1534C33B-3AAA-F621-2D5C-7D47FEBB277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98913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17" name="Text Box 21">
            <a:extLst>
              <a:ext uri="{FF2B5EF4-FFF2-40B4-BE49-F238E27FC236}">
                <a16:creationId xmlns:a16="http://schemas.microsoft.com/office/drawing/2014/main" id="{BB16393A-2202-C55D-239F-157B86F8EF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24051" y="1862138"/>
            <a:ext cx="1195387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M044.2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%MX706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1718" name="Text Box 22">
            <a:extLst>
              <a:ext uri="{FF2B5EF4-FFF2-40B4-BE49-F238E27FC236}">
                <a16:creationId xmlns:a16="http://schemas.microsoft.com/office/drawing/2014/main" id="{DA0804DB-D6AE-B11A-CA21-DA2D147A56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17510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541719" name="Line 23">
            <a:extLst>
              <a:ext uri="{FF2B5EF4-FFF2-40B4-BE49-F238E27FC236}">
                <a16:creationId xmlns:a16="http://schemas.microsoft.com/office/drawing/2014/main" id="{83D71DE7-6B68-0A64-C2FC-3836DB66ED8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23383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20" name="Text Box 24">
            <a:extLst>
              <a:ext uri="{FF2B5EF4-FFF2-40B4-BE49-F238E27FC236}">
                <a16:creationId xmlns:a16="http://schemas.microsoft.com/office/drawing/2014/main" id="{B5642D63-CE2D-1B24-FC80-A0AC8407AD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59550" y="2212975"/>
            <a:ext cx="140337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M094.2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%MX1506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1721" name="Text Box 25">
            <a:extLst>
              <a:ext uri="{FF2B5EF4-FFF2-40B4-BE49-F238E27FC236}">
                <a16:creationId xmlns:a16="http://schemas.microsoft.com/office/drawing/2014/main" id="{2C1EF061-2D09-16CB-6101-E76F4981C2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1002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541722" name="Text Box 26">
            <a:extLst>
              <a:ext uri="{FF2B5EF4-FFF2-40B4-BE49-F238E27FC236}">
                <a16:creationId xmlns:a16="http://schemas.microsoft.com/office/drawing/2014/main" id="{83D7E609-A001-2013-9439-90CFC2B4CA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49586" y="2913063"/>
            <a:ext cx="1455564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M094.2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%MX1506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1723" name="Text Box 27">
            <a:extLst>
              <a:ext uri="{FF2B5EF4-FFF2-40B4-BE49-F238E27FC236}">
                <a16:creationId xmlns:a16="http://schemas.microsoft.com/office/drawing/2014/main" id="{A4DDEFC0-672C-77D7-1F4F-9687A6CF3C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7987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541724" name="Text Box 28">
            <a:extLst>
              <a:ext uri="{FF2B5EF4-FFF2-40B4-BE49-F238E27FC236}">
                <a16:creationId xmlns:a16="http://schemas.microsoft.com/office/drawing/2014/main" id="{C3DD5CAB-2C1B-0FDC-EAB6-B353D98B26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63874" y="2566988"/>
            <a:ext cx="1455564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M044.2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%MX706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1725" name="Text Box 29">
            <a:extLst>
              <a:ext uri="{FF2B5EF4-FFF2-40B4-BE49-F238E27FC236}">
                <a16:creationId xmlns:a16="http://schemas.microsoft.com/office/drawing/2014/main" id="{A954C37F-1459-5CB3-13CC-AB398A82C0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4590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541726" name="Line 30">
            <a:extLst>
              <a:ext uri="{FF2B5EF4-FFF2-40B4-BE49-F238E27FC236}">
                <a16:creationId xmlns:a16="http://schemas.microsoft.com/office/drawing/2014/main" id="{7C3DD618-3036-EEEA-14FE-3A6FFD2ED9E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8963" y="2697163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27" name="Text Box 31">
            <a:extLst>
              <a:ext uri="{FF2B5EF4-FFF2-40B4-BE49-F238E27FC236}">
                <a16:creationId xmlns:a16="http://schemas.microsoft.com/office/drawing/2014/main" id="{67912B58-F4EB-516E-593E-D1D256F78D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1838" y="3214688"/>
            <a:ext cx="3168650" cy="4048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입고 방향 확인 후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,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Tracking Area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Write</a:t>
            </a:r>
          </a:p>
        </p:txBody>
      </p:sp>
      <p:sp>
        <p:nvSpPr>
          <p:cNvPr id="541734" name="AutoShape 38">
            <a:extLst>
              <a:ext uri="{FF2B5EF4-FFF2-40B4-BE49-F238E27FC236}">
                <a16:creationId xmlns:a16="http://schemas.microsoft.com/office/drawing/2014/main" id="{040D98D3-9F99-3E4D-EF07-C685EADF9C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7250" y="3806825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(R0144~R0145 %RB288~%RB290)</a:t>
            </a:r>
          </a:p>
        </p:txBody>
      </p:sp>
      <p:sp>
        <p:nvSpPr>
          <p:cNvPr id="541735" name="Freeform 39">
            <a:extLst>
              <a:ext uri="{FF2B5EF4-FFF2-40B4-BE49-F238E27FC236}">
                <a16:creationId xmlns:a16="http://schemas.microsoft.com/office/drawing/2014/main" id="{C2AB5753-6DCD-E09F-1895-703B1B5083A6}"/>
              </a:ext>
            </a:extLst>
          </p:cNvPr>
          <p:cNvSpPr>
            <a:spLocks/>
          </p:cNvSpPr>
          <p:nvPr/>
        </p:nvSpPr>
        <p:spPr bwMode="auto">
          <a:xfrm flipH="1">
            <a:off x="3108325" y="3773488"/>
            <a:ext cx="3455988" cy="22860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36" name="Text Box 40">
            <a:extLst>
              <a:ext uri="{FF2B5EF4-FFF2-40B4-BE49-F238E27FC236}">
                <a16:creationId xmlns:a16="http://schemas.microsoft.com/office/drawing/2014/main" id="{31A8D5EC-0865-7E6E-CA8D-565D0CBBC4F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65900" y="3806825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Tracking Area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번지 지정 참조</a:t>
            </a:r>
          </a:p>
        </p:txBody>
      </p:sp>
      <p:sp>
        <p:nvSpPr>
          <p:cNvPr id="541737" name="Text Box 41">
            <a:extLst>
              <a:ext uri="{FF2B5EF4-FFF2-40B4-BE49-F238E27FC236}">
                <a16:creationId xmlns:a16="http://schemas.microsoft.com/office/drawing/2014/main" id="{1A83A2F0-329E-4FE6-565B-9D0F65BCBA3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52788" y="4124325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</a:t>
            </a:r>
            <a:r>
              <a:rPr lang="ko-KR" altLang="en-US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감지 되고 </a:t>
            </a:r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</a:t>
            </a:r>
            <a:r>
              <a:rPr lang="ko-KR" altLang="en-US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있으므로</a:t>
            </a:r>
          </a:p>
          <a:p>
            <a:r>
              <a:rPr sz="1000" b="0" strike="sngStrike" dirty="0">
                <a:solidFill/>
                <a:latin typeface="Times New Roman"/>
              </a:rPr>
              <a:t>#30로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#32로</a:t>
            </a:r>
            <a:r>
              <a:rPr sz="1000" dirty="0">
                <a:solidFill/>
                <a:latin typeface="Times New Roman"/>
              </a:rPr>
              <a:t> Conveyor move</a:t>
            </a:r>
          </a:p>
        </p:txBody>
      </p:sp>
      <p:sp>
        <p:nvSpPr>
          <p:cNvPr id="541738" name="Text Box 42">
            <a:extLst>
              <a:ext uri="{FF2B5EF4-FFF2-40B4-BE49-F238E27FC236}">
                <a16:creationId xmlns:a16="http://schemas.microsoft.com/office/drawing/2014/main" id="{E771DEB6-8ECA-04A7-0686-5789868999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4908550"/>
            <a:ext cx="3168650" cy="268288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#32 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</a:t>
            </a:r>
          </a:p>
        </p:txBody>
      </p:sp>
      <p:sp>
        <p:nvSpPr>
          <p:cNvPr id="541739" name="Text Box 43">
            <a:extLst>
              <a:ext uri="{FF2B5EF4-FFF2-40B4-BE49-F238E27FC236}">
                <a16:creationId xmlns:a16="http://schemas.microsoft.com/office/drawing/2014/main" id="{CD85DD08-DA21-9715-2033-8F92FB00C2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517525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#32</a:t>
            </a:r>
          </a:p>
        </p:txBody>
      </p:sp>
      <p:sp>
        <p:nvSpPr>
          <p:cNvPr id="541740" name="Line 44">
            <a:extLst>
              <a:ext uri="{FF2B5EF4-FFF2-40B4-BE49-F238E27FC236}">
                <a16:creationId xmlns:a16="http://schemas.microsoft.com/office/drawing/2014/main" id="{2F139D1B-049C-C67D-A38B-9C528354201A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3990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41" name="Text Box 45">
            <a:extLst>
              <a:ext uri="{FF2B5EF4-FFF2-40B4-BE49-F238E27FC236}">
                <a16:creationId xmlns:a16="http://schemas.microsoft.com/office/drawing/2014/main" id="{EB2C3A99-22CE-C9E4-A94B-95B97CBFBC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63874" y="5267325"/>
            <a:ext cx="146508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M045.1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%MX721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1742" name="Text Box 46">
            <a:extLst>
              <a:ext uri="{FF2B5EF4-FFF2-40B4-BE49-F238E27FC236}">
                <a16:creationId xmlns:a16="http://schemas.microsoft.com/office/drawing/2014/main" id="{8E927AA8-FA4D-B5BF-3542-517676EE3F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455612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#30</a:t>
            </a:r>
          </a:p>
        </p:txBody>
      </p:sp>
      <p:sp>
        <p:nvSpPr>
          <p:cNvPr id="541743" name="Line 47">
            <a:extLst>
              <a:ext uri="{FF2B5EF4-FFF2-40B4-BE49-F238E27FC236}">
                <a16:creationId xmlns:a16="http://schemas.microsoft.com/office/drawing/2014/main" id="{5709F6D7-D7F8-9B28-51BA-1CA60A3265A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483552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44" name="Text Box 48">
            <a:extLst>
              <a:ext uri="{FF2B5EF4-FFF2-40B4-BE49-F238E27FC236}">
                <a16:creationId xmlns:a16="http://schemas.microsoft.com/office/drawing/2014/main" id="{CD45226F-20C0-2537-530F-8C12FFA3AC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4703763"/>
            <a:ext cx="132107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M045.2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%MX722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1745" name="Text Box 49">
            <a:extLst>
              <a:ext uri="{FF2B5EF4-FFF2-40B4-BE49-F238E27FC236}">
                <a16:creationId xmlns:a16="http://schemas.microsoft.com/office/drawing/2014/main" id="{229D14DE-A2CE-D3D9-57D6-476E1EC89D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5483225"/>
            <a:ext cx="3168650" cy="4302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</a:t>
            </a:r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ID Shift  </a:t>
            </a:r>
          </a:p>
          <a:p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#30 </a:t>
            </a:r>
            <a:r>
              <a:rPr lang="ko-KR" altLang="en-US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영역에서 </a:t>
            </a:r>
            <a:r>
              <a:rPr lang="en-US" altLang="ko-KR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#32</a:t>
            </a:r>
            <a:r>
              <a:rPr lang="ko-KR" altLang="en-US" sz="100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영역으로</a:t>
            </a:r>
          </a:p>
        </p:txBody>
      </p:sp>
      <p:sp>
        <p:nvSpPr>
          <p:cNvPr id="541746" name="Freeform 50">
            <a:extLst>
              <a:ext uri="{FF2B5EF4-FFF2-40B4-BE49-F238E27FC236}">
                <a16:creationId xmlns:a16="http://schemas.microsoft.com/office/drawing/2014/main" id="{B0A4E065-2051-2E82-BD15-E30A0A158DC8}"/>
              </a:ext>
            </a:extLst>
          </p:cNvPr>
          <p:cNvSpPr>
            <a:spLocks/>
          </p:cNvSpPr>
          <p:nvPr/>
        </p:nvSpPr>
        <p:spPr bwMode="auto">
          <a:xfrm>
            <a:off x="3135313" y="6026150"/>
            <a:ext cx="3455987" cy="19843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47" name="AutoShape 51">
            <a:extLst>
              <a:ext uri="{FF2B5EF4-FFF2-40B4-BE49-F238E27FC236}">
                <a16:creationId xmlns:a16="http://schemas.microsoft.com/office/drawing/2014/main" id="{C906A00E-8363-071E-B0C5-18D5C9DAF6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4238" y="6040438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NO(R0142~R0143 %RB284~%RB286)</a:t>
            </a:r>
          </a:p>
        </p:txBody>
      </p:sp>
      <p:sp>
        <p:nvSpPr>
          <p:cNvPr id="541748" name="Text Box 52">
            <a:extLst>
              <a:ext uri="{FF2B5EF4-FFF2-40B4-BE49-F238E27FC236}">
                <a16:creationId xmlns:a16="http://schemas.microsoft.com/office/drawing/2014/main" id="{F1E00118-0F91-CA9A-B55E-08EB673D54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24625" y="5332413"/>
            <a:ext cx="1609725" cy="854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※ Exist Bit 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변경 이후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ECS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0.5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초 이내에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읽어 가므로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PLC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는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Data Move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 무결성 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을 보장 해야 함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.</a:t>
            </a:r>
          </a:p>
        </p:txBody>
      </p:sp>
      <p:sp>
        <p:nvSpPr>
          <p:cNvPr id="541749" name="Text Box 53">
            <a:extLst>
              <a:ext uri="{FF2B5EF4-FFF2-40B4-BE49-F238E27FC236}">
                <a16:creationId xmlns:a16="http://schemas.microsoft.com/office/drawing/2014/main" id="{4566D1C9-BA63-8798-D2FA-A50163061B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2650" y="6275388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41762" name="Line 66">
            <a:extLst>
              <a:ext uri="{FF2B5EF4-FFF2-40B4-BE49-F238E27FC236}">
                <a16:creationId xmlns:a16="http://schemas.microsoft.com/office/drawing/2014/main" id="{6533FC25-45A3-680C-2251-79F6540BD341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2138" y="3043238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1763" name="TextBox 541762"/>
          <p:cNvSpPr txBox="1"/>
          <p:nvPr/>
        </p:nvSpPr>
        <p:spPr>
          <a:xfrm>
            <a:off x="205370" y="6509692"/>
            <a:ext cx="86868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</a:t>
            </a:r>
            <a:r>
              <a:rPr lang="en-US" sz="900" b="1" dirty="0">
                <a:solidFill>
                  <a:srgbClr val="FF0000"/>
                </a:solidFill>
              </a:rPr>
              <a:t>0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구현확인</a:t>
            </a:r>
            <a:r>
              <a:rPr sz="900" b="1" dirty="0">
                <a:solidFill>
                  <a:srgbClr val="FF0000"/>
                </a:solidFill>
              </a:rPr>
              <a:t>: ECS </a:t>
            </a:r>
            <a:r>
              <a:rPr sz="900" b="1" dirty="0" err="1">
                <a:solidFill>
                  <a:srgbClr val="FF0000"/>
                </a:solidFill>
              </a:rPr>
              <a:t>판독주기</a:t>
            </a:r>
            <a:r>
              <a:rPr sz="900" b="1" dirty="0">
                <a:solidFill>
                  <a:srgbClr val="FF0000"/>
                </a:solidFill>
              </a:rPr>
              <a:t> 1초(</a:t>
            </a:r>
            <a:r>
              <a:rPr sz="900" b="1" dirty="0" err="1">
                <a:solidFill>
                  <a:srgbClr val="FF0000"/>
                </a:solidFill>
              </a:rPr>
              <a:t>문서</a:t>
            </a:r>
            <a:r>
              <a:rPr sz="900" b="1" dirty="0">
                <a:solidFill>
                  <a:srgbClr val="FF0000"/>
                </a:solidFill>
              </a:rPr>
              <a:t> 0.5초와 </a:t>
            </a:r>
            <a:r>
              <a:rPr sz="900" b="1" dirty="0" err="1">
                <a:solidFill>
                  <a:srgbClr val="FF0000"/>
                </a:solidFill>
              </a:rPr>
              <a:t>불일치</a:t>
            </a:r>
            <a:r>
              <a:rPr sz="900" b="1" dirty="0">
                <a:solidFill>
                  <a:srgbClr val="FF0000"/>
                </a:solidFill>
              </a:rPr>
              <a:t>) — </a:t>
            </a:r>
            <a:r>
              <a:rPr sz="900" b="1" dirty="0" err="1">
                <a:solidFill>
                  <a:srgbClr val="FF0000"/>
                </a:solidFill>
              </a:rPr>
              <a:t>PLC측</a:t>
            </a:r>
            <a:r>
              <a:rPr sz="900" b="1" dirty="0">
                <a:solidFill>
                  <a:srgbClr val="FF0000"/>
                </a:solidFill>
              </a:rPr>
              <a:t> Data Move </a:t>
            </a:r>
            <a:r>
              <a:rPr sz="900" b="1" dirty="0" err="1">
                <a:solidFill>
                  <a:srgbClr val="FF0000"/>
                </a:solidFill>
              </a:rPr>
              <a:t>원자성에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전적으로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의존</a:t>
            </a:r>
            <a:endParaRPr sz="900" b="1" dirty="0">
              <a:solidFill>
                <a:srgbClr val="FF0000"/>
              </a:solidFill>
            </a:endParaRPr>
          </a:p>
        </p:txBody>
      </p:sp>
      <p:grpSp>
        <p:nvGrpSpPr>
          <p:cNvPr id="542749" name="Group 29">
            <a:extLst>
              <a:ext uri="{FF2B5EF4-FFF2-40B4-BE49-F238E27FC236}">
                <a16:creationId xmlns:a16="http://schemas.microsoft.com/office/drawing/2014/main" id="{2315AA93-81F4-5F9A-53FB-7C4F91115A29}"/>
              </a:ext>
            </a:extLst>
          </p:cNvPr>
          <p:cNvGrpSpPr>
            <a:grpSpLocks/>
          </p:cNvGrpSpPr>
          <p:nvPr/>
        </p:nvGrpSpPr>
        <p:grpSpPr bwMode="auto">
          <a:xfrm>
            <a:off x="7783513" y="598488"/>
            <a:ext cx="360362" cy="719137"/>
            <a:chOff x="995" y="2643"/>
            <a:chExt cx="227" cy="453"/>
          </a:xfrm>
        </p:grpSpPr>
        <p:sp>
          <p:nvSpPr>
            <p:cNvPr id="542750" name="Rectangle 30">
              <a:extLst>
                <a:ext uri="{FF2B5EF4-FFF2-40B4-BE49-F238E27FC236}">
                  <a16:creationId xmlns:a16="http://schemas.microsoft.com/office/drawing/2014/main" id="{F2B280F5-607B-FFA0-F6DD-E6A3101345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27</a:t>
              </a:r>
            </a:p>
          </p:txBody>
        </p:sp>
        <p:sp>
          <p:nvSpPr>
            <p:cNvPr id="542751" name="Rectangle 31">
              <a:extLst>
                <a:ext uri="{FF2B5EF4-FFF2-40B4-BE49-F238E27FC236}">
                  <a16:creationId xmlns:a16="http://schemas.microsoft.com/office/drawing/2014/main" id="{10793ED1-8E77-57CC-8AFE-C6D9DC5C08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28</a:t>
              </a:r>
            </a:p>
          </p:txBody>
        </p:sp>
      </p:grpSp>
      <p:sp>
        <p:nvSpPr>
          <p:cNvPr id="542752" name="AutoShape 32">
            <a:extLst>
              <a:ext uri="{FF2B5EF4-FFF2-40B4-BE49-F238E27FC236}">
                <a16:creationId xmlns:a16="http://schemas.microsoft.com/office/drawing/2014/main" id="{3272C7DB-45E3-0825-07DA-62B645C065A2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8489950" y="595313"/>
            <a:ext cx="179388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42753" name="Text Box 33">
            <a:extLst>
              <a:ext uri="{FF2B5EF4-FFF2-40B4-BE49-F238E27FC236}">
                <a16:creationId xmlns:a16="http://schemas.microsoft.com/office/drawing/2014/main" id="{1E1F283C-2F77-BC69-5C57-33389C3222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12075" y="1319213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#14</a:t>
            </a:r>
          </a:p>
        </p:txBody>
      </p:sp>
      <p:sp>
        <p:nvSpPr>
          <p:cNvPr id="542754" name="Line 34">
            <a:extLst>
              <a:ext uri="{FF2B5EF4-FFF2-40B4-BE49-F238E27FC236}">
                <a16:creationId xmlns:a16="http://schemas.microsoft.com/office/drawing/2014/main" id="{501837DD-FAAF-547E-EFB5-B47E4F9C957D}"/>
              </a:ext>
            </a:extLst>
          </p:cNvPr>
          <p:cNvSpPr>
            <a:spLocks noChangeShapeType="1"/>
          </p:cNvSpPr>
          <p:nvPr/>
        </p:nvSpPr>
        <p:spPr bwMode="auto">
          <a:xfrm>
            <a:off x="7712075" y="669925"/>
            <a:ext cx="4763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grpSp>
        <p:nvGrpSpPr>
          <p:cNvPr id="542755" name="Group 35">
            <a:extLst>
              <a:ext uri="{FF2B5EF4-FFF2-40B4-BE49-F238E27FC236}">
                <a16:creationId xmlns:a16="http://schemas.microsoft.com/office/drawing/2014/main" id="{727B3ADF-8FD8-A296-CA60-3E6D04E7EB5E}"/>
              </a:ext>
            </a:extLst>
          </p:cNvPr>
          <p:cNvGrpSpPr>
            <a:grpSpLocks/>
          </p:cNvGrpSpPr>
          <p:nvPr/>
        </p:nvGrpSpPr>
        <p:grpSpPr bwMode="auto">
          <a:xfrm>
            <a:off x="8893175" y="598488"/>
            <a:ext cx="360363" cy="719137"/>
            <a:chOff x="5615" y="381"/>
            <a:chExt cx="227" cy="453"/>
          </a:xfrm>
        </p:grpSpPr>
        <p:sp>
          <p:nvSpPr>
            <p:cNvPr id="542756" name="Rectangle 36">
              <a:extLst>
                <a:ext uri="{FF2B5EF4-FFF2-40B4-BE49-F238E27FC236}">
                  <a16:creationId xmlns:a16="http://schemas.microsoft.com/office/drawing/2014/main" id="{59D90F2C-FFD6-92C5-6F01-27D1D3C218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15" y="381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31</a:t>
              </a:r>
            </a:p>
          </p:txBody>
        </p:sp>
        <p:sp>
          <p:nvSpPr>
            <p:cNvPr id="542757" name="Rectangle 37">
              <a:extLst>
                <a:ext uri="{FF2B5EF4-FFF2-40B4-BE49-F238E27FC236}">
                  <a16:creationId xmlns:a16="http://schemas.microsoft.com/office/drawing/2014/main" id="{889C6167-1616-3BE8-A34E-656A6A95E4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15" y="607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32</a:t>
              </a:r>
            </a:p>
          </p:txBody>
        </p:sp>
      </p:grpSp>
      <p:sp>
        <p:nvSpPr>
          <p:cNvPr id="542758" name="Rectangle 38">
            <a:extLst>
              <a:ext uri="{FF2B5EF4-FFF2-40B4-BE49-F238E27FC236}">
                <a16:creationId xmlns:a16="http://schemas.microsoft.com/office/drawing/2014/main" id="{18FFD2E4-EFCD-854F-8D73-0B723E3D9F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43875" y="958850"/>
            <a:ext cx="360363" cy="360363"/>
          </a:xfrm>
          <a:prstGeom prst="rect">
            <a:avLst/>
          </a:prstGeom>
          <a:solidFill>
            <a:srgbClr val="CCFFCC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/>
                <a:latin typeface="Tahoma" panose="020B0604030504040204" pitchFamily="34" charset="0"/>
                <a:ea typeface="돋움체" panose="020B0609000101010101" pitchFamily="49" charset="-127"/>
              </a:rPr>
              <a:t>29</a:t>
            </a:r>
          </a:p>
        </p:txBody>
      </p:sp>
      <p:sp>
        <p:nvSpPr>
          <p:cNvPr id="542759" name="Text Box 39">
            <a:extLst>
              <a:ext uri="{FF2B5EF4-FFF2-40B4-BE49-F238E27FC236}">
                <a16:creationId xmlns:a16="http://schemas.microsoft.com/office/drawing/2014/main" id="{68F3AC09-5516-AE6D-90E9-02F68D3B20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15400" y="1319213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#15</a:t>
            </a:r>
          </a:p>
        </p:txBody>
      </p:sp>
      <p:sp>
        <p:nvSpPr>
          <p:cNvPr id="542791" name="Rectangle 71">
            <a:extLst>
              <a:ext uri="{FF2B5EF4-FFF2-40B4-BE49-F238E27FC236}">
                <a16:creationId xmlns:a16="http://schemas.microsoft.com/office/drawing/2014/main" id="{5CBC28E0-E04E-22D8-5959-01D7AB44AC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29638" y="955675"/>
            <a:ext cx="360362" cy="360363"/>
          </a:xfrm>
          <a:prstGeom prst="rect">
            <a:avLst/>
          </a:prstGeom>
          <a:solidFill>
            <a:srgbClr val="CCFFCC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/>
                <a:latin typeface="Tahoma" panose="020B0604030504040204" pitchFamily="34" charset="0"/>
                <a:ea typeface="돋움체" panose="020B0609000101010101" pitchFamily="49" charset="-127"/>
              </a:rPr>
              <a:t>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22" name="Text Box 2">
            <a:extLst>
              <a:ext uri="{FF2B5EF4-FFF2-40B4-BE49-F238E27FC236}">
                <a16:creationId xmlns:a16="http://schemas.microsoft.com/office/drawing/2014/main" id="{E019D7F6-BD36-35C4-4D7E-D3EE807CD3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6369050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 # 15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피킹존 입고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동시에 출고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C/V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존재함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))</a:t>
            </a:r>
          </a:p>
        </p:txBody>
      </p:sp>
      <p:sp>
        <p:nvSpPr>
          <p:cNvPr id="542723" name="Rectangle 3">
            <a:extLst>
              <a:ext uri="{FF2B5EF4-FFF2-40B4-BE49-F238E27FC236}">
                <a16:creationId xmlns:a16="http://schemas.microsoft.com/office/drawing/2014/main" id="{FA01FAFE-D946-27A6-AFCC-687E8A8867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42724" name="Rectangle 4">
            <a:extLst>
              <a:ext uri="{FF2B5EF4-FFF2-40B4-BE49-F238E27FC236}">
                <a16:creationId xmlns:a16="http://schemas.microsoft.com/office/drawing/2014/main" id="{3D970699-9F68-C10B-A5F0-5E9D6BE1F9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42725" name="Rectangle 5">
            <a:extLst>
              <a:ext uri="{FF2B5EF4-FFF2-40B4-BE49-F238E27FC236}">
                <a16:creationId xmlns:a16="http://schemas.microsoft.com/office/drawing/2014/main" id="{B580DB07-6781-2B73-E075-1607501D1C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42726" name="Group 6">
            <a:extLst>
              <a:ext uri="{FF2B5EF4-FFF2-40B4-BE49-F238E27FC236}">
                <a16:creationId xmlns:a16="http://schemas.microsoft.com/office/drawing/2014/main" id="{AE028BD4-208A-7A3D-5DCE-198F76238F34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42727" name="Line 7">
              <a:extLst>
                <a:ext uri="{FF2B5EF4-FFF2-40B4-BE49-F238E27FC236}">
                  <a16:creationId xmlns:a16="http://schemas.microsoft.com/office/drawing/2014/main" id="{26F84374-80B4-7937-BA64-03D62127173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42728" name="Line 8">
              <a:extLst>
                <a:ext uri="{FF2B5EF4-FFF2-40B4-BE49-F238E27FC236}">
                  <a16:creationId xmlns:a16="http://schemas.microsoft.com/office/drawing/2014/main" id="{3D5ACBAE-EEF1-EF20-21A5-1C69BFE67B7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42734" name="Text Box 14">
            <a:extLst>
              <a:ext uri="{FF2B5EF4-FFF2-40B4-BE49-F238E27FC236}">
                <a16:creationId xmlns:a16="http://schemas.microsoft.com/office/drawing/2014/main" id="{0631457E-D0BF-338E-DB93-67C69A8406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42737" name="Line 17">
            <a:extLst>
              <a:ext uri="{FF2B5EF4-FFF2-40B4-BE49-F238E27FC236}">
                <a16:creationId xmlns:a16="http://schemas.microsoft.com/office/drawing/2014/main" id="{F6100849-D8EC-97CC-BA93-6D0A67478C77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77825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38" name="Text Box 18">
            <a:extLst>
              <a:ext uri="{FF2B5EF4-FFF2-40B4-BE49-F238E27FC236}">
                <a16:creationId xmlns:a16="http://schemas.microsoft.com/office/drawing/2014/main" id="{453199D5-153D-6C4A-569B-FDAED468A6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898" y="3648075"/>
            <a:ext cx="125065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M044.3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%MX707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39" name="Text Box 19">
            <a:extLst>
              <a:ext uri="{FF2B5EF4-FFF2-40B4-BE49-F238E27FC236}">
                <a16:creationId xmlns:a16="http://schemas.microsoft.com/office/drawing/2014/main" id="{698415A9-8C0F-43A7-5F62-606ED9633B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5401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542740" name="Line 20">
            <a:extLst>
              <a:ext uri="{FF2B5EF4-FFF2-40B4-BE49-F238E27FC236}">
                <a16:creationId xmlns:a16="http://schemas.microsoft.com/office/drawing/2014/main" id="{6FE91FED-E8F9-4296-3025-179524747B4A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41275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41" name="Text Box 21">
            <a:extLst>
              <a:ext uri="{FF2B5EF4-FFF2-40B4-BE49-F238E27FC236}">
                <a16:creationId xmlns:a16="http://schemas.microsoft.com/office/drawing/2014/main" id="{D1774EF5-159D-6523-D841-E3CF788D15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64299" y="3978275"/>
            <a:ext cx="143985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M094.3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%MX1507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42" name="Text Box 22">
            <a:extLst>
              <a:ext uri="{FF2B5EF4-FFF2-40B4-BE49-F238E27FC236}">
                <a16:creationId xmlns:a16="http://schemas.microsoft.com/office/drawing/2014/main" id="{21EB9633-19C0-FD1D-2794-E2A70BE104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8893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542743" name="Line 23">
            <a:extLst>
              <a:ext uri="{FF2B5EF4-FFF2-40B4-BE49-F238E27FC236}">
                <a16:creationId xmlns:a16="http://schemas.microsoft.com/office/drawing/2014/main" id="{F6031523-5CDD-C170-EBF7-A86C381FD16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814888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44" name="Text Box 24">
            <a:extLst>
              <a:ext uri="{FF2B5EF4-FFF2-40B4-BE49-F238E27FC236}">
                <a16:creationId xmlns:a16="http://schemas.microsoft.com/office/drawing/2014/main" id="{DFE4648D-03FA-5C32-A440-90374F76286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79749" y="4729163"/>
            <a:ext cx="1436514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M044.9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%MX713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2745" name="Text Box 25">
            <a:extLst>
              <a:ext uri="{FF2B5EF4-FFF2-40B4-BE49-F238E27FC236}">
                <a16:creationId xmlns:a16="http://schemas.microsoft.com/office/drawing/2014/main" id="{B07206B7-2EF8-54C5-5AAF-014D473D67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6132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Request #2 Ack</a:t>
            </a:r>
          </a:p>
        </p:txBody>
      </p:sp>
      <p:sp>
        <p:nvSpPr>
          <p:cNvPr id="542746" name="Text Box 26">
            <a:extLst>
              <a:ext uri="{FF2B5EF4-FFF2-40B4-BE49-F238E27FC236}">
                <a16:creationId xmlns:a16="http://schemas.microsoft.com/office/drawing/2014/main" id="{0E652C00-9569-6EBB-168F-435B07D8FF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3718" y="4383088"/>
            <a:ext cx="133858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M094.5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%MX1509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2747" name="Text Box 27">
            <a:extLst>
              <a:ext uri="{FF2B5EF4-FFF2-40B4-BE49-F238E27FC236}">
                <a16:creationId xmlns:a16="http://schemas.microsoft.com/office/drawing/2014/main" id="{DF20CDC7-C379-971C-30CF-9E0F4530CB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27355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Request #2</a:t>
            </a:r>
          </a:p>
        </p:txBody>
      </p:sp>
      <p:sp>
        <p:nvSpPr>
          <p:cNvPr id="542748" name="Line 28">
            <a:extLst>
              <a:ext uri="{FF2B5EF4-FFF2-40B4-BE49-F238E27FC236}">
                <a16:creationId xmlns:a16="http://schemas.microsoft.com/office/drawing/2014/main" id="{5AE62D86-35CE-6AD9-7F07-4F6F5D7E9D5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511675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542749" name="Group 29">
            <a:extLst>
              <a:ext uri="{FF2B5EF4-FFF2-40B4-BE49-F238E27FC236}">
                <a16:creationId xmlns:a16="http://schemas.microsoft.com/office/drawing/2014/main" id="{2315AA93-81F4-5F9A-53FB-7C4F91115A29}"/>
              </a:ext>
            </a:extLst>
          </p:cNvPr>
          <p:cNvGrpSpPr>
            <a:grpSpLocks/>
          </p:cNvGrpSpPr>
          <p:nvPr/>
        </p:nvGrpSpPr>
        <p:grpSpPr bwMode="auto">
          <a:xfrm>
            <a:off x="7783513" y="598488"/>
            <a:ext cx="360362" cy="719137"/>
            <a:chOff x="995" y="2643"/>
            <a:chExt cx="227" cy="453"/>
          </a:xfrm>
        </p:grpSpPr>
        <p:sp>
          <p:nvSpPr>
            <p:cNvPr id="542750" name="Rectangle 30">
              <a:extLst>
                <a:ext uri="{FF2B5EF4-FFF2-40B4-BE49-F238E27FC236}">
                  <a16:creationId xmlns:a16="http://schemas.microsoft.com/office/drawing/2014/main" id="{F2B280F5-607B-FFA0-F6DD-E6A3101345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27</a:t>
              </a:r>
            </a:p>
          </p:txBody>
        </p:sp>
        <p:sp>
          <p:nvSpPr>
            <p:cNvPr id="542751" name="Rectangle 31">
              <a:extLst>
                <a:ext uri="{FF2B5EF4-FFF2-40B4-BE49-F238E27FC236}">
                  <a16:creationId xmlns:a16="http://schemas.microsoft.com/office/drawing/2014/main" id="{10793ED1-8E77-57CC-8AFE-C6D9DC5C08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28</a:t>
              </a:r>
            </a:p>
          </p:txBody>
        </p:sp>
      </p:grpSp>
      <p:sp>
        <p:nvSpPr>
          <p:cNvPr id="542752" name="AutoShape 32">
            <a:extLst>
              <a:ext uri="{FF2B5EF4-FFF2-40B4-BE49-F238E27FC236}">
                <a16:creationId xmlns:a16="http://schemas.microsoft.com/office/drawing/2014/main" id="{3272C7DB-45E3-0825-07DA-62B645C065A2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8489950" y="595313"/>
            <a:ext cx="179388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42753" name="Text Box 33">
            <a:extLst>
              <a:ext uri="{FF2B5EF4-FFF2-40B4-BE49-F238E27FC236}">
                <a16:creationId xmlns:a16="http://schemas.microsoft.com/office/drawing/2014/main" id="{1E1F283C-2F77-BC69-5C57-33389C3222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12075" y="1319213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#14</a:t>
            </a:r>
          </a:p>
        </p:txBody>
      </p:sp>
      <p:sp>
        <p:nvSpPr>
          <p:cNvPr id="542754" name="Line 34">
            <a:extLst>
              <a:ext uri="{FF2B5EF4-FFF2-40B4-BE49-F238E27FC236}">
                <a16:creationId xmlns:a16="http://schemas.microsoft.com/office/drawing/2014/main" id="{501837DD-FAAF-547E-EFB5-B47E4F9C957D}"/>
              </a:ext>
            </a:extLst>
          </p:cNvPr>
          <p:cNvSpPr>
            <a:spLocks noChangeShapeType="1"/>
          </p:cNvSpPr>
          <p:nvPr/>
        </p:nvSpPr>
        <p:spPr bwMode="auto">
          <a:xfrm>
            <a:off x="7712075" y="669925"/>
            <a:ext cx="4763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grpSp>
        <p:nvGrpSpPr>
          <p:cNvPr id="542755" name="Group 35">
            <a:extLst>
              <a:ext uri="{FF2B5EF4-FFF2-40B4-BE49-F238E27FC236}">
                <a16:creationId xmlns:a16="http://schemas.microsoft.com/office/drawing/2014/main" id="{727B3ADF-8FD8-A296-CA60-3E6D04E7EB5E}"/>
              </a:ext>
            </a:extLst>
          </p:cNvPr>
          <p:cNvGrpSpPr>
            <a:grpSpLocks/>
          </p:cNvGrpSpPr>
          <p:nvPr/>
        </p:nvGrpSpPr>
        <p:grpSpPr bwMode="auto">
          <a:xfrm>
            <a:off x="8893175" y="598488"/>
            <a:ext cx="360363" cy="719137"/>
            <a:chOff x="5615" y="381"/>
            <a:chExt cx="227" cy="453"/>
          </a:xfrm>
        </p:grpSpPr>
        <p:sp>
          <p:nvSpPr>
            <p:cNvPr id="542756" name="Rectangle 36">
              <a:extLst>
                <a:ext uri="{FF2B5EF4-FFF2-40B4-BE49-F238E27FC236}">
                  <a16:creationId xmlns:a16="http://schemas.microsoft.com/office/drawing/2014/main" id="{59D90F2C-FFD6-92C5-6F01-27D1D3C218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15" y="381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31</a:t>
              </a:r>
            </a:p>
          </p:txBody>
        </p:sp>
        <p:sp>
          <p:nvSpPr>
            <p:cNvPr id="542757" name="Rectangle 37">
              <a:extLst>
                <a:ext uri="{FF2B5EF4-FFF2-40B4-BE49-F238E27FC236}">
                  <a16:creationId xmlns:a16="http://schemas.microsoft.com/office/drawing/2014/main" id="{889C6167-1616-3BE8-A34E-656A6A95E4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15" y="607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32</a:t>
              </a:r>
            </a:p>
          </p:txBody>
        </p:sp>
      </p:grpSp>
      <p:sp>
        <p:nvSpPr>
          <p:cNvPr id="542758" name="Rectangle 38">
            <a:extLst>
              <a:ext uri="{FF2B5EF4-FFF2-40B4-BE49-F238E27FC236}">
                <a16:creationId xmlns:a16="http://schemas.microsoft.com/office/drawing/2014/main" id="{18FFD2E4-EFCD-854F-8D73-0B723E3D9F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43875" y="958850"/>
            <a:ext cx="360363" cy="360363"/>
          </a:xfrm>
          <a:prstGeom prst="rect">
            <a:avLst/>
          </a:prstGeom>
          <a:solidFill>
            <a:srgbClr val="CCFFCC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/>
                <a:latin typeface="Tahoma" panose="020B0604030504040204" pitchFamily="34" charset="0"/>
                <a:ea typeface="돋움체" panose="020B0609000101010101" pitchFamily="49" charset="-127"/>
              </a:rPr>
              <a:t>29</a:t>
            </a:r>
          </a:p>
        </p:txBody>
      </p:sp>
      <p:sp>
        <p:nvSpPr>
          <p:cNvPr id="542759" name="Text Box 39">
            <a:extLst>
              <a:ext uri="{FF2B5EF4-FFF2-40B4-BE49-F238E27FC236}">
                <a16:creationId xmlns:a16="http://schemas.microsoft.com/office/drawing/2014/main" id="{68F3AC09-5516-AE6D-90E9-02F68D3B20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15400" y="1319213"/>
            <a:ext cx="622300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#15</a:t>
            </a:r>
          </a:p>
        </p:txBody>
      </p:sp>
      <p:sp>
        <p:nvSpPr>
          <p:cNvPr id="542760" name="Line 40">
            <a:extLst>
              <a:ext uri="{FF2B5EF4-FFF2-40B4-BE49-F238E27FC236}">
                <a16:creationId xmlns:a16="http://schemas.microsoft.com/office/drawing/2014/main" id="{A3B8806A-2F46-A180-8A88-E91E851AB2CB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8325" y="2063750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61" name="Text Box 41">
            <a:extLst>
              <a:ext uri="{FF2B5EF4-FFF2-40B4-BE49-F238E27FC236}">
                <a16:creationId xmlns:a16="http://schemas.microsoft.com/office/drawing/2014/main" id="{50B923AA-A7E1-29B9-A171-B21323CBC8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63874" y="1941513"/>
            <a:ext cx="1436514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M044.6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%MX710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62" name="Text Box 42">
            <a:extLst>
              <a:ext uri="{FF2B5EF4-FFF2-40B4-BE49-F238E27FC236}">
                <a16:creationId xmlns:a16="http://schemas.microsoft.com/office/drawing/2014/main" id="{61B2A213-D55C-5B38-E8DC-6D6E88C575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9538" y="181927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42763" name="Text Box 43">
            <a:extLst>
              <a:ext uri="{FF2B5EF4-FFF2-40B4-BE49-F238E27FC236}">
                <a16:creationId xmlns:a16="http://schemas.microsoft.com/office/drawing/2014/main" id="{E7524CFD-FA2A-F745-7E48-9F17292D57A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7075" y="989013"/>
            <a:ext cx="3168650" cy="215900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#31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영역도 반복 진행</a:t>
            </a:r>
          </a:p>
        </p:txBody>
      </p:sp>
      <p:sp>
        <p:nvSpPr>
          <p:cNvPr id="542764" name="Freeform 44">
            <a:extLst>
              <a:ext uri="{FF2B5EF4-FFF2-40B4-BE49-F238E27FC236}">
                <a16:creationId xmlns:a16="http://schemas.microsoft.com/office/drawing/2014/main" id="{DE30828F-8934-8CE2-D60E-82A1489D0C48}"/>
              </a:ext>
            </a:extLst>
          </p:cNvPr>
          <p:cNvSpPr>
            <a:spLocks/>
          </p:cNvSpPr>
          <p:nvPr/>
        </p:nvSpPr>
        <p:spPr bwMode="auto">
          <a:xfrm>
            <a:off x="3095625" y="2179638"/>
            <a:ext cx="3455988" cy="198437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65" name="AutoShape 45">
            <a:extLst>
              <a:ext uri="{FF2B5EF4-FFF2-40B4-BE49-F238E27FC236}">
                <a16:creationId xmlns:a16="http://schemas.microsoft.com/office/drawing/2014/main" id="{D0382E23-BBE2-6FF1-3D8B-C510B49F4E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4550" y="2193925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(R0140~R0141 %RB280~%RB282)</a:t>
            </a:r>
          </a:p>
        </p:txBody>
      </p:sp>
      <p:sp>
        <p:nvSpPr>
          <p:cNvPr id="542766" name="Line 46">
            <a:extLst>
              <a:ext uri="{FF2B5EF4-FFF2-40B4-BE49-F238E27FC236}">
                <a16:creationId xmlns:a16="http://schemas.microsoft.com/office/drawing/2014/main" id="{93847941-1177-212F-F745-9E0392E1EEA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266382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67" name="Text Box 47">
            <a:extLst>
              <a:ext uri="{FF2B5EF4-FFF2-40B4-BE49-F238E27FC236}">
                <a16:creationId xmlns:a16="http://schemas.microsoft.com/office/drawing/2014/main" id="{3D6B0FBD-3EC6-191E-FBCE-9B7725517D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4775" y="24257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Request #2</a:t>
            </a:r>
          </a:p>
        </p:txBody>
      </p:sp>
      <p:sp>
        <p:nvSpPr>
          <p:cNvPr id="542768" name="Text Box 48">
            <a:extLst>
              <a:ext uri="{FF2B5EF4-FFF2-40B4-BE49-F238E27FC236}">
                <a16:creationId xmlns:a16="http://schemas.microsoft.com/office/drawing/2014/main" id="{05DADCF2-7D7B-8A94-E1A4-ABC00E8291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3188" y="27289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Request #2 Ack</a:t>
            </a:r>
          </a:p>
        </p:txBody>
      </p:sp>
      <p:sp>
        <p:nvSpPr>
          <p:cNvPr id="542769" name="Line 49">
            <a:extLst>
              <a:ext uri="{FF2B5EF4-FFF2-40B4-BE49-F238E27FC236}">
                <a16:creationId xmlns:a16="http://schemas.microsoft.com/office/drawing/2014/main" id="{53FD13C5-0625-FCDB-91C7-E039158C8FF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2967038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70" name="Text Box 50">
            <a:extLst>
              <a:ext uri="{FF2B5EF4-FFF2-40B4-BE49-F238E27FC236}">
                <a16:creationId xmlns:a16="http://schemas.microsoft.com/office/drawing/2014/main" id="{CAB21E7D-75C2-C2EA-5DCC-09B55EBC34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8954" y="2847975"/>
            <a:ext cx="137000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M044.9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%MX713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71" name="Text Box 51">
            <a:extLst>
              <a:ext uri="{FF2B5EF4-FFF2-40B4-BE49-F238E27FC236}">
                <a16:creationId xmlns:a16="http://schemas.microsoft.com/office/drawing/2014/main" id="{526474FF-A384-9F84-9F75-116E488C44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51599" y="2541588"/>
            <a:ext cx="1452561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M094.5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%MX1509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72" name="Line 52">
            <a:extLst>
              <a:ext uri="{FF2B5EF4-FFF2-40B4-BE49-F238E27FC236}">
                <a16:creationId xmlns:a16="http://schemas.microsoft.com/office/drawing/2014/main" id="{E423B23E-1800-FDF4-2A09-16CEEAC85AC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4200" y="5432425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73" name="Text Box 53">
            <a:extLst>
              <a:ext uri="{FF2B5EF4-FFF2-40B4-BE49-F238E27FC236}">
                <a16:creationId xmlns:a16="http://schemas.microsoft.com/office/drawing/2014/main" id="{28329C8B-B470-D82F-81C2-2442E98AE3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39876" y="5346700"/>
            <a:ext cx="156051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M094.3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%MX1507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2774" name="Text Box 54">
            <a:extLst>
              <a:ext uri="{FF2B5EF4-FFF2-40B4-BE49-F238E27FC236}">
                <a16:creationId xmlns:a16="http://schemas.microsoft.com/office/drawing/2014/main" id="{82343041-2D81-C9F0-3FB9-1178461DD8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3825" y="5230813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542775" name="Text Box 55">
            <a:extLst>
              <a:ext uri="{FF2B5EF4-FFF2-40B4-BE49-F238E27FC236}">
                <a16:creationId xmlns:a16="http://schemas.microsoft.com/office/drawing/2014/main" id="{C06C4D72-EB7A-339D-C2B0-CC8AD6D880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5466" y="5000625"/>
            <a:ext cx="131920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M044.3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%MX707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2776" name="Text Box 56">
            <a:extLst>
              <a:ext uri="{FF2B5EF4-FFF2-40B4-BE49-F238E27FC236}">
                <a16:creationId xmlns:a16="http://schemas.microsoft.com/office/drawing/2014/main" id="{4F24FD08-2D79-E38A-EE36-052C0ABADF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3825" y="489108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542777" name="Line 57">
            <a:extLst>
              <a:ext uri="{FF2B5EF4-FFF2-40B4-BE49-F238E27FC236}">
                <a16:creationId xmlns:a16="http://schemas.microsoft.com/office/drawing/2014/main" id="{1545D970-5C1A-1344-4C1B-4EC29196BBF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4200" y="5129213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78" name="Line 58">
            <a:extLst>
              <a:ext uri="{FF2B5EF4-FFF2-40B4-BE49-F238E27FC236}">
                <a16:creationId xmlns:a16="http://schemas.microsoft.com/office/drawing/2014/main" id="{11E4CB5C-7EB3-DFC8-E71F-BF81324B620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80231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79" name="Text Box 59">
            <a:extLst>
              <a:ext uri="{FF2B5EF4-FFF2-40B4-BE49-F238E27FC236}">
                <a16:creationId xmlns:a16="http://schemas.microsoft.com/office/drawing/2014/main" id="{FB4D7AAB-8CE6-960A-FF8D-76B4B3CAE8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73214" y="5680075"/>
            <a:ext cx="153669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M044.6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%MX710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2780" name="Text Box 60">
            <a:extLst>
              <a:ext uri="{FF2B5EF4-FFF2-40B4-BE49-F238E27FC236}">
                <a16:creationId xmlns:a16="http://schemas.microsoft.com/office/drawing/2014/main" id="{B73F9998-96E4-A319-E165-3B379CD999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29063" y="55578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42781" name="Text Box 61">
            <a:extLst>
              <a:ext uri="{FF2B5EF4-FFF2-40B4-BE49-F238E27FC236}">
                <a16:creationId xmlns:a16="http://schemas.microsoft.com/office/drawing/2014/main" id="{EEED42B7-3C35-4D33-22B8-63216ACF29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12334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#31</a:t>
            </a:r>
          </a:p>
        </p:txBody>
      </p:sp>
      <p:sp>
        <p:nvSpPr>
          <p:cNvPr id="542782" name="Line 62">
            <a:extLst>
              <a:ext uri="{FF2B5EF4-FFF2-40B4-BE49-F238E27FC236}">
                <a16:creationId xmlns:a16="http://schemas.microsoft.com/office/drawing/2014/main" id="{BACED045-35A7-3985-971D-4DAE5E34BC43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145732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83" name="Text Box 63">
            <a:extLst>
              <a:ext uri="{FF2B5EF4-FFF2-40B4-BE49-F238E27FC236}">
                <a16:creationId xmlns:a16="http://schemas.microsoft.com/office/drawing/2014/main" id="{53346AB8-BE9B-E531-55B0-BE62642A2F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62125" y="1325563"/>
            <a:ext cx="13668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M045.0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%MX720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84" name="Text Box 64">
            <a:extLst>
              <a:ext uri="{FF2B5EF4-FFF2-40B4-BE49-F238E27FC236}">
                <a16:creationId xmlns:a16="http://schemas.microsoft.com/office/drawing/2014/main" id="{FF1601A0-EA6A-DC94-7A60-31FF677588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14874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#32</a:t>
            </a:r>
          </a:p>
        </p:txBody>
      </p:sp>
      <p:sp>
        <p:nvSpPr>
          <p:cNvPr id="542785" name="Line 65">
            <a:extLst>
              <a:ext uri="{FF2B5EF4-FFF2-40B4-BE49-F238E27FC236}">
                <a16:creationId xmlns:a16="http://schemas.microsoft.com/office/drawing/2014/main" id="{34BEE6B1-A5DE-C592-EBB8-BB650778501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8325" y="171132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86" name="Text Box 66">
            <a:extLst>
              <a:ext uri="{FF2B5EF4-FFF2-40B4-BE49-F238E27FC236}">
                <a16:creationId xmlns:a16="http://schemas.microsoft.com/office/drawing/2014/main" id="{CACE00FE-BF62-CBC9-1281-85890097B9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898" y="1579563"/>
            <a:ext cx="12395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M045.1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%MX721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42787" name="Text Box 67">
            <a:extLst>
              <a:ext uri="{FF2B5EF4-FFF2-40B4-BE49-F238E27FC236}">
                <a16:creationId xmlns:a16="http://schemas.microsoft.com/office/drawing/2014/main" id="{29C741AA-E66A-0C5E-AFBA-EA3E3E6D80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5250" y="32162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#31</a:t>
            </a:r>
          </a:p>
        </p:txBody>
      </p:sp>
      <p:sp>
        <p:nvSpPr>
          <p:cNvPr id="542788" name="Line 68">
            <a:extLst>
              <a:ext uri="{FF2B5EF4-FFF2-40B4-BE49-F238E27FC236}">
                <a16:creationId xmlns:a16="http://schemas.microsoft.com/office/drawing/2014/main" id="{B5656016-B306-CF70-6F8D-A53A3DC962C5}"/>
              </a:ext>
            </a:extLst>
          </p:cNvPr>
          <p:cNvSpPr>
            <a:spLocks noChangeShapeType="1"/>
          </p:cNvSpPr>
          <p:nvPr/>
        </p:nvSpPr>
        <p:spPr bwMode="auto">
          <a:xfrm>
            <a:off x="3074988" y="344011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42789" name="Text Box 69">
            <a:extLst>
              <a:ext uri="{FF2B5EF4-FFF2-40B4-BE49-F238E27FC236}">
                <a16:creationId xmlns:a16="http://schemas.microsoft.com/office/drawing/2014/main" id="{1133BBB5-4120-1EF5-C4CD-3666728DB5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49586" y="3308350"/>
            <a:ext cx="1436514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M045.0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%MX720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42790" name="Text Box 70">
            <a:extLst>
              <a:ext uri="{FF2B5EF4-FFF2-40B4-BE49-F238E27FC236}">
                <a16:creationId xmlns:a16="http://schemas.microsoft.com/office/drawing/2014/main" id="{36EBFD4B-CB1D-9B57-D2ED-33A8D496DC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32563" y="3303588"/>
            <a:ext cx="1609725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※ 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입고 영역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#31 bit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만 지움</a:t>
            </a:r>
          </a:p>
        </p:txBody>
      </p:sp>
      <p:sp>
        <p:nvSpPr>
          <p:cNvPr id="542791" name="Rectangle 71">
            <a:extLst>
              <a:ext uri="{FF2B5EF4-FFF2-40B4-BE49-F238E27FC236}">
                <a16:creationId xmlns:a16="http://schemas.microsoft.com/office/drawing/2014/main" id="{5CBC28E0-E04E-22D8-5959-01D7AB44AC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29638" y="955675"/>
            <a:ext cx="360362" cy="360363"/>
          </a:xfrm>
          <a:prstGeom prst="rect">
            <a:avLst/>
          </a:prstGeom>
          <a:solidFill>
            <a:srgbClr val="CCFFCC"/>
          </a:solidFill>
          <a:ln w="9525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/>
                <a:latin typeface="Tahoma" panose="020B0604030504040204" pitchFamily="34" charset="0"/>
                <a:ea typeface="돋움체" panose="020B0609000101010101" pitchFamily="49" charset="-127"/>
              </a:rPr>
              <a:t>30</a:t>
            </a:r>
          </a:p>
        </p:txBody>
      </p:sp>
      <p:sp>
        <p:nvSpPr>
          <p:cNvPr id="542792" name="TextBox 542791"/>
          <p:cNvSpPr txBox="1"/>
          <p:nvPr/>
        </p:nvSpPr>
        <p:spPr>
          <a:xfrm>
            <a:off x="228600" y="6355080"/>
            <a:ext cx="93091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</a:t>
            </a:r>
            <a:r>
              <a:rPr lang="en-US" sz="900" b="1" dirty="0">
                <a:solidFill>
                  <a:srgbClr val="FF0000"/>
                </a:solidFill>
              </a:rPr>
              <a:t>0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구현확인</a:t>
            </a:r>
            <a:r>
              <a:rPr sz="900" b="1" dirty="0">
                <a:solidFill>
                  <a:srgbClr val="FF0000"/>
                </a:solidFill>
              </a:rPr>
              <a:t>: Unload Request #2(B05D5)를 ECS가 </a:t>
            </a:r>
            <a:r>
              <a:rPr sz="900" b="1" dirty="0" err="1">
                <a:solidFill>
                  <a:srgbClr val="FF0000"/>
                </a:solidFill>
              </a:rPr>
              <a:t>발행하는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코드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없음</a:t>
            </a:r>
            <a:r>
              <a:rPr sz="900" b="1" dirty="0">
                <a:solidFill>
                  <a:srgbClr val="FF0000"/>
                </a:solidFill>
              </a:rPr>
              <a:t> — Ack </a:t>
            </a:r>
            <a:r>
              <a:rPr sz="900" b="1" dirty="0" err="1">
                <a:solidFill>
                  <a:srgbClr val="FF0000"/>
                </a:solidFill>
              </a:rPr>
              <a:t>핸들러는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시뮬레이터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전용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스텁</a:t>
            </a:r>
            <a:r>
              <a:rPr sz="900" b="1" dirty="0">
                <a:solidFill>
                  <a:srgbClr val="FF0000"/>
                </a:solidFill>
              </a:rPr>
              <a:t>(</a:t>
            </a:r>
            <a:r>
              <a:rPr sz="900" b="1" dirty="0" err="1">
                <a:solidFill>
                  <a:srgbClr val="FF0000"/>
                </a:solidFill>
              </a:rPr>
              <a:t>Conveyor.cs</a:t>
            </a:r>
            <a:r>
              <a:rPr sz="900" b="1" dirty="0">
                <a:solidFill>
                  <a:srgbClr val="FF0000"/>
                </a:solidFill>
              </a:rPr>
              <a:t> OnUnloadRequestAck02, </a:t>
            </a:r>
            <a:r>
              <a:rPr sz="900" b="1" dirty="0" err="1">
                <a:solidFill>
                  <a:srgbClr val="FF0000"/>
                </a:solidFill>
              </a:rPr>
              <a:t>주석</a:t>
            </a:r>
            <a:r>
              <a:rPr sz="900" b="1" dirty="0">
                <a:solidFill>
                  <a:srgbClr val="FF0000"/>
                </a:solidFill>
              </a:rPr>
              <a:t> '</a:t>
            </a:r>
            <a:r>
              <a:rPr sz="900" b="1" dirty="0" err="1">
                <a:solidFill>
                  <a:srgbClr val="FF0000"/>
                </a:solidFill>
              </a:rPr>
              <a:t>삭제해야할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소스</a:t>
            </a:r>
            <a:r>
              <a:rPr sz="900" b="1" dirty="0">
                <a:solidFill>
                  <a:srgbClr val="FF0000"/>
                </a:solidFill>
              </a:rPr>
              <a:t>'). </a:t>
            </a:r>
            <a:r>
              <a:rPr sz="900" b="1" dirty="0" err="1">
                <a:solidFill>
                  <a:srgbClr val="FF0000"/>
                </a:solidFill>
              </a:rPr>
              <a:t>실기에서는</a:t>
            </a:r>
            <a:r>
              <a:rPr sz="900" b="1" dirty="0">
                <a:solidFill>
                  <a:srgbClr val="FF0000"/>
                </a:solidFill>
              </a:rPr>
              <a:t> PLC </a:t>
            </a:r>
            <a:r>
              <a:rPr sz="900" b="1" dirty="0" err="1">
                <a:solidFill>
                  <a:srgbClr val="FF0000"/>
                </a:solidFill>
              </a:rPr>
              <a:t>자율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진행으로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추정</a:t>
            </a:r>
            <a:endParaRPr sz="900" b="1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507" name="Rectangle 3">
            <a:extLst>
              <a:ext uri="{FF2B5EF4-FFF2-40B4-BE49-F238E27FC236}">
                <a16:creationId xmlns:a16="http://schemas.microsoft.com/office/drawing/2014/main" id="{70358EC2-9C3C-A999-49BB-4F1FF1EBD4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3508" name="Rectangle 4">
            <a:extLst>
              <a:ext uri="{FF2B5EF4-FFF2-40B4-BE49-F238E27FC236}">
                <a16:creationId xmlns:a16="http://schemas.microsoft.com/office/drawing/2014/main" id="{92B687CB-54D0-7773-E019-50D41CECCE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3509" name="Rectangle 5">
            <a:extLst>
              <a:ext uri="{FF2B5EF4-FFF2-40B4-BE49-F238E27FC236}">
                <a16:creationId xmlns:a16="http://schemas.microsoft.com/office/drawing/2014/main" id="{43630144-3C1E-E674-54B5-BF2E18C82A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3510" name="Group 6">
            <a:extLst>
              <a:ext uri="{FF2B5EF4-FFF2-40B4-BE49-F238E27FC236}">
                <a16:creationId xmlns:a16="http://schemas.microsoft.com/office/drawing/2014/main" id="{4E756539-EF8C-98BB-241B-D0F1DFFE1E82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33511" name="Line 7">
              <a:extLst>
                <a:ext uri="{FF2B5EF4-FFF2-40B4-BE49-F238E27FC236}">
                  <a16:creationId xmlns:a16="http://schemas.microsoft.com/office/drawing/2014/main" id="{3159E9B0-F220-CEC6-7438-037081DE62F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3512" name="Line 8">
              <a:extLst>
                <a:ext uri="{FF2B5EF4-FFF2-40B4-BE49-F238E27FC236}">
                  <a16:creationId xmlns:a16="http://schemas.microsoft.com/office/drawing/2014/main" id="{69690E59-4381-9EFC-6D40-87F75C70A2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3518" name="Text Box 14">
            <a:extLst>
              <a:ext uri="{FF2B5EF4-FFF2-40B4-BE49-F238E27FC236}">
                <a16:creationId xmlns:a16="http://schemas.microsoft.com/office/drawing/2014/main" id="{1006973E-B449-2464-BDF6-6DC14CC91D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3557" name="Text Box 53">
            <a:extLst>
              <a:ext uri="{FF2B5EF4-FFF2-40B4-BE49-F238E27FC236}">
                <a16:creationId xmlns:a16="http://schemas.microsoft.com/office/drawing/2014/main" id="{C4853A32-0593-E41D-42BC-92E96AC20E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2650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grpSp>
        <p:nvGrpSpPr>
          <p:cNvPr id="533558" name="Group 54">
            <a:extLst>
              <a:ext uri="{FF2B5EF4-FFF2-40B4-BE49-F238E27FC236}">
                <a16:creationId xmlns:a16="http://schemas.microsoft.com/office/drawing/2014/main" id="{14B761EB-8FFA-0FB3-A032-B413EA05E199}"/>
              </a:ext>
            </a:extLst>
          </p:cNvPr>
          <p:cNvGrpSpPr>
            <a:grpSpLocks/>
          </p:cNvGrpSpPr>
          <p:nvPr/>
        </p:nvGrpSpPr>
        <p:grpSpPr bwMode="auto">
          <a:xfrm>
            <a:off x="9009063" y="595313"/>
            <a:ext cx="360362" cy="719137"/>
            <a:chOff x="995" y="2643"/>
            <a:chExt cx="227" cy="453"/>
          </a:xfrm>
        </p:grpSpPr>
        <p:sp>
          <p:nvSpPr>
            <p:cNvPr id="533559" name="Rectangle 55">
              <a:extLst>
                <a:ext uri="{FF2B5EF4-FFF2-40B4-BE49-F238E27FC236}">
                  <a16:creationId xmlns:a16="http://schemas.microsoft.com/office/drawing/2014/main" id="{C79A217C-60DC-7F5C-089C-331BA13C546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4</a:t>
              </a:r>
            </a:p>
          </p:txBody>
        </p:sp>
        <p:sp>
          <p:nvSpPr>
            <p:cNvPr id="533560" name="Rectangle 56">
              <a:extLst>
                <a:ext uri="{FF2B5EF4-FFF2-40B4-BE49-F238E27FC236}">
                  <a16:creationId xmlns:a16="http://schemas.microsoft.com/office/drawing/2014/main" id="{09CFD69E-6B34-B7D1-204C-34E5A15B51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</a:t>
              </a:r>
            </a:p>
          </p:txBody>
        </p:sp>
      </p:grpSp>
      <p:sp>
        <p:nvSpPr>
          <p:cNvPr id="533561" name="AutoShape 57">
            <a:extLst>
              <a:ext uri="{FF2B5EF4-FFF2-40B4-BE49-F238E27FC236}">
                <a16:creationId xmlns:a16="http://schemas.microsoft.com/office/drawing/2014/main" id="{0529F277-C4EB-F2FB-D087-D3FD6BDE36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28088" y="1135063"/>
            <a:ext cx="179387" cy="179387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3562" name="AutoShape 58">
            <a:extLst>
              <a:ext uri="{FF2B5EF4-FFF2-40B4-BE49-F238E27FC236}">
                <a16:creationId xmlns:a16="http://schemas.microsoft.com/office/drawing/2014/main" id="{F1B9359C-06A6-1290-3687-7D2699E7530A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8807450" y="615950"/>
            <a:ext cx="179388" cy="179388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3563" name="Text Box 59">
            <a:extLst>
              <a:ext uri="{FF2B5EF4-FFF2-40B4-BE49-F238E27FC236}">
                <a16:creationId xmlns:a16="http://schemas.microsoft.com/office/drawing/2014/main" id="{D7AAD8FB-94FA-D6FD-1835-405BD60488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85238" y="1314450"/>
            <a:ext cx="557212" cy="214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#2</a:t>
            </a:r>
          </a:p>
        </p:txBody>
      </p:sp>
      <p:sp>
        <p:nvSpPr>
          <p:cNvPr id="533564" name="Text Box 60">
            <a:extLst>
              <a:ext uri="{FF2B5EF4-FFF2-40B4-BE49-F238E27FC236}">
                <a16:creationId xmlns:a16="http://schemas.microsoft.com/office/drawing/2014/main" id="{B7B98C2E-28BE-BFCA-1284-A0EF269E3CB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4776788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/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출고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장비 중간의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C/V # 2 )</a:t>
            </a:r>
          </a:p>
        </p:txBody>
      </p:sp>
      <p:sp>
        <p:nvSpPr>
          <p:cNvPr id="533565" name="Text Box 61">
            <a:extLst>
              <a:ext uri="{FF2B5EF4-FFF2-40B4-BE49-F238E27FC236}">
                <a16:creationId xmlns:a16="http://schemas.microsoft.com/office/drawing/2014/main" id="{C8809712-4046-4CE6-9D3A-11ADA50AAC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#3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533566" name="Text Box 62">
            <a:extLst>
              <a:ext uri="{FF2B5EF4-FFF2-40B4-BE49-F238E27FC236}">
                <a16:creationId xmlns:a16="http://schemas.microsoft.com/office/drawing/2014/main" id="{2BFDF2E9-C815-54C5-7EA4-91107782B3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6525" y="13874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#3</a:t>
            </a:r>
          </a:p>
        </p:txBody>
      </p:sp>
      <p:sp>
        <p:nvSpPr>
          <p:cNvPr id="533567" name="Line 63">
            <a:extLst>
              <a:ext uri="{FF2B5EF4-FFF2-40B4-BE49-F238E27FC236}">
                <a16:creationId xmlns:a16="http://schemas.microsoft.com/office/drawing/2014/main" id="{384994EE-2198-B38A-A793-D3C5FF7908A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6263" y="16510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68" name="Text Box 64">
            <a:extLst>
              <a:ext uri="{FF2B5EF4-FFF2-40B4-BE49-F238E27FC236}">
                <a16:creationId xmlns:a16="http://schemas.microsoft.com/office/drawing/2014/main" id="{4B8DB408-473A-6C67-77E6-4909B9C962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899" y="1519238"/>
            <a:ext cx="1247476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M019.0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%MX304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3569" name="Line 65">
            <a:extLst>
              <a:ext uri="{FF2B5EF4-FFF2-40B4-BE49-F238E27FC236}">
                <a16:creationId xmlns:a16="http://schemas.microsoft.com/office/drawing/2014/main" id="{8F70801C-F297-4E43-C112-2F30AC78F59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98913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70" name="Text Box 66">
            <a:extLst>
              <a:ext uri="{FF2B5EF4-FFF2-40B4-BE49-F238E27FC236}">
                <a16:creationId xmlns:a16="http://schemas.microsoft.com/office/drawing/2014/main" id="{8F07FB36-F688-F62A-3DB4-592DD35D5E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1962" y="1744663"/>
            <a:ext cx="1247476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M018.2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%MX290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3571" name="Text Box 67">
            <a:extLst>
              <a:ext uri="{FF2B5EF4-FFF2-40B4-BE49-F238E27FC236}">
                <a16:creationId xmlns:a16="http://schemas.microsoft.com/office/drawing/2014/main" id="{81D63802-4352-4620-763B-34BF0F56F6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175101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533572" name="Line 68">
            <a:extLst>
              <a:ext uri="{FF2B5EF4-FFF2-40B4-BE49-F238E27FC236}">
                <a16:creationId xmlns:a16="http://schemas.microsoft.com/office/drawing/2014/main" id="{C47FBE3B-F4A7-4263-3BD0-DF9959B9FC9B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2338388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73" name="Text Box 69">
            <a:extLst>
              <a:ext uri="{FF2B5EF4-FFF2-40B4-BE49-F238E27FC236}">
                <a16:creationId xmlns:a16="http://schemas.microsoft.com/office/drawing/2014/main" id="{7636475B-2821-1441-D428-FFC46B52E9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72250" y="2074863"/>
            <a:ext cx="140337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M081.2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%MX1298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3574" name="Text Box 70">
            <a:extLst>
              <a:ext uri="{FF2B5EF4-FFF2-40B4-BE49-F238E27FC236}">
                <a16:creationId xmlns:a16="http://schemas.microsoft.com/office/drawing/2014/main" id="{B76FC19B-6976-900B-043B-FB7EB31A7F5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1002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533575" name="Text Box 71">
            <a:extLst>
              <a:ext uri="{FF2B5EF4-FFF2-40B4-BE49-F238E27FC236}">
                <a16:creationId xmlns:a16="http://schemas.microsoft.com/office/drawing/2014/main" id="{0BD13E6E-AFE1-AA8E-19EA-B2D129A8F5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2122" y="2798763"/>
            <a:ext cx="133858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M081.2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%MX1298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3576" name="Text Box 72">
            <a:extLst>
              <a:ext uri="{FF2B5EF4-FFF2-40B4-BE49-F238E27FC236}">
                <a16:creationId xmlns:a16="http://schemas.microsoft.com/office/drawing/2014/main" id="{97BFA956-432D-B0D4-D98F-B48A15A899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7987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Ack#1</a:t>
            </a:r>
          </a:p>
        </p:txBody>
      </p:sp>
      <p:sp>
        <p:nvSpPr>
          <p:cNvPr id="533577" name="Text Box 73">
            <a:extLst>
              <a:ext uri="{FF2B5EF4-FFF2-40B4-BE49-F238E27FC236}">
                <a16:creationId xmlns:a16="http://schemas.microsoft.com/office/drawing/2014/main" id="{8DC1ED3F-DC0D-F3E6-A007-68A18B016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65780" y="2452688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M018.2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%MX290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3578" name="Text Box 74">
            <a:extLst>
              <a:ext uri="{FF2B5EF4-FFF2-40B4-BE49-F238E27FC236}">
                <a16:creationId xmlns:a16="http://schemas.microsoft.com/office/drawing/2014/main" id="{ADAB9441-6D69-27F3-9AC2-8A3BEFD2CE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8588" y="24590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Complete#1</a:t>
            </a:r>
          </a:p>
        </p:txBody>
      </p:sp>
      <p:sp>
        <p:nvSpPr>
          <p:cNvPr id="533579" name="Line 75">
            <a:extLst>
              <a:ext uri="{FF2B5EF4-FFF2-40B4-BE49-F238E27FC236}">
                <a16:creationId xmlns:a16="http://schemas.microsoft.com/office/drawing/2014/main" id="{C5EEC5B4-2409-61E3-DAE9-5E7298DF534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8963" y="2697163"/>
            <a:ext cx="3452812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80" name="Text Box 76">
            <a:extLst>
              <a:ext uri="{FF2B5EF4-FFF2-40B4-BE49-F238E27FC236}">
                <a16:creationId xmlns:a16="http://schemas.microsoft.com/office/drawing/2014/main" id="{E629B58D-9674-6365-6A17-EAB8CDAB8A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1838" y="3114675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입고대 방향 확인 후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,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Tracking Area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Write</a:t>
            </a:r>
          </a:p>
        </p:txBody>
      </p:sp>
      <p:sp>
        <p:nvSpPr>
          <p:cNvPr id="533581" name="Line 77">
            <a:extLst>
              <a:ext uri="{FF2B5EF4-FFF2-40B4-BE49-F238E27FC236}">
                <a16:creationId xmlns:a16="http://schemas.microsoft.com/office/drawing/2014/main" id="{AE2245C4-4E03-D514-FB39-334715A94A2C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73856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82" name="Text Box 78">
            <a:extLst>
              <a:ext uri="{FF2B5EF4-FFF2-40B4-BE49-F238E27FC236}">
                <a16:creationId xmlns:a16="http://schemas.microsoft.com/office/drawing/2014/main" id="{7D91AE98-A12B-0445-C22B-61DEF92777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24287" y="3522663"/>
            <a:ext cx="268922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sz="1000" b="0" dirty="0">
                <a:solidFill/>
                <a:latin typeface="Times New Roman"/>
              </a:rPr>
              <a:t>Direction Mode Check(D0301 → %DW481(%DB962))</a:t>
            </a:r>
          </a:p>
        </p:txBody>
      </p:sp>
      <p:sp>
        <p:nvSpPr>
          <p:cNvPr id="533583" name="Text Box 79">
            <a:extLst>
              <a:ext uri="{FF2B5EF4-FFF2-40B4-BE49-F238E27FC236}">
                <a16:creationId xmlns:a16="http://schemas.microsoft.com/office/drawing/2014/main" id="{974C701B-2D53-AF53-3380-9CCFD6EA4D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636963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입고 0, 출고 1</a:t>
            </a:r>
          </a:p>
        </p:txBody>
      </p:sp>
      <p:sp>
        <p:nvSpPr>
          <p:cNvPr id="533584" name="Line 80">
            <a:extLst>
              <a:ext uri="{FF2B5EF4-FFF2-40B4-BE49-F238E27FC236}">
                <a16:creationId xmlns:a16="http://schemas.microsoft.com/office/drawing/2014/main" id="{B0790009-FCDE-DF23-1924-4084E20B071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96557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85" name="Text Box 81">
            <a:extLst>
              <a:ext uri="{FF2B5EF4-FFF2-40B4-BE49-F238E27FC236}">
                <a16:creationId xmlns:a16="http://schemas.microsoft.com/office/drawing/2014/main" id="{417D5E0F-3FFC-A588-8A3C-9DEECE09B9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575" y="3854450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0이 아닐 경우 변경</a:t>
            </a:r>
          </a:p>
        </p:txBody>
      </p:sp>
      <p:sp>
        <p:nvSpPr>
          <p:cNvPr id="533586" name="Text Box 82">
            <a:extLst>
              <a:ext uri="{FF2B5EF4-FFF2-40B4-BE49-F238E27FC236}">
                <a16:creationId xmlns:a16="http://schemas.microsoft.com/office/drawing/2014/main" id="{E476DEE1-02E3-887A-3D82-DF6ADCD57D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39877" y="3843338"/>
            <a:ext cx="1563686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D0301 → %DW481(%DB962) “0”</a:t>
            </a:r>
          </a:p>
        </p:txBody>
      </p:sp>
      <p:sp>
        <p:nvSpPr>
          <p:cNvPr id="533587" name="AutoShape 83">
            <a:extLst>
              <a:ext uri="{FF2B5EF4-FFF2-40B4-BE49-F238E27FC236}">
                <a16:creationId xmlns:a16="http://schemas.microsoft.com/office/drawing/2014/main" id="{41F24FDC-0743-06D3-9410-E5FE5CB644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7250" y="4084638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(R0010~R0011 %RB20~%RB22)</a:t>
            </a:r>
          </a:p>
        </p:txBody>
      </p:sp>
      <p:sp>
        <p:nvSpPr>
          <p:cNvPr id="533588" name="Freeform 84">
            <a:extLst>
              <a:ext uri="{FF2B5EF4-FFF2-40B4-BE49-F238E27FC236}">
                <a16:creationId xmlns:a16="http://schemas.microsoft.com/office/drawing/2014/main" id="{13C6F9D3-ECE1-92EF-7B4A-874D0EC0DCE1}"/>
              </a:ext>
            </a:extLst>
          </p:cNvPr>
          <p:cNvSpPr>
            <a:spLocks/>
          </p:cNvSpPr>
          <p:nvPr/>
        </p:nvSpPr>
        <p:spPr bwMode="auto">
          <a:xfrm flipH="1">
            <a:off x="3108325" y="4051300"/>
            <a:ext cx="3455988" cy="22860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89" name="Text Box 85">
            <a:extLst>
              <a:ext uri="{FF2B5EF4-FFF2-40B4-BE49-F238E27FC236}">
                <a16:creationId xmlns:a16="http://schemas.microsoft.com/office/drawing/2014/main" id="{8C22392F-D766-3286-5F80-DE3A730652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65900" y="4084638"/>
            <a:ext cx="201612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Tracking Area </a:t>
            </a:r>
            <a:r>
              <a:rPr lang="ko-KR" altLang="en-US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번지 지정 참조</a:t>
            </a:r>
          </a:p>
        </p:txBody>
      </p:sp>
      <p:sp>
        <p:nvSpPr>
          <p:cNvPr id="533590" name="Text Box 86">
            <a:extLst>
              <a:ext uri="{FF2B5EF4-FFF2-40B4-BE49-F238E27FC236}">
                <a16:creationId xmlns:a16="http://schemas.microsoft.com/office/drawing/2014/main" id="{D4A39BC3-5F99-2432-10B8-7653793CF34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52788" y="4387850"/>
            <a:ext cx="3168650" cy="404813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는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감지 되고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있으므로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#4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Conveyor move</a:t>
            </a:r>
          </a:p>
        </p:txBody>
      </p:sp>
      <p:sp>
        <p:nvSpPr>
          <p:cNvPr id="533591" name="Text Box 87">
            <a:extLst>
              <a:ext uri="{FF2B5EF4-FFF2-40B4-BE49-F238E27FC236}">
                <a16:creationId xmlns:a16="http://schemas.microsoft.com/office/drawing/2014/main" id="{1E927574-7FFD-0A38-75F6-D426214BD9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5132388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#4 Pallet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도착</a:t>
            </a:r>
          </a:p>
        </p:txBody>
      </p:sp>
      <p:sp>
        <p:nvSpPr>
          <p:cNvPr id="533592" name="Text Box 88">
            <a:extLst>
              <a:ext uri="{FF2B5EF4-FFF2-40B4-BE49-F238E27FC236}">
                <a16:creationId xmlns:a16="http://schemas.microsoft.com/office/drawing/2014/main" id="{C7FF51BB-940A-63E8-289F-353ECE28FE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53990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#4</a:t>
            </a:r>
          </a:p>
        </p:txBody>
      </p:sp>
      <p:sp>
        <p:nvSpPr>
          <p:cNvPr id="533593" name="Line 89">
            <a:extLst>
              <a:ext uri="{FF2B5EF4-FFF2-40B4-BE49-F238E27FC236}">
                <a16:creationId xmlns:a16="http://schemas.microsoft.com/office/drawing/2014/main" id="{CC7FFA3B-DBF5-6F41-12F9-23AFAE7CC664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622925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94" name="Text Box 90">
            <a:extLst>
              <a:ext uri="{FF2B5EF4-FFF2-40B4-BE49-F238E27FC236}">
                <a16:creationId xmlns:a16="http://schemas.microsoft.com/office/drawing/2014/main" id="{F7EC59EA-A5E8-A144-38D4-F979571DDE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08151" y="5491163"/>
            <a:ext cx="142081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M019.1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%MX305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3595" name="Text Box 91">
            <a:extLst>
              <a:ext uri="{FF2B5EF4-FFF2-40B4-BE49-F238E27FC236}">
                <a16:creationId xmlns:a16="http://schemas.microsoft.com/office/drawing/2014/main" id="{AD5A3DB5-6D95-06A5-54CF-876AA980D1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8113" y="47958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#3</a:t>
            </a:r>
          </a:p>
        </p:txBody>
      </p:sp>
      <p:sp>
        <p:nvSpPr>
          <p:cNvPr id="533596" name="Line 92">
            <a:extLst>
              <a:ext uri="{FF2B5EF4-FFF2-40B4-BE49-F238E27FC236}">
                <a16:creationId xmlns:a16="http://schemas.microsoft.com/office/drawing/2014/main" id="{B1EEEB2D-C38E-5695-1E81-8F34809E65E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7850" y="505936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597" name="Text Box 93">
            <a:extLst>
              <a:ext uri="{FF2B5EF4-FFF2-40B4-BE49-F238E27FC236}">
                <a16:creationId xmlns:a16="http://schemas.microsoft.com/office/drawing/2014/main" id="{B5504981-CB1E-56EC-61A0-51018F1AF3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93864" y="4927600"/>
            <a:ext cx="143509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M019.0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%MX304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3598" name="Text Box 94">
            <a:extLst>
              <a:ext uri="{FF2B5EF4-FFF2-40B4-BE49-F238E27FC236}">
                <a16:creationId xmlns:a16="http://schemas.microsoft.com/office/drawing/2014/main" id="{84A00CDF-AE65-C22C-A3D7-4B5B069599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68663" y="5707063"/>
            <a:ext cx="3168650" cy="4302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PLC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ID Shift  </a:t>
            </a:r>
          </a:p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#3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영역에서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#4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영역으로</a:t>
            </a:r>
          </a:p>
        </p:txBody>
      </p:sp>
      <p:sp>
        <p:nvSpPr>
          <p:cNvPr id="533599" name="Freeform 95">
            <a:extLst>
              <a:ext uri="{FF2B5EF4-FFF2-40B4-BE49-F238E27FC236}">
                <a16:creationId xmlns:a16="http://schemas.microsoft.com/office/drawing/2014/main" id="{66BF3986-84F0-065C-C7B8-2A7B0455679D}"/>
              </a:ext>
            </a:extLst>
          </p:cNvPr>
          <p:cNvSpPr>
            <a:spLocks/>
          </p:cNvSpPr>
          <p:nvPr/>
        </p:nvSpPr>
        <p:spPr bwMode="auto">
          <a:xfrm>
            <a:off x="3135313" y="6249988"/>
            <a:ext cx="3455987" cy="198437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3600" name="AutoShape 96">
            <a:extLst>
              <a:ext uri="{FF2B5EF4-FFF2-40B4-BE49-F238E27FC236}">
                <a16:creationId xmlns:a16="http://schemas.microsoft.com/office/drawing/2014/main" id="{C03259B5-9CAB-E4D0-A7DE-2B3EAAD0A1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4238" y="6264275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NO(R0012~R0013 %RB24~%RB26)</a:t>
            </a:r>
          </a:p>
        </p:txBody>
      </p:sp>
      <p:sp>
        <p:nvSpPr>
          <p:cNvPr id="533601" name="Text Box 97">
            <a:extLst>
              <a:ext uri="{FF2B5EF4-FFF2-40B4-BE49-F238E27FC236}">
                <a16:creationId xmlns:a16="http://schemas.microsoft.com/office/drawing/2014/main" id="{60CBCFBA-742A-9C66-C594-BEB94A04C0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24625" y="5556250"/>
            <a:ext cx="1609725" cy="854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※ Exist Bit 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변경 이후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ECS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0.5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초 이내에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읽어 가므로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PLC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는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Data Move</a:t>
            </a:r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 무결성  </a:t>
            </a:r>
          </a:p>
          <a:p>
            <a:pPr algn="l"/>
            <a:r>
              <a:rPr lang="ko-KR" altLang="en-US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을 보장 해야 함</a:t>
            </a:r>
            <a:r>
              <a:rPr lang="en-US" altLang="ko-KR" sz="10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.</a:t>
            </a:r>
          </a:p>
        </p:txBody>
      </p:sp>
      <p:sp>
        <p:nvSpPr>
          <p:cNvPr id="533602" name="TextBox 533601"/>
          <p:cNvSpPr txBox="1"/>
          <p:nvPr/>
        </p:nvSpPr>
        <p:spPr>
          <a:xfrm>
            <a:off x="130969" y="6400151"/>
            <a:ext cx="911383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</a:t>
            </a:r>
            <a:r>
              <a:rPr lang="en-US" sz="900" b="1" dirty="0">
                <a:solidFill>
                  <a:srgbClr val="FF0000"/>
                </a:solidFill>
              </a:rPr>
              <a:t>0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구현확인</a:t>
            </a:r>
            <a:r>
              <a:rPr sz="900" b="1" dirty="0">
                <a:solidFill>
                  <a:srgbClr val="FF0000"/>
                </a:solidFill>
              </a:rPr>
              <a:t>: C/V#2도 </a:t>
            </a:r>
            <a:r>
              <a:rPr sz="900" b="1" dirty="0" err="1">
                <a:solidFill>
                  <a:srgbClr val="FF0000"/>
                </a:solidFill>
              </a:rPr>
              <a:t>방향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전환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가드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미구현</a:t>
            </a:r>
            <a:r>
              <a:rPr sz="900" b="1" dirty="0">
                <a:solidFill>
                  <a:srgbClr val="FF0000"/>
                </a:solidFill>
              </a:rPr>
              <a:t> (C/V#11과 </a:t>
            </a:r>
            <a:r>
              <a:rPr sz="900" b="1" dirty="0" err="1">
                <a:solidFill>
                  <a:srgbClr val="FF0000"/>
                </a:solidFill>
              </a:rPr>
              <a:t>동일</a:t>
            </a:r>
            <a:r>
              <a:rPr sz="900" b="1" dirty="0">
                <a:solidFill>
                  <a:srgbClr val="FF0000"/>
                </a:solidFill>
              </a:rPr>
              <a:t>, </a:t>
            </a:r>
            <a:r>
              <a:rPr sz="900" b="1" dirty="0" err="1">
                <a:solidFill>
                  <a:srgbClr val="FF0000"/>
                </a:solidFill>
              </a:rPr>
              <a:t>ECSDispatcher.cs</a:t>
            </a:r>
            <a:r>
              <a:rPr sz="900" b="1" dirty="0">
                <a:solidFill>
                  <a:srgbClr val="FF0000"/>
                </a:solidFill>
              </a:rPr>
              <a:t>) / IN_READY_02·OPERATION_MODE는 </a:t>
            </a:r>
            <a:r>
              <a:rPr sz="900" b="1" dirty="0" err="1">
                <a:solidFill>
                  <a:srgbClr val="FF0000"/>
                </a:solidFill>
              </a:rPr>
              <a:t>판독만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하고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배차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조건에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미활용</a:t>
            </a:r>
            <a:endParaRPr sz="900" b="1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530" name="Text Box 2">
            <a:extLst>
              <a:ext uri="{FF2B5EF4-FFF2-40B4-BE49-F238E27FC236}">
                <a16:creationId xmlns:a16="http://schemas.microsoft.com/office/drawing/2014/main" id="{4AA782E3-BF2A-C5BE-1026-7549A3C1F7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4776788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입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/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출고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장비 중간의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C/V # 2 )</a:t>
            </a:r>
          </a:p>
        </p:txBody>
      </p:sp>
      <p:sp>
        <p:nvSpPr>
          <p:cNvPr id="534531" name="Rectangle 3">
            <a:extLst>
              <a:ext uri="{FF2B5EF4-FFF2-40B4-BE49-F238E27FC236}">
                <a16:creationId xmlns:a16="http://schemas.microsoft.com/office/drawing/2014/main" id="{0E273624-EC1A-D2A3-09EC-CF386B372C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4532" name="Rectangle 4">
            <a:extLst>
              <a:ext uri="{FF2B5EF4-FFF2-40B4-BE49-F238E27FC236}">
                <a16:creationId xmlns:a16="http://schemas.microsoft.com/office/drawing/2014/main" id="{24D1DEE5-DC09-72BA-904E-B20931B769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4533" name="Rectangle 5">
            <a:extLst>
              <a:ext uri="{FF2B5EF4-FFF2-40B4-BE49-F238E27FC236}">
                <a16:creationId xmlns:a16="http://schemas.microsoft.com/office/drawing/2014/main" id="{A8CC38E1-84CA-EAD9-E2B6-AC545BAD65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4534" name="Group 6">
            <a:extLst>
              <a:ext uri="{FF2B5EF4-FFF2-40B4-BE49-F238E27FC236}">
                <a16:creationId xmlns:a16="http://schemas.microsoft.com/office/drawing/2014/main" id="{F1A5004D-84C0-4823-36E7-20B2B06FD640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4375150"/>
            <a:chOff x="1125" y="1346"/>
            <a:chExt cx="2169" cy="4722"/>
          </a:xfrm>
        </p:grpSpPr>
        <p:sp>
          <p:nvSpPr>
            <p:cNvPr id="534535" name="Line 7">
              <a:extLst>
                <a:ext uri="{FF2B5EF4-FFF2-40B4-BE49-F238E27FC236}">
                  <a16:creationId xmlns:a16="http://schemas.microsoft.com/office/drawing/2014/main" id="{C70A90B0-E15C-3305-BD93-4A1B7DD1AA1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4536" name="Line 8">
              <a:extLst>
                <a:ext uri="{FF2B5EF4-FFF2-40B4-BE49-F238E27FC236}">
                  <a16:creationId xmlns:a16="http://schemas.microsoft.com/office/drawing/2014/main" id="{007EE21A-CF1E-1B1A-EA01-1C5D44CB17E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4542" name="Text Box 14">
            <a:extLst>
              <a:ext uri="{FF2B5EF4-FFF2-40B4-BE49-F238E27FC236}">
                <a16:creationId xmlns:a16="http://schemas.microsoft.com/office/drawing/2014/main" id="{00B3AD84-A7BF-DC0B-46E7-337CB715C9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grpSp>
        <p:nvGrpSpPr>
          <p:cNvPr id="534557" name="Group 29">
            <a:extLst>
              <a:ext uri="{FF2B5EF4-FFF2-40B4-BE49-F238E27FC236}">
                <a16:creationId xmlns:a16="http://schemas.microsoft.com/office/drawing/2014/main" id="{D682007A-0F9A-C266-8752-CE01BB726E4F}"/>
              </a:ext>
            </a:extLst>
          </p:cNvPr>
          <p:cNvGrpSpPr>
            <a:grpSpLocks/>
          </p:cNvGrpSpPr>
          <p:nvPr/>
        </p:nvGrpSpPr>
        <p:grpSpPr bwMode="auto">
          <a:xfrm>
            <a:off x="8994775" y="669925"/>
            <a:ext cx="360363" cy="719138"/>
            <a:chOff x="995" y="2643"/>
            <a:chExt cx="227" cy="453"/>
          </a:xfrm>
        </p:grpSpPr>
        <p:sp>
          <p:nvSpPr>
            <p:cNvPr id="534558" name="Rectangle 30">
              <a:extLst>
                <a:ext uri="{FF2B5EF4-FFF2-40B4-BE49-F238E27FC236}">
                  <a16:creationId xmlns:a16="http://schemas.microsoft.com/office/drawing/2014/main" id="{C72DCFD1-CFE8-F78E-0C84-8FD38EDC20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4</a:t>
              </a:r>
            </a:p>
          </p:txBody>
        </p:sp>
        <p:sp>
          <p:nvSpPr>
            <p:cNvPr id="534559" name="Rectangle 31">
              <a:extLst>
                <a:ext uri="{FF2B5EF4-FFF2-40B4-BE49-F238E27FC236}">
                  <a16:creationId xmlns:a16="http://schemas.microsoft.com/office/drawing/2014/main" id="{C6951F39-1C5E-E5A8-F47C-3AB3BA74A8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</a:t>
              </a:r>
            </a:p>
          </p:txBody>
        </p:sp>
      </p:grpSp>
      <p:sp>
        <p:nvSpPr>
          <p:cNvPr id="534560" name="AutoShape 32">
            <a:extLst>
              <a:ext uri="{FF2B5EF4-FFF2-40B4-BE49-F238E27FC236}">
                <a16:creationId xmlns:a16="http://schemas.microsoft.com/office/drawing/2014/main" id="{C7B94BA7-FCC2-8934-021D-EB1576675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13800" y="1209675"/>
            <a:ext cx="179388" cy="179388"/>
          </a:xfrm>
          <a:prstGeom prst="flowChartExtra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4561" name="AutoShape 33">
            <a:extLst>
              <a:ext uri="{FF2B5EF4-FFF2-40B4-BE49-F238E27FC236}">
                <a16:creationId xmlns:a16="http://schemas.microsoft.com/office/drawing/2014/main" id="{C6AA9A68-E3C3-EFB8-E6C6-6B30EDFB8E1B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8793163" y="690563"/>
            <a:ext cx="179387" cy="179387"/>
          </a:xfrm>
          <a:prstGeom prst="flowChartExtract">
            <a:avLst/>
          </a:prstGeom>
          <a:solidFill>
            <a:schemeClr val="accent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254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4562" name="Text Box 34">
            <a:extLst>
              <a:ext uri="{FF2B5EF4-FFF2-40B4-BE49-F238E27FC236}">
                <a16:creationId xmlns:a16="http://schemas.microsoft.com/office/drawing/2014/main" id="{D8F212AC-C384-03C4-2EC4-1F27CFB3FD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70950" y="1389063"/>
            <a:ext cx="557213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>
                  <a:srgbClr val="000099"/>
                </a:solidFill>
                <a:latin typeface="Tahoma" panose="020B0604030504040204" pitchFamily="34" charset="0"/>
                <a:ea typeface="돋움체" panose="020B0609000101010101" pitchFamily="49" charset="-127"/>
              </a:rPr>
              <a:t>C/V #2</a:t>
            </a:r>
          </a:p>
        </p:txBody>
      </p:sp>
      <p:sp>
        <p:nvSpPr>
          <p:cNvPr id="534563" name="Text Box 35">
            <a:extLst>
              <a:ext uri="{FF2B5EF4-FFF2-40B4-BE49-F238E27FC236}">
                <a16:creationId xmlns:a16="http://schemas.microsoft.com/office/drawing/2014/main" id="{E394CBC0-D2BD-D25A-CFCA-C6AAAF22AE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03588" y="1027113"/>
            <a:ext cx="3168650" cy="26828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S/C Call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을 위해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보고</a:t>
            </a:r>
          </a:p>
        </p:txBody>
      </p:sp>
      <p:sp>
        <p:nvSpPr>
          <p:cNvPr id="534564" name="Text Box 36">
            <a:extLst>
              <a:ext uri="{FF2B5EF4-FFF2-40B4-BE49-F238E27FC236}">
                <a16:creationId xmlns:a16="http://schemas.microsoft.com/office/drawing/2014/main" id="{CA1D7020-2A9E-88FD-B78B-E0452BB9DB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95650" y="2309813"/>
            <a:ext cx="3168650" cy="31273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S/C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이 도착하여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534565" name="Line 37">
            <a:extLst>
              <a:ext uri="{FF2B5EF4-FFF2-40B4-BE49-F238E27FC236}">
                <a16:creationId xmlns:a16="http://schemas.microsoft.com/office/drawing/2014/main" id="{61C141DA-F898-A101-0F4C-A670E132D45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47980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66" name="Text Box 38">
            <a:extLst>
              <a:ext uri="{FF2B5EF4-FFF2-40B4-BE49-F238E27FC236}">
                <a16:creationId xmlns:a16="http://schemas.microsoft.com/office/drawing/2014/main" id="{DA58B013-A827-47D4-C0E4-DEF4AFA5EE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8163" y="3235325"/>
            <a:ext cx="132238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M018.3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%MX291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4567" name="Text Box 39">
            <a:extLst>
              <a:ext uri="{FF2B5EF4-FFF2-40B4-BE49-F238E27FC236}">
                <a16:creationId xmlns:a16="http://schemas.microsoft.com/office/drawing/2014/main" id="{5B8C7016-1157-AA78-A33F-0E9BEA8867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2416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534568" name="Line 40">
            <a:extLst>
              <a:ext uri="{FF2B5EF4-FFF2-40B4-BE49-F238E27FC236}">
                <a16:creationId xmlns:a16="http://schemas.microsoft.com/office/drawing/2014/main" id="{8D6FFBAD-AC20-3860-8FE1-8563D64BE9A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3829050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69" name="Text Box 41">
            <a:extLst>
              <a:ext uri="{FF2B5EF4-FFF2-40B4-BE49-F238E27FC236}">
                <a16:creationId xmlns:a16="http://schemas.microsoft.com/office/drawing/2014/main" id="{061B748B-D334-1C26-E28B-A7D997908F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46863" y="3698367"/>
            <a:ext cx="1320251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M081.3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%MX1299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4570" name="Text Box 42">
            <a:extLst>
              <a:ext uri="{FF2B5EF4-FFF2-40B4-BE49-F238E27FC236}">
                <a16:creationId xmlns:a16="http://schemas.microsoft.com/office/drawing/2014/main" id="{3F0B89E8-8604-B7EA-6AF4-56C6EA6B8D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5909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534571" name="Line 43">
            <a:extLst>
              <a:ext uri="{FF2B5EF4-FFF2-40B4-BE49-F238E27FC236}">
                <a16:creationId xmlns:a16="http://schemas.microsoft.com/office/drawing/2014/main" id="{DAA197E4-B665-5FD6-35BD-195F4C59830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491038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72" name="Text Box 44">
            <a:extLst>
              <a:ext uri="{FF2B5EF4-FFF2-40B4-BE49-F238E27FC236}">
                <a16:creationId xmlns:a16="http://schemas.microsoft.com/office/drawing/2014/main" id="{FE70E080-A169-1720-D322-DEC99F0C16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85780" y="4289425"/>
            <a:ext cx="133858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M081.3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%MX1299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4573" name="Text Box 45">
            <a:extLst>
              <a:ext uri="{FF2B5EF4-FFF2-40B4-BE49-F238E27FC236}">
                <a16:creationId xmlns:a16="http://schemas.microsoft.com/office/drawing/2014/main" id="{51D7FE5E-2F56-D7B2-5655-0A172BA0DE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2894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Ack#2</a:t>
            </a:r>
          </a:p>
        </p:txBody>
      </p:sp>
      <p:sp>
        <p:nvSpPr>
          <p:cNvPr id="534574" name="Text Box 46">
            <a:extLst>
              <a:ext uri="{FF2B5EF4-FFF2-40B4-BE49-F238E27FC236}">
                <a16:creationId xmlns:a16="http://schemas.microsoft.com/office/drawing/2014/main" id="{F65DB8D0-B2B4-140E-8E17-3D347B94E3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269875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Exist #4</a:t>
            </a:r>
          </a:p>
        </p:txBody>
      </p:sp>
      <p:sp>
        <p:nvSpPr>
          <p:cNvPr id="534575" name="Line 47">
            <a:extLst>
              <a:ext uri="{FF2B5EF4-FFF2-40B4-BE49-F238E27FC236}">
                <a16:creationId xmlns:a16="http://schemas.microsoft.com/office/drawing/2014/main" id="{1AD6AF4F-A690-F3E9-6B9A-04B14B64472B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2962275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76" name="Text Box 48">
            <a:extLst>
              <a:ext uri="{FF2B5EF4-FFF2-40B4-BE49-F238E27FC236}">
                <a16:creationId xmlns:a16="http://schemas.microsoft.com/office/drawing/2014/main" id="{29557B46-D4A5-DF96-9663-5359C43B10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8163" y="2830513"/>
            <a:ext cx="132238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M019.1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%MX305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4577" name="Line 49">
            <a:extLst>
              <a:ext uri="{FF2B5EF4-FFF2-40B4-BE49-F238E27FC236}">
                <a16:creationId xmlns:a16="http://schemas.microsoft.com/office/drawing/2014/main" id="{5AC7D4EF-4CDE-C605-F13C-CE4FB97C0D5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38488" y="488791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78" name="Text Box 50">
            <a:extLst>
              <a:ext uri="{FF2B5EF4-FFF2-40B4-BE49-F238E27FC236}">
                <a16:creationId xmlns:a16="http://schemas.microsoft.com/office/drawing/2014/main" id="{6B737D5A-042C-B82B-422D-2D2A19C408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92100" y="4670425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M018.6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%MX294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4579" name="Text Box 51">
            <a:extLst>
              <a:ext uri="{FF2B5EF4-FFF2-40B4-BE49-F238E27FC236}">
                <a16:creationId xmlns:a16="http://schemas.microsoft.com/office/drawing/2014/main" id="{2F9AC8B2-49CE-5316-5B9D-A5AD884457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46434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34580" name="Text Box 52">
            <a:extLst>
              <a:ext uri="{FF2B5EF4-FFF2-40B4-BE49-F238E27FC236}">
                <a16:creationId xmlns:a16="http://schemas.microsoft.com/office/drawing/2014/main" id="{FF0F4938-FE93-2E57-5B68-9A5C072F8C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8163" y="3943350"/>
            <a:ext cx="132238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 dirty="0">
                <a:solidFill/>
                <a:latin typeface="Times New Roman"/>
              </a:rPr>
              <a:t>M018.3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%MX291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4581" name="Text Box 53">
            <a:extLst>
              <a:ext uri="{FF2B5EF4-FFF2-40B4-BE49-F238E27FC236}">
                <a16:creationId xmlns:a16="http://schemas.microsoft.com/office/drawing/2014/main" id="{AC4CB840-9EDF-AF3D-5890-4956AFD134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49700" y="3949700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Complete#2</a:t>
            </a:r>
          </a:p>
        </p:txBody>
      </p:sp>
      <p:sp>
        <p:nvSpPr>
          <p:cNvPr id="534582" name="Line 54">
            <a:extLst>
              <a:ext uri="{FF2B5EF4-FFF2-40B4-BE49-F238E27FC236}">
                <a16:creationId xmlns:a16="http://schemas.microsoft.com/office/drawing/2014/main" id="{BDAB8D9D-2CB3-641A-2335-F2C3A245B2F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40075" y="4187825"/>
            <a:ext cx="3452813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83" name="Freeform 55">
            <a:extLst>
              <a:ext uri="{FF2B5EF4-FFF2-40B4-BE49-F238E27FC236}">
                <a16:creationId xmlns:a16="http://schemas.microsoft.com/office/drawing/2014/main" id="{A546262F-C695-F296-16D3-95976DA85B88}"/>
              </a:ext>
            </a:extLst>
          </p:cNvPr>
          <p:cNvSpPr>
            <a:spLocks/>
          </p:cNvSpPr>
          <p:nvPr/>
        </p:nvSpPr>
        <p:spPr bwMode="auto">
          <a:xfrm>
            <a:off x="3095625" y="1866900"/>
            <a:ext cx="3455988" cy="19843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84" name="AutoShape 56">
            <a:extLst>
              <a:ext uri="{FF2B5EF4-FFF2-40B4-BE49-F238E27FC236}">
                <a16:creationId xmlns:a16="http://schemas.microsoft.com/office/drawing/2014/main" id="{20CA4675-9095-C921-B292-9ECB8E08E7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4550" y="1881188"/>
            <a:ext cx="302895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JOB NO (R0012~R0013 %RB24~%RB26)</a:t>
            </a:r>
          </a:p>
        </p:txBody>
      </p:sp>
      <p:sp>
        <p:nvSpPr>
          <p:cNvPr id="534585" name="Line 57">
            <a:extLst>
              <a:ext uri="{FF2B5EF4-FFF2-40B4-BE49-F238E27FC236}">
                <a16:creationId xmlns:a16="http://schemas.microsoft.com/office/drawing/2014/main" id="{7D0D25D4-3E30-533E-288F-0059389EC7B3}"/>
              </a:ext>
            </a:extLst>
          </p:cNvPr>
          <p:cNvSpPr>
            <a:spLocks noChangeShapeType="1"/>
          </p:cNvSpPr>
          <p:nvPr/>
        </p:nvSpPr>
        <p:spPr bwMode="auto">
          <a:xfrm>
            <a:off x="3089275" y="162401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4586" name="Text Box 58">
            <a:extLst>
              <a:ext uri="{FF2B5EF4-FFF2-40B4-BE49-F238E27FC236}">
                <a16:creationId xmlns:a16="http://schemas.microsoft.com/office/drawing/2014/main" id="{E9652FE8-CF28-9CB4-608D-035C8265D1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46239" y="1406525"/>
            <a:ext cx="143509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/>
            <a:r>
              <a:rPr sz="1000" b="0">
                <a:solidFill/>
                <a:latin typeface="Times New Roman"/>
              </a:rPr>
              <a:t>M018.6 </a:t>
            </a:r>
            <a:r>
              <a:rPr sz="1000" b="1">
                <a:solidFill>
                  <a:srgbClr val="FF0000"/>
                </a:solidFill>
                <a:latin typeface="Times New Roman"/>
              </a:rPr>
              <a:t>%MX294</a:t>
            </a:r>
            <a:r>
              <a:rPr sz="1000" b="0">
                <a:solidFill/>
                <a:latin typeface="Times New Roman"/>
              </a:rPr>
              <a:t> ON</a:t>
            </a:r>
          </a:p>
        </p:txBody>
      </p:sp>
      <p:sp>
        <p:nvSpPr>
          <p:cNvPr id="534587" name="Text Box 59">
            <a:extLst>
              <a:ext uri="{FF2B5EF4-FFF2-40B4-BE49-F238E27FC236}">
                <a16:creationId xmlns:a16="http://schemas.microsoft.com/office/drawing/2014/main" id="{F8A4651C-D00F-AD92-76FC-4766231B0F3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137953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W.O</a:t>
            </a:r>
          </a:p>
        </p:txBody>
      </p:sp>
      <p:sp>
        <p:nvSpPr>
          <p:cNvPr id="534588" name="Text Box 60">
            <a:extLst>
              <a:ext uri="{FF2B5EF4-FFF2-40B4-BE49-F238E27FC236}">
                <a16:creationId xmlns:a16="http://schemas.microsoft.com/office/drawing/2014/main" id="{B42800D1-F70C-959E-44A8-9129D59B48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8163" y="5707063"/>
            <a:ext cx="7129462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출고의 경우는 입고의 반대 순서대로 진행되면 됨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.</a:t>
            </a:r>
          </a:p>
        </p:txBody>
      </p:sp>
      <p:sp>
        <p:nvSpPr>
          <p:cNvPr id="534589" name="TextBox 534588"/>
          <p:cNvSpPr txBox="1"/>
          <p:nvPr/>
        </p:nvSpPr>
        <p:spPr>
          <a:xfrm>
            <a:off x="228600" y="6355080"/>
            <a:ext cx="86868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</a:t>
            </a:r>
            <a:r>
              <a:rPr lang="en-US" sz="900" b="1" dirty="0">
                <a:solidFill>
                  <a:srgbClr val="FF0000"/>
                </a:solidFill>
              </a:rPr>
              <a:t>0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구현확인</a:t>
            </a:r>
            <a:r>
              <a:rPr sz="900" b="1" dirty="0">
                <a:solidFill>
                  <a:srgbClr val="FF0000"/>
                </a:solidFill>
              </a:rPr>
              <a:t>: Ack OFF </a:t>
            </a:r>
            <a:r>
              <a:rPr sz="900" b="1" dirty="0" err="1">
                <a:solidFill>
                  <a:srgbClr val="FF0000"/>
                </a:solidFill>
              </a:rPr>
              <a:t>처리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없음</a:t>
            </a:r>
            <a:r>
              <a:rPr sz="900" b="1" dirty="0">
                <a:solidFill>
                  <a:srgbClr val="FF0000"/>
                </a:solidFill>
              </a:rPr>
              <a:t> — PLC </a:t>
            </a:r>
            <a:r>
              <a:rPr sz="900" b="1" dirty="0" err="1">
                <a:solidFill>
                  <a:srgbClr val="FF0000"/>
                </a:solidFill>
              </a:rPr>
              <a:t>래더의</a:t>
            </a:r>
            <a:r>
              <a:rPr sz="900" b="1" dirty="0">
                <a:solidFill>
                  <a:srgbClr val="FF0000"/>
                </a:solidFill>
              </a:rPr>
              <a:t> Ack </a:t>
            </a:r>
            <a:r>
              <a:rPr sz="900" b="1" dirty="0" err="1">
                <a:solidFill>
                  <a:srgbClr val="FF0000"/>
                </a:solidFill>
              </a:rPr>
              <a:t>리셋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전제</a:t>
            </a:r>
            <a:endParaRPr sz="900" b="1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554" name="Rectangle 2">
            <a:extLst>
              <a:ext uri="{FF2B5EF4-FFF2-40B4-BE49-F238E27FC236}">
                <a16:creationId xmlns:a16="http://schemas.microsoft.com/office/drawing/2014/main" id="{740B2D4F-FFED-A7AC-5067-9C3B018738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5555" name="Rectangle 3">
            <a:extLst>
              <a:ext uri="{FF2B5EF4-FFF2-40B4-BE49-F238E27FC236}">
                <a16:creationId xmlns:a16="http://schemas.microsoft.com/office/drawing/2014/main" id="{ED41746F-E066-3AFE-64E2-61BAB55B8B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5556" name="Rectangle 4">
            <a:extLst>
              <a:ext uri="{FF2B5EF4-FFF2-40B4-BE49-F238E27FC236}">
                <a16:creationId xmlns:a16="http://schemas.microsoft.com/office/drawing/2014/main" id="{8E615C03-66BF-8E71-194B-E4551BFC1F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5557" name="Group 5">
            <a:extLst>
              <a:ext uri="{FF2B5EF4-FFF2-40B4-BE49-F238E27FC236}">
                <a16:creationId xmlns:a16="http://schemas.microsoft.com/office/drawing/2014/main" id="{87B3E2B4-BB9E-30E9-0649-F513B89634A3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5599112"/>
            <a:chOff x="1125" y="1346"/>
            <a:chExt cx="2169" cy="4722"/>
          </a:xfrm>
        </p:grpSpPr>
        <p:sp>
          <p:nvSpPr>
            <p:cNvPr id="535558" name="Line 6">
              <a:extLst>
                <a:ext uri="{FF2B5EF4-FFF2-40B4-BE49-F238E27FC236}">
                  <a16:creationId xmlns:a16="http://schemas.microsoft.com/office/drawing/2014/main" id="{14FD3DD9-5FFC-CD1B-02DC-8ACB1360B93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5559" name="Line 7">
              <a:extLst>
                <a:ext uri="{FF2B5EF4-FFF2-40B4-BE49-F238E27FC236}">
                  <a16:creationId xmlns:a16="http://schemas.microsoft.com/office/drawing/2014/main" id="{A2366E78-F21B-32BE-B953-DCC3234B35E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5568" name="Text Box 16">
            <a:extLst>
              <a:ext uri="{FF2B5EF4-FFF2-40B4-BE49-F238E27FC236}">
                <a16:creationId xmlns:a16="http://schemas.microsoft.com/office/drawing/2014/main" id="{77B964DD-AB91-828A-56AD-BB160D6B38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3779838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(S/C, RGV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RGV #1)</a:t>
            </a:r>
          </a:p>
        </p:txBody>
      </p:sp>
      <p:sp>
        <p:nvSpPr>
          <p:cNvPr id="535606" name="AutoShape 54">
            <a:extLst>
              <a:ext uri="{FF2B5EF4-FFF2-40B4-BE49-F238E27FC236}">
                <a16:creationId xmlns:a16="http://schemas.microsoft.com/office/drawing/2014/main" id="{50EBBCE3-AB51-261A-1268-ED2501E1C0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88338" y="1403350"/>
            <a:ext cx="504825" cy="360363"/>
          </a:xfrm>
          <a:prstGeom prst="homePlate">
            <a:avLst>
              <a:gd name="adj" fmla="val 35022"/>
            </a:avLst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5607" name="Line 55">
            <a:extLst>
              <a:ext uri="{FF2B5EF4-FFF2-40B4-BE49-F238E27FC236}">
                <a16:creationId xmlns:a16="http://schemas.microsoft.com/office/drawing/2014/main" id="{4A43A52F-6935-55AF-384B-0D18ABEE855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1585913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08" name="Text Box 56">
            <a:extLst>
              <a:ext uri="{FF2B5EF4-FFF2-40B4-BE49-F238E27FC236}">
                <a16:creationId xmlns:a16="http://schemas.microsoft.com/office/drawing/2014/main" id="{38150D64-A365-32DE-7148-0860575071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0013" y="13462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Command Req’</a:t>
            </a:r>
          </a:p>
        </p:txBody>
      </p:sp>
      <p:sp>
        <p:nvSpPr>
          <p:cNvPr id="535609" name="Line 57">
            <a:extLst>
              <a:ext uri="{FF2B5EF4-FFF2-40B4-BE49-F238E27FC236}">
                <a16:creationId xmlns:a16="http://schemas.microsoft.com/office/drawing/2014/main" id="{538D1C49-7A58-0645-2326-31B6005B7FBE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7375" y="1230313"/>
            <a:ext cx="3452813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10" name="Text Box 58">
            <a:extLst>
              <a:ext uri="{FF2B5EF4-FFF2-40B4-BE49-F238E27FC236}">
                <a16:creationId xmlns:a16="http://schemas.microsoft.com/office/drawing/2014/main" id="{C762E391-DB4F-C9E6-242D-0A25A24040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971550"/>
            <a:ext cx="172878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IDLE = 1</a:t>
            </a:r>
          </a:p>
        </p:txBody>
      </p:sp>
      <p:sp>
        <p:nvSpPr>
          <p:cNvPr id="535611" name="Text Box 59">
            <a:extLst>
              <a:ext uri="{FF2B5EF4-FFF2-40B4-BE49-F238E27FC236}">
                <a16:creationId xmlns:a16="http://schemas.microsoft.com/office/drawing/2014/main" id="{FFA5A0F1-A7FB-B40C-9A92-F9A791603F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3045" y="1077339"/>
            <a:ext cx="11430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strike="sngStrike" dirty="0">
                <a:solidFill/>
                <a:latin typeface="Times New Roman"/>
              </a:rPr>
              <a:t>D0210 → %DW336(%DB672) </a:t>
            </a:r>
          </a:p>
        </p:txBody>
      </p:sp>
      <p:sp>
        <p:nvSpPr>
          <p:cNvPr id="535612" name="Text Box 60">
            <a:extLst>
              <a:ext uri="{FF2B5EF4-FFF2-40B4-BE49-F238E27FC236}">
                <a16:creationId xmlns:a16="http://schemas.microsoft.com/office/drawing/2014/main" id="{43EBBCC1-0BA4-367E-A94C-CE5B8FB663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88410" y="1487488"/>
            <a:ext cx="129758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M101.0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%MX1616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5613" name="Text Box 61">
            <a:extLst>
              <a:ext uri="{FF2B5EF4-FFF2-40B4-BE49-F238E27FC236}">
                <a16:creationId xmlns:a16="http://schemas.microsoft.com/office/drawing/2014/main" id="{7ACD4FBB-FB8F-5B84-4B36-23622B7F05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1518" y="2366963"/>
            <a:ext cx="1338580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M101.0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%MX1616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5614" name="Text Box 62">
            <a:extLst>
              <a:ext uri="{FF2B5EF4-FFF2-40B4-BE49-F238E27FC236}">
                <a16:creationId xmlns:a16="http://schemas.microsoft.com/office/drawing/2014/main" id="{35CA654D-E118-650F-3607-251EBF2FD4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3188" y="22494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Command Req’</a:t>
            </a:r>
          </a:p>
        </p:txBody>
      </p:sp>
      <p:sp>
        <p:nvSpPr>
          <p:cNvPr id="535615" name="Line 63">
            <a:extLst>
              <a:ext uri="{FF2B5EF4-FFF2-40B4-BE49-F238E27FC236}">
                <a16:creationId xmlns:a16="http://schemas.microsoft.com/office/drawing/2014/main" id="{41D3D10F-BC64-D447-0A9A-596F71FDAE6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22613" y="2490788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16" name="AutoShape 64">
            <a:extLst>
              <a:ext uri="{FF2B5EF4-FFF2-40B4-BE49-F238E27FC236}">
                <a16:creationId xmlns:a16="http://schemas.microsoft.com/office/drawing/2014/main" id="{EE57716E-4C4D-4A0D-6CA4-CDB145B7D1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72347" y="1751410"/>
            <a:ext cx="5196840" cy="340519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 anchorCtr="1">
            <a:spAutoFit/>
          </a:bodyPr>
          <a:lstStyle/>
          <a:p>
            <a:r>
              <a:rPr lang="en-US" altLang="ko-KR" sz="1000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Command Data </a:t>
            </a:r>
          </a:p>
          <a:p>
            <a:r>
              <a:rPr sz="1000" b="0" dirty="0">
                <a:solidFill/>
                <a:latin typeface="Times New Roman"/>
              </a:rPr>
              <a:t>(From : D0530 → %DW848(%DB1696), To : D0533 → %DW851(%DB1702), Job No : D0536 → %DW854(%DB1708))</a:t>
            </a:r>
            <a:endParaRPr lang="en-US" altLang="ko-KR" sz="1000" b="0" dirty="0">
              <a:solidFill>
                <a:schemeClr val="tx1"/>
              </a:solidFill>
              <a:latin typeface="Times New Roman" panose="02020603050405020304" pitchFamily="18" charset="0"/>
              <a:ea typeface="굴림" panose="020B0600000101010101" pitchFamily="50" charset="-127"/>
            </a:endParaRPr>
          </a:p>
        </p:txBody>
      </p:sp>
      <p:sp>
        <p:nvSpPr>
          <p:cNvPr id="535617" name="Freeform 65">
            <a:extLst>
              <a:ext uri="{FF2B5EF4-FFF2-40B4-BE49-F238E27FC236}">
                <a16:creationId xmlns:a16="http://schemas.microsoft.com/office/drawing/2014/main" id="{B6091372-82CB-94A3-6AE7-974661A66338}"/>
              </a:ext>
            </a:extLst>
          </p:cNvPr>
          <p:cNvSpPr>
            <a:spLocks/>
          </p:cNvSpPr>
          <p:nvPr/>
        </p:nvSpPr>
        <p:spPr bwMode="auto">
          <a:xfrm flipH="1">
            <a:off x="3121025" y="1747838"/>
            <a:ext cx="3455988" cy="40005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535619" name="Group 67">
            <a:extLst>
              <a:ext uri="{FF2B5EF4-FFF2-40B4-BE49-F238E27FC236}">
                <a16:creationId xmlns:a16="http://schemas.microsoft.com/office/drawing/2014/main" id="{EDD0A87F-B2AD-A96E-5780-5AA9F4481081}"/>
              </a:ext>
            </a:extLst>
          </p:cNvPr>
          <p:cNvGrpSpPr>
            <a:grpSpLocks/>
          </p:cNvGrpSpPr>
          <p:nvPr/>
        </p:nvGrpSpPr>
        <p:grpSpPr bwMode="auto">
          <a:xfrm>
            <a:off x="7640638" y="595313"/>
            <a:ext cx="360362" cy="719137"/>
            <a:chOff x="995" y="2643"/>
            <a:chExt cx="227" cy="453"/>
          </a:xfrm>
        </p:grpSpPr>
        <p:sp>
          <p:nvSpPr>
            <p:cNvPr id="535620" name="Rectangle 68">
              <a:extLst>
                <a:ext uri="{FF2B5EF4-FFF2-40B4-BE49-F238E27FC236}">
                  <a16:creationId xmlns:a16="http://schemas.microsoft.com/office/drawing/2014/main" id="{D214D6ED-62AC-17AB-5032-3ED046651B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4</a:t>
              </a:r>
            </a:p>
          </p:txBody>
        </p:sp>
        <p:sp>
          <p:nvSpPr>
            <p:cNvPr id="535621" name="Rectangle 69">
              <a:extLst>
                <a:ext uri="{FF2B5EF4-FFF2-40B4-BE49-F238E27FC236}">
                  <a16:creationId xmlns:a16="http://schemas.microsoft.com/office/drawing/2014/main" id="{EE95829E-086C-F087-0308-D9211A16E2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</a:t>
              </a:r>
            </a:p>
          </p:txBody>
        </p:sp>
      </p:grpSp>
      <p:grpSp>
        <p:nvGrpSpPr>
          <p:cNvPr id="535622" name="Group 70">
            <a:extLst>
              <a:ext uri="{FF2B5EF4-FFF2-40B4-BE49-F238E27FC236}">
                <a16:creationId xmlns:a16="http://schemas.microsoft.com/office/drawing/2014/main" id="{C8208F65-F3BF-D341-D040-CB38E56E426F}"/>
              </a:ext>
            </a:extLst>
          </p:cNvPr>
          <p:cNvGrpSpPr>
            <a:grpSpLocks/>
          </p:cNvGrpSpPr>
          <p:nvPr/>
        </p:nvGrpSpPr>
        <p:grpSpPr bwMode="auto">
          <a:xfrm>
            <a:off x="9009063" y="595313"/>
            <a:ext cx="360362" cy="719137"/>
            <a:chOff x="995" y="2643"/>
            <a:chExt cx="227" cy="453"/>
          </a:xfrm>
        </p:grpSpPr>
        <p:sp>
          <p:nvSpPr>
            <p:cNvPr id="535623" name="Rectangle 71">
              <a:extLst>
                <a:ext uri="{FF2B5EF4-FFF2-40B4-BE49-F238E27FC236}">
                  <a16:creationId xmlns:a16="http://schemas.microsoft.com/office/drawing/2014/main" id="{5FE08C84-5404-044B-5082-B49FE72BBB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35624" name="Rectangle 72">
              <a:extLst>
                <a:ext uri="{FF2B5EF4-FFF2-40B4-BE49-F238E27FC236}">
                  <a16:creationId xmlns:a16="http://schemas.microsoft.com/office/drawing/2014/main" id="{E6B73301-4C20-BDF4-B0CF-63051A2E42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35625" name="Line 73">
            <a:extLst>
              <a:ext uri="{FF2B5EF4-FFF2-40B4-BE49-F238E27FC236}">
                <a16:creationId xmlns:a16="http://schemas.microsoft.com/office/drawing/2014/main" id="{F91AF9D7-017D-82FB-0FF6-83D0ACFCE13E}"/>
              </a:ext>
            </a:extLst>
          </p:cNvPr>
          <p:cNvSpPr>
            <a:spLocks noChangeShapeType="1"/>
          </p:cNvSpPr>
          <p:nvPr/>
        </p:nvSpPr>
        <p:spPr bwMode="auto">
          <a:xfrm>
            <a:off x="7527925" y="1577975"/>
            <a:ext cx="18002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26" name="Line 74">
            <a:extLst>
              <a:ext uri="{FF2B5EF4-FFF2-40B4-BE49-F238E27FC236}">
                <a16:creationId xmlns:a16="http://schemas.microsoft.com/office/drawing/2014/main" id="{BCEE5132-A061-19EC-6BEC-E0F6F24E144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0724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5627" name="Line 75">
            <a:extLst>
              <a:ext uri="{FF2B5EF4-FFF2-40B4-BE49-F238E27FC236}">
                <a16:creationId xmlns:a16="http://schemas.microsoft.com/office/drawing/2014/main" id="{DF39DCCB-1F40-E181-CB8D-C1003304C27E}"/>
              </a:ext>
            </a:extLst>
          </p:cNvPr>
          <p:cNvSpPr>
            <a:spLocks noChangeShapeType="1"/>
          </p:cNvSpPr>
          <p:nvPr/>
        </p:nvSpPr>
        <p:spPr bwMode="auto">
          <a:xfrm>
            <a:off x="89360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5628" name="Line 76">
            <a:extLst>
              <a:ext uri="{FF2B5EF4-FFF2-40B4-BE49-F238E27FC236}">
                <a16:creationId xmlns:a16="http://schemas.microsoft.com/office/drawing/2014/main" id="{458BD7A7-1C5F-0FBF-8F9E-B0F6001FD1B3}"/>
              </a:ext>
            </a:extLst>
          </p:cNvPr>
          <p:cNvSpPr>
            <a:spLocks noChangeShapeType="1"/>
          </p:cNvSpPr>
          <p:nvPr/>
        </p:nvSpPr>
        <p:spPr bwMode="auto">
          <a:xfrm rot="5400000" flipH="1">
            <a:off x="8502651" y="1101725"/>
            <a:ext cx="4762" cy="433387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5629" name="Line 77">
            <a:extLst>
              <a:ext uri="{FF2B5EF4-FFF2-40B4-BE49-F238E27FC236}">
                <a16:creationId xmlns:a16="http://schemas.microsoft.com/office/drawing/2014/main" id="{0EC79D1C-8106-67B2-EA63-13550C43D386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2867025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0" name="Text Box 78">
            <a:extLst>
              <a:ext uri="{FF2B5EF4-FFF2-40B4-BE49-F238E27FC236}">
                <a16:creationId xmlns:a16="http://schemas.microsoft.com/office/drawing/2014/main" id="{119644A2-1360-2802-BE23-DF0C32E671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9375" y="262413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RUN = 2</a:t>
            </a:r>
          </a:p>
        </p:txBody>
      </p:sp>
      <p:sp>
        <p:nvSpPr>
          <p:cNvPr id="535631" name="Line 79">
            <a:extLst>
              <a:ext uri="{FF2B5EF4-FFF2-40B4-BE49-F238E27FC236}">
                <a16:creationId xmlns:a16="http://schemas.microsoft.com/office/drawing/2014/main" id="{49C9284C-7CFC-6B98-AC8E-A218D917BA1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216275"/>
            <a:ext cx="3455987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2" name="Text Box 80">
            <a:extLst>
              <a:ext uri="{FF2B5EF4-FFF2-40B4-BE49-F238E27FC236}">
                <a16:creationId xmlns:a16="http://schemas.microsoft.com/office/drawing/2014/main" id="{5C178B4D-C917-82EA-7612-044FC8A572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89375" y="295592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Presence ON</a:t>
            </a:r>
          </a:p>
        </p:txBody>
      </p:sp>
      <p:sp>
        <p:nvSpPr>
          <p:cNvPr id="535633" name="Text Box 81">
            <a:extLst>
              <a:ext uri="{FF2B5EF4-FFF2-40B4-BE49-F238E27FC236}">
                <a16:creationId xmlns:a16="http://schemas.microsoft.com/office/drawing/2014/main" id="{795A1EFF-0C42-B2A5-4950-E1E0E94387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3095625"/>
            <a:ext cx="130202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M058.0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%MX928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5634" name="Text Box 82">
            <a:extLst>
              <a:ext uri="{FF2B5EF4-FFF2-40B4-BE49-F238E27FC236}">
                <a16:creationId xmlns:a16="http://schemas.microsoft.com/office/drawing/2014/main" id="{40A8C154-BC68-BC3F-8BF6-A9469648FA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2727325"/>
            <a:ext cx="130202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strike="sngStrike" dirty="0">
                <a:solidFill/>
                <a:latin typeface="Times New Roman"/>
              </a:rPr>
              <a:t>D0210 → %DW336(%DB672) </a:t>
            </a:r>
          </a:p>
        </p:txBody>
      </p:sp>
      <p:sp>
        <p:nvSpPr>
          <p:cNvPr id="535635" name="AutoShape 83">
            <a:extLst>
              <a:ext uri="{FF2B5EF4-FFF2-40B4-BE49-F238E27FC236}">
                <a16:creationId xmlns:a16="http://schemas.microsoft.com/office/drawing/2014/main" id="{809E85A8-C61D-D17D-2433-1D325BFA09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79825" y="3419475"/>
            <a:ext cx="2362200" cy="165100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 anchorCtr="1"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On RGV (R0310~ R0311 %RB620~%RB622)</a:t>
            </a:r>
          </a:p>
        </p:txBody>
      </p:sp>
      <p:sp>
        <p:nvSpPr>
          <p:cNvPr id="535636" name="Freeform 84">
            <a:extLst>
              <a:ext uri="{FF2B5EF4-FFF2-40B4-BE49-F238E27FC236}">
                <a16:creationId xmlns:a16="http://schemas.microsoft.com/office/drawing/2014/main" id="{9766E48C-EEA1-9C91-CF6F-9D92E99DCAD4}"/>
              </a:ext>
            </a:extLst>
          </p:cNvPr>
          <p:cNvSpPr>
            <a:spLocks/>
          </p:cNvSpPr>
          <p:nvPr/>
        </p:nvSpPr>
        <p:spPr bwMode="auto">
          <a:xfrm>
            <a:off x="3103563" y="3403600"/>
            <a:ext cx="3455987" cy="228600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7" name="Line 85">
            <a:extLst>
              <a:ext uri="{FF2B5EF4-FFF2-40B4-BE49-F238E27FC236}">
                <a16:creationId xmlns:a16="http://schemas.microsoft.com/office/drawing/2014/main" id="{0E842714-3A05-06CC-6F40-9E04761745B9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3959225"/>
            <a:ext cx="3455987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38" name="Text Box 86">
            <a:extLst>
              <a:ext uri="{FF2B5EF4-FFF2-40B4-BE49-F238E27FC236}">
                <a16:creationId xmlns:a16="http://schemas.microsoft.com/office/drawing/2014/main" id="{BBA398C2-D0A0-BD65-1ECA-F5756E1B5A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36988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</a:t>
            </a:r>
          </a:p>
        </p:txBody>
      </p:sp>
      <p:sp>
        <p:nvSpPr>
          <p:cNvPr id="535639" name="Text Box 87">
            <a:extLst>
              <a:ext uri="{FF2B5EF4-FFF2-40B4-BE49-F238E27FC236}">
                <a16:creationId xmlns:a16="http://schemas.microsoft.com/office/drawing/2014/main" id="{AA4F5D04-642C-3FF6-7242-37804F930F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3838575"/>
            <a:ext cx="1383555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%MX944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5640" name="Line 88">
            <a:extLst>
              <a:ext uri="{FF2B5EF4-FFF2-40B4-BE49-F238E27FC236}">
                <a16:creationId xmlns:a16="http://schemas.microsoft.com/office/drawing/2014/main" id="{B34BB3BC-D106-E05F-735F-EDB51D476C34}"/>
              </a:ext>
            </a:extLst>
          </p:cNvPr>
          <p:cNvSpPr>
            <a:spLocks noChangeShapeType="1"/>
          </p:cNvSpPr>
          <p:nvPr/>
        </p:nvSpPr>
        <p:spPr bwMode="auto">
          <a:xfrm>
            <a:off x="3098800" y="4792663"/>
            <a:ext cx="34559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41" name="Text Box 89">
            <a:extLst>
              <a:ext uri="{FF2B5EF4-FFF2-40B4-BE49-F238E27FC236}">
                <a16:creationId xmlns:a16="http://schemas.microsoft.com/office/drawing/2014/main" id="{21C26E96-64DF-BA86-420B-634CB2A296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4548188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</a:t>
            </a:r>
          </a:p>
        </p:txBody>
      </p:sp>
      <p:sp>
        <p:nvSpPr>
          <p:cNvPr id="535642" name="Text Box 90">
            <a:extLst>
              <a:ext uri="{FF2B5EF4-FFF2-40B4-BE49-F238E27FC236}">
                <a16:creationId xmlns:a16="http://schemas.microsoft.com/office/drawing/2014/main" id="{932C3AF3-48B2-352F-9DD6-58C0E63015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8924" y="4670425"/>
            <a:ext cx="129623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M101.1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%MX1617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5643" name="AutoShape 91">
            <a:extLst>
              <a:ext uri="{FF2B5EF4-FFF2-40B4-BE49-F238E27FC236}">
                <a16:creationId xmlns:a16="http://schemas.microsoft.com/office/drawing/2014/main" id="{1D215494-8BA5-5FDF-4F9C-1021ACB3A7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86163" y="4146550"/>
            <a:ext cx="2373312" cy="328613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 anchorCtr="1">
            <a:spAutoFit/>
          </a:bodyPr>
          <a:lstStyle/>
          <a:p>
            <a:r>
              <a:rPr lang="en-US" altLang="ko-KR" sz="1000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Location</a:t>
            </a:r>
          </a:p>
          <a:p>
            <a:r>
              <a:rPr sz="1000" b="0" dirty="0">
                <a:solidFill/>
                <a:latin typeface="Times New Roman"/>
              </a:rPr>
              <a:t> (D0213 → %DW339(%DB678))</a:t>
            </a:r>
          </a:p>
        </p:txBody>
      </p:sp>
      <p:sp>
        <p:nvSpPr>
          <p:cNvPr id="535644" name="Freeform 92">
            <a:extLst>
              <a:ext uri="{FF2B5EF4-FFF2-40B4-BE49-F238E27FC236}">
                <a16:creationId xmlns:a16="http://schemas.microsoft.com/office/drawing/2014/main" id="{1481A59E-7F83-0474-31B8-B3543EF6CAE0}"/>
              </a:ext>
            </a:extLst>
          </p:cNvPr>
          <p:cNvSpPr>
            <a:spLocks/>
          </p:cNvSpPr>
          <p:nvPr/>
        </p:nvSpPr>
        <p:spPr bwMode="auto">
          <a:xfrm>
            <a:off x="3106738" y="4140200"/>
            <a:ext cx="3455987" cy="36988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45" name="Text Box 93">
            <a:extLst>
              <a:ext uri="{FF2B5EF4-FFF2-40B4-BE49-F238E27FC236}">
                <a16:creationId xmlns:a16="http://schemas.microsoft.com/office/drawing/2014/main" id="{8D27489B-C658-BEE8-4A9D-FAB530D900A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7122" y="4949825"/>
            <a:ext cx="1370903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%MX944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5646" name="Text Box 94">
            <a:extLst>
              <a:ext uri="{FF2B5EF4-FFF2-40B4-BE49-F238E27FC236}">
                <a16:creationId xmlns:a16="http://schemas.microsoft.com/office/drawing/2014/main" id="{549148CD-2FDD-86D3-E19F-A815C741A2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4843463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</a:t>
            </a:r>
          </a:p>
        </p:txBody>
      </p:sp>
      <p:sp>
        <p:nvSpPr>
          <p:cNvPr id="535647" name="Line 95">
            <a:extLst>
              <a:ext uri="{FF2B5EF4-FFF2-40B4-BE49-F238E27FC236}">
                <a16:creationId xmlns:a16="http://schemas.microsoft.com/office/drawing/2014/main" id="{F86AA85C-E111-58AA-CCA4-3DEDB19BD1A7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8325" y="5418138"/>
            <a:ext cx="3452813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48" name="Text Box 96">
            <a:extLst>
              <a:ext uri="{FF2B5EF4-FFF2-40B4-BE49-F238E27FC236}">
                <a16:creationId xmlns:a16="http://schemas.microsoft.com/office/drawing/2014/main" id="{BD166DF5-408B-12C0-4A5C-09895133DB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900" y="5210175"/>
            <a:ext cx="170973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Complete Ack</a:t>
            </a:r>
          </a:p>
        </p:txBody>
      </p:sp>
      <p:sp>
        <p:nvSpPr>
          <p:cNvPr id="535649" name="Text Box 97">
            <a:extLst>
              <a:ext uri="{FF2B5EF4-FFF2-40B4-BE49-F238E27FC236}">
                <a16:creationId xmlns:a16="http://schemas.microsoft.com/office/drawing/2014/main" id="{AE239C24-FD18-4DE6-7224-1088F8C8C0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0" y="5273675"/>
            <a:ext cx="1346473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M101.1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%MX1617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5650" name="Line 98">
            <a:extLst>
              <a:ext uri="{FF2B5EF4-FFF2-40B4-BE49-F238E27FC236}">
                <a16:creationId xmlns:a16="http://schemas.microsoft.com/office/drawing/2014/main" id="{876D65DB-BFC1-1988-4E9E-27264CDE283D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5048250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5651" name="Text Box 99">
            <a:extLst>
              <a:ext uri="{FF2B5EF4-FFF2-40B4-BE49-F238E27FC236}">
                <a16:creationId xmlns:a16="http://schemas.microsoft.com/office/drawing/2014/main" id="{90DD40AD-35FF-DF4A-AB37-8246DA82D9D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2650" y="6499225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5652" name="Text Box 100">
            <a:extLst>
              <a:ext uri="{FF2B5EF4-FFF2-40B4-BE49-F238E27FC236}">
                <a16:creationId xmlns:a16="http://schemas.microsoft.com/office/drawing/2014/main" id="{25C8492A-259A-94F6-BBEA-D8264A3821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8025" y="5683250"/>
            <a:ext cx="3168650" cy="312738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가 도착 위치에 </a:t>
            </a:r>
            <a:r>
              <a:rPr lang="en-US" altLang="ko-KR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Load </a:t>
            </a:r>
            <a:r>
              <a:rPr lang="ko-KR" altLang="en-US" sz="10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완료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4AA70A-B224-8D37-EC2C-2D488F533921}"/>
              </a:ext>
            </a:extLst>
          </p:cNvPr>
          <p:cNvSpPr txBox="1"/>
          <p:nvPr/>
        </p:nvSpPr>
        <p:spPr>
          <a:xfrm>
            <a:off x="76262" y="1308626"/>
            <a:ext cx="308751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dirty="0">
                <a:solidFill>
                  <a:srgbClr val="7030A0"/>
                </a:solidFill>
              </a:rPr>
              <a:t>%DW336 → %DB672  (336×2=672)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602" name="Rectangle 2">
            <a:extLst>
              <a:ext uri="{FF2B5EF4-FFF2-40B4-BE49-F238E27FC236}">
                <a16:creationId xmlns:a16="http://schemas.microsoft.com/office/drawing/2014/main" id="{6019EC4C-8785-11CB-B155-D956A6BFF8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537603" name="Rectangle 3">
            <a:extLst>
              <a:ext uri="{FF2B5EF4-FFF2-40B4-BE49-F238E27FC236}">
                <a16:creationId xmlns:a16="http://schemas.microsoft.com/office/drawing/2014/main" id="{F98E14EF-4E44-FB9C-A67F-F36DC720D1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36825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EQP</a:t>
            </a:r>
          </a:p>
        </p:txBody>
      </p:sp>
      <p:sp>
        <p:nvSpPr>
          <p:cNvPr id="537604" name="Rectangle 4">
            <a:extLst>
              <a:ext uri="{FF2B5EF4-FFF2-40B4-BE49-F238E27FC236}">
                <a16:creationId xmlns:a16="http://schemas.microsoft.com/office/drawing/2014/main" id="{DE90F7F9-5D10-180C-CF95-2FA968F5CD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2813" y="666750"/>
            <a:ext cx="1143000" cy="228600"/>
          </a:xfrm>
          <a:prstGeom prst="rect">
            <a:avLst/>
          </a:prstGeom>
          <a:solidFill>
            <a:schemeClr val="hlink">
              <a:alpha val="5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r>
              <a:rPr lang="en-US" altLang="ko-KR" sz="120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ECS</a:t>
            </a:r>
          </a:p>
        </p:txBody>
      </p:sp>
      <p:grpSp>
        <p:nvGrpSpPr>
          <p:cNvPr id="537605" name="Group 5">
            <a:extLst>
              <a:ext uri="{FF2B5EF4-FFF2-40B4-BE49-F238E27FC236}">
                <a16:creationId xmlns:a16="http://schemas.microsoft.com/office/drawing/2014/main" id="{22F9646A-0E32-6B9A-8565-C0326F966B0F}"/>
              </a:ext>
            </a:extLst>
          </p:cNvPr>
          <p:cNvGrpSpPr>
            <a:grpSpLocks/>
          </p:cNvGrpSpPr>
          <p:nvPr/>
        </p:nvGrpSpPr>
        <p:grpSpPr bwMode="auto">
          <a:xfrm>
            <a:off x="3116263" y="900113"/>
            <a:ext cx="3443287" cy="4159250"/>
            <a:chOff x="1125" y="1346"/>
            <a:chExt cx="2169" cy="4722"/>
          </a:xfrm>
        </p:grpSpPr>
        <p:sp>
          <p:nvSpPr>
            <p:cNvPr id="537606" name="Line 6">
              <a:extLst>
                <a:ext uri="{FF2B5EF4-FFF2-40B4-BE49-F238E27FC236}">
                  <a16:creationId xmlns:a16="http://schemas.microsoft.com/office/drawing/2014/main" id="{ECEEC346-2D8A-2998-CB43-AD5265BB8AE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25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  <p:sp>
          <p:nvSpPr>
            <p:cNvPr id="537607" name="Line 7">
              <a:extLst>
                <a:ext uri="{FF2B5EF4-FFF2-40B4-BE49-F238E27FC236}">
                  <a16:creationId xmlns:a16="http://schemas.microsoft.com/office/drawing/2014/main" id="{41708EAB-EC9A-F984-BE98-421D22657B3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4" y="1346"/>
              <a:ext cx="0" cy="4722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000" tIns="46800" rIns="90000" bIns="46800" anchor="ctr"/>
            <a:lstStyle/>
            <a:p>
              <a:endParaRPr lang="ko-KR" altLang="en-US"/>
            </a:p>
          </p:txBody>
        </p:sp>
      </p:grpSp>
      <p:sp>
        <p:nvSpPr>
          <p:cNvPr id="537608" name="Text Box 8">
            <a:extLst>
              <a:ext uri="{FF2B5EF4-FFF2-40B4-BE49-F238E27FC236}">
                <a16:creationId xmlns:a16="http://schemas.microsoft.com/office/drawing/2014/main" id="{9AC15825-1539-F24C-C878-15BBE2BB0C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3779838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시나리오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(S/C, RGV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반송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RGV #1)</a:t>
            </a:r>
          </a:p>
        </p:txBody>
      </p:sp>
      <p:sp>
        <p:nvSpPr>
          <p:cNvPr id="537609" name="AutoShape 9">
            <a:extLst>
              <a:ext uri="{FF2B5EF4-FFF2-40B4-BE49-F238E27FC236}">
                <a16:creationId xmlns:a16="http://schemas.microsoft.com/office/drawing/2014/main" id="{76D78DA2-FBA0-DEB7-9640-ADB80AEF56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88338" y="1403350"/>
            <a:ext cx="504825" cy="360363"/>
          </a:xfrm>
          <a:prstGeom prst="homePlate">
            <a:avLst>
              <a:gd name="adj" fmla="val 35022"/>
            </a:avLst>
          </a:prstGeom>
          <a:noFill/>
          <a:ln w="254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pSp>
        <p:nvGrpSpPr>
          <p:cNvPr id="537621" name="Group 21">
            <a:extLst>
              <a:ext uri="{FF2B5EF4-FFF2-40B4-BE49-F238E27FC236}">
                <a16:creationId xmlns:a16="http://schemas.microsoft.com/office/drawing/2014/main" id="{0079F24D-CCAE-8112-2904-2EE8C4CA51E5}"/>
              </a:ext>
            </a:extLst>
          </p:cNvPr>
          <p:cNvGrpSpPr>
            <a:grpSpLocks/>
          </p:cNvGrpSpPr>
          <p:nvPr/>
        </p:nvGrpSpPr>
        <p:grpSpPr bwMode="auto">
          <a:xfrm>
            <a:off x="7640638" y="595313"/>
            <a:ext cx="360362" cy="719137"/>
            <a:chOff x="995" y="2643"/>
            <a:chExt cx="227" cy="453"/>
          </a:xfrm>
        </p:grpSpPr>
        <p:sp>
          <p:nvSpPr>
            <p:cNvPr id="537622" name="Rectangle 22">
              <a:extLst>
                <a:ext uri="{FF2B5EF4-FFF2-40B4-BE49-F238E27FC236}">
                  <a16:creationId xmlns:a16="http://schemas.microsoft.com/office/drawing/2014/main" id="{3C80D141-4037-9601-CE1F-C58535613C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4</a:t>
              </a:r>
            </a:p>
          </p:txBody>
        </p:sp>
        <p:sp>
          <p:nvSpPr>
            <p:cNvPr id="537623" name="Rectangle 23">
              <a:extLst>
                <a:ext uri="{FF2B5EF4-FFF2-40B4-BE49-F238E27FC236}">
                  <a16:creationId xmlns:a16="http://schemas.microsoft.com/office/drawing/2014/main" id="{3C7D0217-21BB-5EB5-396B-C286A82957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3</a:t>
              </a:r>
            </a:p>
          </p:txBody>
        </p:sp>
      </p:grpSp>
      <p:grpSp>
        <p:nvGrpSpPr>
          <p:cNvPr id="537624" name="Group 24">
            <a:extLst>
              <a:ext uri="{FF2B5EF4-FFF2-40B4-BE49-F238E27FC236}">
                <a16:creationId xmlns:a16="http://schemas.microsoft.com/office/drawing/2014/main" id="{ACBA2464-EDB0-24F1-9A40-68059AD21EA5}"/>
              </a:ext>
            </a:extLst>
          </p:cNvPr>
          <p:cNvGrpSpPr>
            <a:grpSpLocks/>
          </p:cNvGrpSpPr>
          <p:nvPr/>
        </p:nvGrpSpPr>
        <p:grpSpPr bwMode="auto">
          <a:xfrm>
            <a:off x="9009063" y="595313"/>
            <a:ext cx="360362" cy="719137"/>
            <a:chOff x="995" y="2643"/>
            <a:chExt cx="227" cy="453"/>
          </a:xfrm>
        </p:grpSpPr>
        <p:sp>
          <p:nvSpPr>
            <p:cNvPr id="537625" name="Rectangle 25">
              <a:extLst>
                <a:ext uri="{FF2B5EF4-FFF2-40B4-BE49-F238E27FC236}">
                  <a16:creationId xmlns:a16="http://schemas.microsoft.com/office/drawing/2014/main" id="{CE75508B-E449-C65C-2BF4-C816386629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643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22</a:t>
              </a:r>
            </a:p>
          </p:txBody>
        </p:sp>
        <p:sp>
          <p:nvSpPr>
            <p:cNvPr id="537626" name="Rectangle 26">
              <a:extLst>
                <a:ext uri="{FF2B5EF4-FFF2-40B4-BE49-F238E27FC236}">
                  <a16:creationId xmlns:a16="http://schemas.microsoft.com/office/drawing/2014/main" id="{C5383EA5-DA13-DBA0-B3B0-136EC60216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5" y="2869"/>
              <a:ext cx="227" cy="227"/>
            </a:xfrm>
            <a:prstGeom prst="rect">
              <a:avLst/>
            </a:prstGeom>
            <a:solidFill>
              <a:srgbClr val="CCFFCC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marL="85725" indent="-85725"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1pPr>
              <a:lvl2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2pPr>
              <a:lvl3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3pPr>
              <a:lvl4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4pPr>
              <a:lvl5pPr algn="l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5pPr>
              <a:lvl6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6pPr>
              <a:lvl7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7pPr>
              <a:lvl8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8pPr>
              <a:lvl9pPr fontAlgn="base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800">
                  <a:solidFill/>
                  <a:latin typeface="Tahoma" panose="020B0604030504040204" pitchFamily="34" charset="0"/>
                  <a:ea typeface="돋움체" panose="020B0609000101010101" pitchFamily="49" charset="-127"/>
                </a:rPr>
                <a:t>21</a:t>
              </a:r>
            </a:p>
          </p:txBody>
        </p:sp>
      </p:grpSp>
      <p:sp>
        <p:nvSpPr>
          <p:cNvPr id="537627" name="Line 27">
            <a:extLst>
              <a:ext uri="{FF2B5EF4-FFF2-40B4-BE49-F238E27FC236}">
                <a16:creationId xmlns:a16="http://schemas.microsoft.com/office/drawing/2014/main" id="{AE2EB6B0-997D-9FF1-072C-8B5B5FEC9CBC}"/>
              </a:ext>
            </a:extLst>
          </p:cNvPr>
          <p:cNvSpPr>
            <a:spLocks noChangeShapeType="1"/>
          </p:cNvSpPr>
          <p:nvPr/>
        </p:nvSpPr>
        <p:spPr bwMode="auto">
          <a:xfrm>
            <a:off x="7527925" y="1577975"/>
            <a:ext cx="18002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28" name="Line 28">
            <a:extLst>
              <a:ext uri="{FF2B5EF4-FFF2-40B4-BE49-F238E27FC236}">
                <a16:creationId xmlns:a16="http://schemas.microsoft.com/office/drawing/2014/main" id="{7C92B76D-375C-5FB2-E3B6-CE995C6D636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0724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7629" name="Line 29">
            <a:extLst>
              <a:ext uri="{FF2B5EF4-FFF2-40B4-BE49-F238E27FC236}">
                <a16:creationId xmlns:a16="http://schemas.microsoft.com/office/drawing/2014/main" id="{5F2259FC-FF5C-9C2D-9125-3CC6EC65CB0D}"/>
              </a:ext>
            </a:extLst>
          </p:cNvPr>
          <p:cNvSpPr>
            <a:spLocks noChangeShapeType="1"/>
          </p:cNvSpPr>
          <p:nvPr/>
        </p:nvSpPr>
        <p:spPr bwMode="auto">
          <a:xfrm>
            <a:off x="8936038" y="882650"/>
            <a:ext cx="4762" cy="433388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7630" name="Line 30">
            <a:extLst>
              <a:ext uri="{FF2B5EF4-FFF2-40B4-BE49-F238E27FC236}">
                <a16:creationId xmlns:a16="http://schemas.microsoft.com/office/drawing/2014/main" id="{9C2F4F4C-B542-C782-334A-526A805031C0}"/>
              </a:ext>
            </a:extLst>
          </p:cNvPr>
          <p:cNvSpPr>
            <a:spLocks noChangeShapeType="1"/>
          </p:cNvSpPr>
          <p:nvPr/>
        </p:nvSpPr>
        <p:spPr bwMode="auto">
          <a:xfrm rot="5400000" flipH="1">
            <a:off x="8502651" y="1101725"/>
            <a:ext cx="4762" cy="433387"/>
          </a:xfrm>
          <a:prstGeom prst="line">
            <a:avLst/>
          </a:prstGeom>
          <a:noFill/>
          <a:ln w="9525">
            <a:solidFill>
              <a:srgbClr val="FF66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ko-KR" altLang="en-US"/>
          </a:p>
        </p:txBody>
      </p:sp>
      <p:sp>
        <p:nvSpPr>
          <p:cNvPr id="537655" name="Text Box 55">
            <a:extLst>
              <a:ext uri="{FF2B5EF4-FFF2-40B4-BE49-F238E27FC236}">
                <a16:creationId xmlns:a16="http://schemas.microsoft.com/office/drawing/2014/main" id="{603BBE6E-013B-86F8-5838-1D1FADA27C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7888" y="666750"/>
            <a:ext cx="234950" cy="27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  <a:p>
            <a:pPr algn="r"/>
            <a:r>
              <a:rPr lang="en-US" altLang="ko-KR" sz="4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●</a:t>
            </a:r>
          </a:p>
        </p:txBody>
      </p:sp>
      <p:sp>
        <p:nvSpPr>
          <p:cNvPr id="537656" name="Line 56">
            <a:extLst>
              <a:ext uri="{FF2B5EF4-FFF2-40B4-BE49-F238E27FC236}">
                <a16:creationId xmlns:a16="http://schemas.microsoft.com/office/drawing/2014/main" id="{AD3D678C-6638-6453-56A6-8A347F44551C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5150" y="1268413"/>
            <a:ext cx="3455988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57" name="Text Box 57">
            <a:extLst>
              <a:ext uri="{FF2B5EF4-FFF2-40B4-BE49-F238E27FC236}">
                <a16:creationId xmlns:a16="http://schemas.microsoft.com/office/drawing/2014/main" id="{F763963A-9852-B7F2-86CC-4AF3EE4A2E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10080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Pallet Presence OFF</a:t>
            </a:r>
          </a:p>
        </p:txBody>
      </p:sp>
      <p:sp>
        <p:nvSpPr>
          <p:cNvPr id="537658" name="Text Box 58">
            <a:extLst>
              <a:ext uri="{FF2B5EF4-FFF2-40B4-BE49-F238E27FC236}">
                <a16:creationId xmlns:a16="http://schemas.microsoft.com/office/drawing/2014/main" id="{66B7ABFD-4078-4F44-2F1A-4E7AE09692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65631" y="1147763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M058.0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%MX928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7659" name="Line 59">
            <a:extLst>
              <a:ext uri="{FF2B5EF4-FFF2-40B4-BE49-F238E27FC236}">
                <a16:creationId xmlns:a16="http://schemas.microsoft.com/office/drawing/2014/main" id="{CEB16168-D927-C9D5-C996-4F3050CBA8F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5150" y="1695450"/>
            <a:ext cx="3455988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0" name="Text Box 60">
            <a:extLst>
              <a:ext uri="{FF2B5EF4-FFF2-40B4-BE49-F238E27FC236}">
                <a16:creationId xmlns:a16="http://schemas.microsoft.com/office/drawing/2014/main" id="{9271C806-B310-B244-D537-5336B8A00A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14351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</a:t>
            </a:r>
          </a:p>
        </p:txBody>
      </p:sp>
      <p:sp>
        <p:nvSpPr>
          <p:cNvPr id="537661" name="Text Box 61">
            <a:extLst>
              <a:ext uri="{FF2B5EF4-FFF2-40B4-BE49-F238E27FC236}">
                <a16:creationId xmlns:a16="http://schemas.microsoft.com/office/drawing/2014/main" id="{2687803C-DCCD-34A6-4579-5573EA49CC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600" y="1574800"/>
            <a:ext cx="123190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%MX945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7662" name="Line 62">
            <a:extLst>
              <a:ext uri="{FF2B5EF4-FFF2-40B4-BE49-F238E27FC236}">
                <a16:creationId xmlns:a16="http://schemas.microsoft.com/office/drawing/2014/main" id="{CADE0C47-617F-A1CF-9F01-404CBA1436FD}"/>
              </a:ext>
            </a:extLst>
          </p:cNvPr>
          <p:cNvSpPr>
            <a:spLocks noChangeShapeType="1"/>
          </p:cNvSpPr>
          <p:nvPr/>
        </p:nvSpPr>
        <p:spPr bwMode="auto">
          <a:xfrm>
            <a:off x="3090863" y="2573338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3" name="Text Box 63">
            <a:extLst>
              <a:ext uri="{FF2B5EF4-FFF2-40B4-BE49-F238E27FC236}">
                <a16:creationId xmlns:a16="http://schemas.microsoft.com/office/drawing/2014/main" id="{959D304D-BE4F-6350-4A46-D852175CD1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2328863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</a:t>
            </a:r>
          </a:p>
        </p:txBody>
      </p:sp>
      <p:sp>
        <p:nvSpPr>
          <p:cNvPr id="537664" name="Text Box 64">
            <a:extLst>
              <a:ext uri="{FF2B5EF4-FFF2-40B4-BE49-F238E27FC236}">
                <a16:creationId xmlns:a16="http://schemas.microsoft.com/office/drawing/2014/main" id="{CD102B53-2709-E64C-CEB2-438BAF8E35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13841" y="2451100"/>
            <a:ext cx="125984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M101.2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%MX1618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7665" name="AutoShape 65">
            <a:extLst>
              <a:ext uri="{FF2B5EF4-FFF2-40B4-BE49-F238E27FC236}">
                <a16:creationId xmlns:a16="http://schemas.microsoft.com/office/drawing/2014/main" id="{0365342D-8B57-859A-87FC-B789F6FCDF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78225" y="1917700"/>
            <a:ext cx="2373313" cy="328613"/>
          </a:xfrm>
          <a:prstGeom prst="flowChartAlternateProcess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 anchorCtr="1">
            <a:spAutoFit/>
          </a:bodyPr>
          <a:lstStyle/>
          <a:p>
            <a:r>
              <a:rPr lang="en-US" altLang="ko-KR" sz="1000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Location</a:t>
            </a:r>
          </a:p>
          <a:p>
            <a:r>
              <a:rPr sz="1000" b="0" dirty="0">
                <a:solidFill/>
                <a:latin typeface="Times New Roman"/>
              </a:rPr>
              <a:t> (D0213 → %DW339(%DB678))</a:t>
            </a:r>
          </a:p>
        </p:txBody>
      </p:sp>
      <p:sp>
        <p:nvSpPr>
          <p:cNvPr id="537666" name="Freeform 66">
            <a:extLst>
              <a:ext uri="{FF2B5EF4-FFF2-40B4-BE49-F238E27FC236}">
                <a16:creationId xmlns:a16="http://schemas.microsoft.com/office/drawing/2014/main" id="{DF0F5B5E-BFB2-B772-6453-CA82D0BE4149}"/>
              </a:ext>
            </a:extLst>
          </p:cNvPr>
          <p:cNvSpPr>
            <a:spLocks/>
          </p:cNvSpPr>
          <p:nvPr/>
        </p:nvSpPr>
        <p:spPr bwMode="auto">
          <a:xfrm>
            <a:off x="3098800" y="1911350"/>
            <a:ext cx="3455988" cy="369888"/>
          </a:xfrm>
          <a:custGeom>
            <a:avLst/>
            <a:gdLst>
              <a:gd name="T0" fmla="*/ 140 w 140"/>
              <a:gd name="T1" fmla="*/ 1 h 29"/>
              <a:gd name="T2" fmla="*/ 75 w 140"/>
              <a:gd name="T3" fmla="*/ 1 h 29"/>
              <a:gd name="T4" fmla="*/ 15 w 140"/>
              <a:gd name="T5" fmla="*/ 2 h 29"/>
              <a:gd name="T6" fmla="*/ 0 w 140"/>
              <a:gd name="T7" fmla="*/ 14 h 29"/>
              <a:gd name="T8" fmla="*/ 15 w 140"/>
              <a:gd name="T9" fmla="*/ 26 h 29"/>
              <a:gd name="T10" fmla="*/ 75 w 140"/>
              <a:gd name="T11" fmla="*/ 27 h 29"/>
              <a:gd name="T12" fmla="*/ 140 w 140"/>
              <a:gd name="T13" fmla="*/ 27 h 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40" h="29">
                <a:moveTo>
                  <a:pt x="140" y="1"/>
                </a:moveTo>
                <a:cubicBezTo>
                  <a:pt x="129" y="1"/>
                  <a:pt x="96" y="1"/>
                  <a:pt x="75" y="1"/>
                </a:cubicBezTo>
                <a:cubicBezTo>
                  <a:pt x="57" y="2"/>
                  <a:pt x="27" y="0"/>
                  <a:pt x="15" y="2"/>
                </a:cubicBezTo>
                <a:cubicBezTo>
                  <a:pt x="3" y="4"/>
                  <a:pt x="0" y="11"/>
                  <a:pt x="0" y="14"/>
                </a:cubicBezTo>
                <a:cubicBezTo>
                  <a:pt x="1" y="17"/>
                  <a:pt x="3" y="24"/>
                  <a:pt x="15" y="26"/>
                </a:cubicBezTo>
                <a:cubicBezTo>
                  <a:pt x="27" y="28"/>
                  <a:pt x="56" y="27"/>
                  <a:pt x="75" y="27"/>
                </a:cubicBezTo>
                <a:cubicBezTo>
                  <a:pt x="98" y="29"/>
                  <a:pt x="127" y="27"/>
                  <a:pt x="140" y="27"/>
                </a:cubicBezTo>
              </a:path>
            </a:pathLst>
          </a:custGeom>
          <a:noFill/>
          <a:ln w="9525">
            <a:solidFill>
              <a:srgbClr val="00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7" name="Line 67">
            <a:extLst>
              <a:ext uri="{FF2B5EF4-FFF2-40B4-BE49-F238E27FC236}">
                <a16:creationId xmlns:a16="http://schemas.microsoft.com/office/drawing/2014/main" id="{0252F0FE-DE01-5464-DAFB-7103FFDD7F6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4102100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68" name="Text Box 68">
            <a:extLst>
              <a:ext uri="{FF2B5EF4-FFF2-40B4-BE49-F238E27FC236}">
                <a16:creationId xmlns:a16="http://schemas.microsoft.com/office/drawing/2014/main" id="{DFD2ACCF-5B5B-7E26-B3F4-778DB4A3A5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42235" y="3981450"/>
            <a:ext cx="1369266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M059.1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%MX945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7669" name="Text Box 69">
            <a:extLst>
              <a:ext uri="{FF2B5EF4-FFF2-40B4-BE49-F238E27FC236}">
                <a16:creationId xmlns:a16="http://schemas.microsoft.com/office/drawing/2014/main" id="{3187F666-ECB3-EE8F-CE00-6D687B0943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387667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</a:t>
            </a:r>
          </a:p>
        </p:txBody>
      </p:sp>
      <p:sp>
        <p:nvSpPr>
          <p:cNvPr id="537670" name="Line 70">
            <a:extLst>
              <a:ext uri="{FF2B5EF4-FFF2-40B4-BE49-F238E27FC236}">
                <a16:creationId xmlns:a16="http://schemas.microsoft.com/office/drawing/2014/main" id="{9A30DC9C-9DC5-349A-2E63-F84975BCCD3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4418013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71" name="Text Box 71">
            <a:extLst>
              <a:ext uri="{FF2B5EF4-FFF2-40B4-BE49-F238E27FC236}">
                <a16:creationId xmlns:a16="http://schemas.microsoft.com/office/drawing/2014/main" id="{AD9E286F-BE81-0611-A753-124F4BB8C2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421005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Unload Complete Ack</a:t>
            </a:r>
          </a:p>
        </p:txBody>
      </p:sp>
      <p:sp>
        <p:nvSpPr>
          <p:cNvPr id="537672" name="Line 72">
            <a:extLst>
              <a:ext uri="{FF2B5EF4-FFF2-40B4-BE49-F238E27FC236}">
                <a16:creationId xmlns:a16="http://schemas.microsoft.com/office/drawing/2014/main" id="{12336C74-8095-8B49-4190-5EFAB69968B5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5150" y="4938713"/>
            <a:ext cx="3452813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73" name="Text Box 73">
            <a:extLst>
              <a:ext uri="{FF2B5EF4-FFF2-40B4-BE49-F238E27FC236}">
                <a16:creationId xmlns:a16="http://schemas.microsoft.com/office/drawing/2014/main" id="{23285350-6C27-95D7-75A2-A96AE4EF8C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469582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sz="1000" b="0" dirty="0">
                <a:solidFill/>
                <a:latin typeface="Times New Roman"/>
              </a:rPr>
              <a:t>IDLE = 2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IDLE = 1</a:t>
            </a:r>
          </a:p>
        </p:txBody>
      </p:sp>
      <p:sp>
        <p:nvSpPr>
          <p:cNvPr id="537674" name="Text Box 74">
            <a:extLst>
              <a:ext uri="{FF2B5EF4-FFF2-40B4-BE49-F238E27FC236}">
                <a16:creationId xmlns:a16="http://schemas.microsoft.com/office/drawing/2014/main" id="{07556876-E67F-F165-2067-AA11681CAB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7891" y="4743450"/>
            <a:ext cx="1303609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strike="sngStrike">
                <a:solidFill/>
                <a:latin typeface="Times New Roman"/>
              </a:rPr>
              <a:t>D0210 → %DW336(%DB672) </a:t>
            </a:r>
          </a:p>
        </p:txBody>
      </p:sp>
      <p:sp>
        <p:nvSpPr>
          <p:cNvPr id="537675" name="Text Box 75">
            <a:extLst>
              <a:ext uri="{FF2B5EF4-FFF2-40B4-BE49-F238E27FC236}">
                <a16:creationId xmlns:a16="http://schemas.microsoft.com/office/drawing/2014/main" id="{A819D713-8CF0-A1E4-F2FD-B7A83CF3BD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4306888"/>
            <a:ext cx="1369267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>
                <a:solidFill/>
                <a:latin typeface="Times New Roman"/>
              </a:rPr>
              <a:t>M101.2 </a:t>
            </a:r>
            <a:r>
              <a:rPr sz="1000" b="1">
                <a:solidFill>
                  <a:srgbClr val="FF0000"/>
                </a:solidFill>
                <a:latin typeface="Times New Roman"/>
              </a:rPr>
              <a:t>%MX1618</a:t>
            </a:r>
            <a:r>
              <a:rPr sz="1000" b="0">
                <a:solidFill/>
                <a:latin typeface="Times New Roman"/>
              </a:rPr>
              <a:t> OFF</a:t>
            </a:r>
          </a:p>
        </p:txBody>
      </p:sp>
      <p:sp>
        <p:nvSpPr>
          <p:cNvPr id="537676" name="Text Box 76">
            <a:extLst>
              <a:ext uri="{FF2B5EF4-FFF2-40B4-BE49-F238E27FC236}">
                <a16:creationId xmlns:a16="http://schemas.microsoft.com/office/drawing/2014/main" id="{13E31B57-34CC-20EF-1FDA-E12208CF39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9600" y="5132388"/>
            <a:ext cx="7129463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* S/C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의 경우는 경로 및 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Location 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정보가 열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/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연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/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단 사용하는 것이 </a:t>
            </a:r>
            <a:r>
              <a:rPr lang="en-US" altLang="ko-KR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RGV</a:t>
            </a:r>
            <a:r>
              <a:rPr lang="ko-KR" altLang="en-US" sz="1400">
                <a:solidFill>
                  <a:schemeClr val="accent2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와 다름</a:t>
            </a:r>
          </a:p>
        </p:txBody>
      </p:sp>
      <p:sp>
        <p:nvSpPr>
          <p:cNvPr id="537677" name="Line 77">
            <a:extLst>
              <a:ext uri="{FF2B5EF4-FFF2-40B4-BE49-F238E27FC236}">
                <a16:creationId xmlns:a16="http://schemas.microsoft.com/office/drawing/2014/main" id="{D3E1CDF2-11D3-02AB-EF29-F30B542AABB0}"/>
              </a:ext>
            </a:extLst>
          </p:cNvPr>
          <p:cNvSpPr>
            <a:spLocks noChangeShapeType="1"/>
          </p:cNvSpPr>
          <p:nvPr/>
        </p:nvSpPr>
        <p:spPr bwMode="auto">
          <a:xfrm>
            <a:off x="3113088" y="2814638"/>
            <a:ext cx="3455987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78" name="Text Box 78">
            <a:extLst>
              <a:ext uri="{FF2B5EF4-FFF2-40B4-BE49-F238E27FC236}">
                <a16:creationId xmlns:a16="http://schemas.microsoft.com/office/drawing/2014/main" id="{4F09EF07-0223-185A-DBD0-3EEAE08755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2692400"/>
            <a:ext cx="129783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%MX948</a:t>
            </a:r>
            <a:r>
              <a:rPr sz="1000" b="0" dirty="0">
                <a:solidFill/>
                <a:latin typeface="Times New Roman"/>
              </a:rPr>
              <a:t> ON</a:t>
            </a:r>
          </a:p>
        </p:txBody>
      </p:sp>
      <p:sp>
        <p:nvSpPr>
          <p:cNvPr id="537679" name="Line 79">
            <a:extLst>
              <a:ext uri="{FF2B5EF4-FFF2-40B4-BE49-F238E27FC236}">
                <a16:creationId xmlns:a16="http://schemas.microsoft.com/office/drawing/2014/main" id="{3F953530-1945-DE37-E0D5-94C591FE0D0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3563" y="3103563"/>
            <a:ext cx="3455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80" name="Text Box 80">
            <a:extLst>
              <a:ext uri="{FF2B5EF4-FFF2-40B4-BE49-F238E27FC236}">
                <a16:creationId xmlns:a16="http://schemas.microsoft.com/office/drawing/2014/main" id="{72B67870-1627-A67E-1A3B-2CE8714734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3663" y="28590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Ack</a:t>
            </a:r>
          </a:p>
        </p:txBody>
      </p:sp>
      <p:sp>
        <p:nvSpPr>
          <p:cNvPr id="537681" name="Text Box 81">
            <a:extLst>
              <a:ext uri="{FF2B5EF4-FFF2-40B4-BE49-F238E27FC236}">
                <a16:creationId xmlns:a16="http://schemas.microsoft.com/office/drawing/2014/main" id="{4ED49A55-097C-5BB9-178D-C5745AFED6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43688" y="2981325"/>
            <a:ext cx="793750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l"/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M101.5 ON</a:t>
            </a:r>
          </a:p>
        </p:txBody>
      </p:sp>
      <p:sp>
        <p:nvSpPr>
          <p:cNvPr id="537682" name="Text Box 82">
            <a:extLst>
              <a:ext uri="{FF2B5EF4-FFF2-40B4-BE49-F238E27FC236}">
                <a16:creationId xmlns:a16="http://schemas.microsoft.com/office/drawing/2014/main" id="{515BEFD5-006A-8765-EEFA-70B02DB65E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0488" y="2592388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</a:t>
            </a:r>
          </a:p>
        </p:txBody>
      </p:sp>
      <p:sp>
        <p:nvSpPr>
          <p:cNvPr id="537683" name="Line 83">
            <a:extLst>
              <a:ext uri="{FF2B5EF4-FFF2-40B4-BE49-F238E27FC236}">
                <a16:creationId xmlns:a16="http://schemas.microsoft.com/office/drawing/2014/main" id="{932E54DE-64CC-F3E1-DD22-55E5F23A7E0F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3425825"/>
            <a:ext cx="3452812" cy="158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84" name="Text Box 84">
            <a:extLst>
              <a:ext uri="{FF2B5EF4-FFF2-40B4-BE49-F238E27FC236}">
                <a16:creationId xmlns:a16="http://schemas.microsoft.com/office/drawing/2014/main" id="{951EEC6C-0E17-F32B-573E-D8E4B4E80B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3305175"/>
            <a:ext cx="137561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sz="1000" b="0" dirty="0">
                <a:solidFill/>
                <a:latin typeface="Times New Roman"/>
              </a:rPr>
              <a:t>M059.4 </a:t>
            </a:r>
            <a:r>
              <a:rPr sz="1000" b="1" dirty="0">
                <a:solidFill>
                  <a:srgbClr val="FF0000"/>
                </a:solidFill>
                <a:latin typeface="Times New Roman"/>
              </a:rPr>
              <a:t>%MX948</a:t>
            </a:r>
            <a:r>
              <a:rPr sz="1000" b="0" dirty="0">
                <a:solidFill/>
                <a:latin typeface="Times New Roman"/>
              </a:rPr>
              <a:t> OFF</a:t>
            </a:r>
          </a:p>
        </p:txBody>
      </p:sp>
      <p:sp>
        <p:nvSpPr>
          <p:cNvPr id="537685" name="Text Box 85">
            <a:extLst>
              <a:ext uri="{FF2B5EF4-FFF2-40B4-BE49-F238E27FC236}">
                <a16:creationId xmlns:a16="http://schemas.microsoft.com/office/drawing/2014/main" id="{EF1EB3EE-71A5-D60B-F59E-E9C1EBECC7B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3200400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</a:t>
            </a:r>
          </a:p>
        </p:txBody>
      </p:sp>
      <p:sp>
        <p:nvSpPr>
          <p:cNvPr id="537686" name="Line 86">
            <a:extLst>
              <a:ext uri="{FF2B5EF4-FFF2-40B4-BE49-F238E27FC236}">
                <a16:creationId xmlns:a16="http://schemas.microsoft.com/office/drawing/2014/main" id="{FBF1597C-05F9-DEC9-BE71-71A661A14EE8}"/>
              </a:ext>
            </a:extLst>
          </p:cNvPr>
          <p:cNvSpPr>
            <a:spLocks noChangeShapeType="1"/>
          </p:cNvSpPr>
          <p:nvPr/>
        </p:nvSpPr>
        <p:spPr bwMode="auto">
          <a:xfrm>
            <a:off x="3100388" y="3741738"/>
            <a:ext cx="3452812" cy="158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537687" name="Text Box 87">
            <a:extLst>
              <a:ext uri="{FF2B5EF4-FFF2-40B4-BE49-F238E27FC236}">
                <a16:creationId xmlns:a16="http://schemas.microsoft.com/office/drawing/2014/main" id="{F40E24FC-4723-18F4-2B3D-DC5F32BE0D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0963" y="3533775"/>
            <a:ext cx="1709737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ko-KR" sz="1000" b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Transfer Complete Ack</a:t>
            </a:r>
          </a:p>
        </p:txBody>
      </p:sp>
      <p:sp>
        <p:nvSpPr>
          <p:cNvPr id="537688" name="Text Box 88">
            <a:extLst>
              <a:ext uri="{FF2B5EF4-FFF2-40B4-BE49-F238E27FC236}">
                <a16:creationId xmlns:a16="http://schemas.microsoft.com/office/drawing/2014/main" id="{B90A1D28-5E51-350C-1855-7090A1092A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5883" y="3630613"/>
            <a:ext cx="1369267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lang="en-US" altLang="ko-KR" sz="1000" b="0" dirty="0">
                <a:solidFill>
                  <a:schemeClr val="tx1"/>
                </a:solidFill>
                <a:latin typeface="Times New Roman" panose="02020603050405020304" pitchFamily="18" charset="0"/>
                <a:ea typeface="굴림체" panose="020B0609000101010101" pitchFamily="49" charset="-127"/>
              </a:rPr>
              <a:t>M101.5 OFF</a:t>
            </a:r>
          </a:p>
        </p:txBody>
      </p:sp>
      <p:sp>
        <p:nvSpPr>
          <p:cNvPr id="537689" name="TextBox 537688"/>
          <p:cNvSpPr txBox="1"/>
          <p:nvPr/>
        </p:nvSpPr>
        <p:spPr>
          <a:xfrm>
            <a:off x="228600" y="6355080"/>
            <a:ext cx="95721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V1.</a:t>
            </a:r>
            <a:r>
              <a:rPr lang="en-US" sz="900" b="1" dirty="0">
                <a:solidFill>
                  <a:srgbClr val="FF0000"/>
                </a:solidFill>
              </a:rPr>
              <a:t>0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구현확인</a:t>
            </a:r>
            <a:r>
              <a:rPr sz="900" b="1" dirty="0">
                <a:solidFill>
                  <a:srgbClr val="FF0000"/>
                </a:solidFill>
              </a:rPr>
              <a:t>: Transfer Complete </a:t>
            </a:r>
            <a:r>
              <a:rPr sz="900" b="1" dirty="0" err="1">
                <a:solidFill>
                  <a:srgbClr val="FF0000"/>
                </a:solidFill>
              </a:rPr>
              <a:t>Ack는</a:t>
            </a:r>
            <a:r>
              <a:rPr sz="900" b="1" dirty="0">
                <a:solidFill>
                  <a:srgbClr val="FF0000"/>
                </a:solidFill>
              </a:rPr>
              <a:t> DB(TB_OBSERVABLE)에 </a:t>
            </a:r>
            <a:r>
              <a:rPr sz="900" b="1" dirty="0" err="1">
                <a:solidFill>
                  <a:srgbClr val="FF0000"/>
                </a:solidFill>
              </a:rPr>
              <a:t>대응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관측값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없음</a:t>
            </a:r>
            <a:r>
              <a:rPr sz="900" b="1" dirty="0">
                <a:solidFill>
                  <a:srgbClr val="FF0000"/>
                </a:solidFill>
              </a:rPr>
              <a:t>(RGV Ack </a:t>
            </a:r>
            <a:r>
              <a:rPr sz="900" b="1" dirty="0" err="1">
                <a:solidFill>
                  <a:srgbClr val="FF0000"/>
                </a:solidFill>
              </a:rPr>
              <a:t>블록</a:t>
            </a:r>
            <a:r>
              <a:rPr sz="900" b="1" dirty="0">
                <a:solidFill>
                  <a:srgbClr val="FF0000"/>
                </a:solidFill>
              </a:rPr>
              <a:t> B0650~B0654) — PLC </a:t>
            </a:r>
            <a:r>
              <a:rPr sz="900" b="1" dirty="0" err="1">
                <a:solidFill>
                  <a:srgbClr val="FF0000"/>
                </a:solidFill>
              </a:rPr>
              <a:t>래더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확인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필요</a:t>
            </a:r>
            <a:r>
              <a:rPr sz="900" b="1" dirty="0">
                <a:solidFill>
                  <a:srgbClr val="FF0000"/>
                </a:solidFill>
              </a:rPr>
              <a:t>. 그 외 S/C·RGV </a:t>
            </a:r>
            <a:r>
              <a:rPr sz="900" b="1" dirty="0" err="1">
                <a:solidFill>
                  <a:srgbClr val="FF0000"/>
                </a:solidFill>
              </a:rPr>
              <a:t>반송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핸드셰이크는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구현</a:t>
            </a:r>
            <a:r>
              <a:rPr sz="900" b="1" dirty="0">
                <a:solidFill>
                  <a:srgbClr val="FF0000"/>
                </a:solidFill>
              </a:rPr>
              <a:t> </a:t>
            </a:r>
            <a:r>
              <a:rPr sz="900" b="1" dirty="0" err="1">
                <a:solidFill>
                  <a:srgbClr val="FF0000"/>
                </a:solidFill>
              </a:rPr>
              <a:t>완료</a:t>
            </a:r>
            <a:r>
              <a:rPr sz="900" b="1" dirty="0">
                <a:solidFill>
                  <a:srgbClr val="FF0000"/>
                </a:solidFill>
              </a:rPr>
              <a:t>(</a:t>
            </a:r>
            <a:r>
              <a:rPr sz="900" b="1" dirty="0" err="1">
                <a:solidFill>
                  <a:srgbClr val="FF0000"/>
                </a:solidFill>
              </a:rPr>
              <a:t>Vehicle.cs</a:t>
            </a:r>
            <a:r>
              <a:rPr sz="900" b="1" dirty="0">
                <a:solidFill>
                  <a:srgbClr val="FF0000"/>
                </a:solidFill>
              </a:rPr>
              <a:t>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122" name="Text Box 2">
            <a:extLst>
              <a:ext uri="{FF2B5EF4-FFF2-40B4-BE49-F238E27FC236}">
                <a16:creationId xmlns:a16="http://schemas.microsoft.com/office/drawing/2014/main" id="{6A233BC1-56F1-96C2-8B59-7AE467819C5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373697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Master PLC Memory Map (Bit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영역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C/V)</a:t>
            </a:r>
          </a:p>
        </p:txBody>
      </p:sp>
      <p:sp>
        <p:nvSpPr>
          <p:cNvPr id="517123" name="Rectangle 3">
            <a:extLst>
              <a:ext uri="{FF2B5EF4-FFF2-40B4-BE49-F238E27FC236}">
                <a16:creationId xmlns:a16="http://schemas.microsoft.com/office/drawing/2014/main" id="{9B0031F4-122D-3ADF-2E1C-77494744D7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aphicFrame>
        <p:nvGraphicFramePr>
          <p:cNvPr id="517524" name="Group 404">
            <a:extLst>
              <a:ext uri="{FF2B5EF4-FFF2-40B4-BE49-F238E27FC236}">
                <a16:creationId xmlns:a16="http://schemas.microsoft.com/office/drawing/2014/main" id="{259DD046-D445-9534-5FC5-57145F2F36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0325785"/>
              </p:ext>
            </p:extLst>
          </p:nvPr>
        </p:nvGraphicFramePr>
        <p:xfrm>
          <a:off x="511175" y="595313"/>
          <a:ext cx="8858250" cy="6438844"/>
        </p:xfrm>
        <a:graphic>
          <a:graphicData uri="http://schemas.openxmlformats.org/drawingml/2006/table">
            <a:tbl>
              <a:tblPr/>
              <a:tblGrid>
                <a:gridCol w="495300">
                  <a:extLst>
                    <a:ext uri="{9D8B030D-6E8A-4147-A177-3AD203B41FA5}">
                      <a16:colId xmlns:a16="http://schemas.microsoft.com/office/drawing/2014/main" val="109611798"/>
                    </a:ext>
                  </a:extLst>
                </a:gridCol>
                <a:gridCol w="523875">
                  <a:extLst>
                    <a:ext uri="{9D8B030D-6E8A-4147-A177-3AD203B41FA5}">
                      <a16:colId xmlns:a16="http://schemas.microsoft.com/office/drawing/2014/main" val="1670374729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2782037476"/>
                    </a:ext>
                  </a:extLst>
                </a:gridCol>
                <a:gridCol w="554037">
                  <a:extLst>
                    <a:ext uri="{9D8B030D-6E8A-4147-A177-3AD203B41FA5}">
                      <a16:colId xmlns:a16="http://schemas.microsoft.com/office/drawing/2014/main" val="1673547425"/>
                    </a:ext>
                  </a:extLst>
                </a:gridCol>
                <a:gridCol w="490538">
                  <a:extLst>
                    <a:ext uri="{9D8B030D-6E8A-4147-A177-3AD203B41FA5}">
                      <a16:colId xmlns:a16="http://schemas.microsoft.com/office/drawing/2014/main" val="3789497475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1460711679"/>
                    </a:ext>
                  </a:extLst>
                </a:gridCol>
                <a:gridCol w="501650">
                  <a:extLst>
                    <a:ext uri="{9D8B030D-6E8A-4147-A177-3AD203B41FA5}">
                      <a16:colId xmlns:a16="http://schemas.microsoft.com/office/drawing/2014/main" val="1982186173"/>
                    </a:ext>
                  </a:extLst>
                </a:gridCol>
                <a:gridCol w="544513">
                  <a:extLst>
                    <a:ext uri="{9D8B030D-6E8A-4147-A177-3AD203B41FA5}">
                      <a16:colId xmlns:a16="http://schemas.microsoft.com/office/drawing/2014/main" val="801155486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2939000051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2404828483"/>
                    </a:ext>
                  </a:extLst>
                </a:gridCol>
                <a:gridCol w="523875">
                  <a:extLst>
                    <a:ext uri="{9D8B030D-6E8A-4147-A177-3AD203B41FA5}">
                      <a16:colId xmlns:a16="http://schemas.microsoft.com/office/drawing/2014/main" val="1348047722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3470458978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1184654299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1854876470"/>
                    </a:ext>
                  </a:extLst>
                </a:gridCol>
                <a:gridCol w="523875">
                  <a:extLst>
                    <a:ext uri="{9D8B030D-6E8A-4147-A177-3AD203B41FA5}">
                      <a16:colId xmlns:a16="http://schemas.microsoft.com/office/drawing/2014/main" val="3295475521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3236386196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1070698838"/>
                    </a:ext>
                  </a:extLst>
                </a:gridCol>
              </a:tblGrid>
              <a:tr h="173038">
                <a:tc row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Block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Name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>
                          <a:solidFill/>
                          <a:latin typeface="Times New Roman"/>
                        </a:rPr>
                        <a:t>C/V ##2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>
                          <a:solidFill>
                            <a:srgbClr val="FF0000"/>
                          </a:solidFill>
                          <a:latin typeface="Times New Roman"/>
                        </a:rPr>
                        <a:t>C/V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 3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 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 5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 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 7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 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6801736"/>
                  </a:ext>
                </a:extLst>
              </a:tr>
              <a:tr h="16351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170759"/>
                  </a:ext>
                </a:extLst>
              </a:tr>
              <a:tr h="1778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Address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M016.0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%MX256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M017.0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%MX272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M018.0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%MX288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M019.0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%MX304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M020.0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%MX320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M021.0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%MX336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M022.0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%MX352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M023.0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%MX368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M024.0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%MX384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M025.0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%MX400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M026.0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%MX416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M027.0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%MX432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M028.0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%MX448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M029.0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%MX464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M030.0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%MX480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M031.0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%MX496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7328028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+0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#3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#5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#7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#9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#13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#15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0397864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+1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834829"/>
                  </a:ext>
                </a:extLst>
              </a:tr>
              <a:tr h="3206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+2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0736324"/>
                  </a:ext>
                </a:extLst>
              </a:tr>
              <a:tr h="31273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+3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2937395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+4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634674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+5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5151297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+6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1345362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+7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2462412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+8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9624198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+9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1600566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+A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4260287"/>
                  </a:ext>
                </a:extLst>
              </a:tr>
              <a:tr h="31273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+B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0335997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+C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3575625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+D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012260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9762752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+F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4160197"/>
                  </a:ext>
                </a:extLst>
              </a:tr>
            </a:tbl>
          </a:graphicData>
        </a:graphic>
      </p:graphicFrame>
      <p:sp>
        <p:nvSpPr>
          <p:cNvPr id="517525" name="TextBox 517524"/>
          <p:cNvSpPr txBox="1"/>
          <p:nvPr/>
        </p:nvSpPr>
        <p:spPr>
          <a:xfrm>
            <a:off x="228600" y="635508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>
                <a:solidFill>
                  <a:srgbClr val="FF0000"/>
                </a:solidFill>
              </a:rPr>
              <a:t>※ 본 문서의 B/W/R 주소는 ezMCS 논리 표기임 — 실제 XGT 통신은 B→%M(비트), W→%D(워드), R→%R(트래킹) 디바이스로 전송됨 (비트=%MX, 워드=%DB, 트래킹=%RB, R 트래킹=10진 워드주소, ×2=바이트주소). 부록 매핑표 참조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146" name="Text Box 2">
            <a:extLst>
              <a:ext uri="{FF2B5EF4-FFF2-40B4-BE49-F238E27FC236}">
                <a16:creationId xmlns:a16="http://schemas.microsoft.com/office/drawing/2014/main" id="{0E8093C5-C452-CA2B-ECE7-AB608CFAC2A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373697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Master PLC Memory Map (Bit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영역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C/V)</a:t>
            </a:r>
          </a:p>
        </p:txBody>
      </p:sp>
      <p:sp>
        <p:nvSpPr>
          <p:cNvPr id="518147" name="Rectangle 3">
            <a:extLst>
              <a:ext uri="{FF2B5EF4-FFF2-40B4-BE49-F238E27FC236}">
                <a16:creationId xmlns:a16="http://schemas.microsoft.com/office/drawing/2014/main" id="{D1991582-7316-6D3E-287F-860275B0A7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aphicFrame>
        <p:nvGraphicFramePr>
          <p:cNvPr id="518511" name="Group 367">
            <a:extLst>
              <a:ext uri="{FF2B5EF4-FFF2-40B4-BE49-F238E27FC236}">
                <a16:creationId xmlns:a16="http://schemas.microsoft.com/office/drawing/2014/main" id="{C010E688-AEF6-9A93-2CFE-0F773CB86E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3844163"/>
              </p:ext>
            </p:extLst>
          </p:nvPr>
        </p:nvGraphicFramePr>
        <p:xfrm>
          <a:off x="504031" y="473974"/>
          <a:ext cx="8858250" cy="6270047"/>
        </p:xfrm>
        <a:graphic>
          <a:graphicData uri="http://schemas.openxmlformats.org/drawingml/2006/table">
            <a:tbl>
              <a:tblPr/>
              <a:tblGrid>
                <a:gridCol w="495300">
                  <a:extLst>
                    <a:ext uri="{9D8B030D-6E8A-4147-A177-3AD203B41FA5}">
                      <a16:colId xmlns:a16="http://schemas.microsoft.com/office/drawing/2014/main" val="1814771210"/>
                    </a:ext>
                  </a:extLst>
                </a:gridCol>
                <a:gridCol w="523875">
                  <a:extLst>
                    <a:ext uri="{9D8B030D-6E8A-4147-A177-3AD203B41FA5}">
                      <a16:colId xmlns:a16="http://schemas.microsoft.com/office/drawing/2014/main" val="400817648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758574000"/>
                    </a:ext>
                  </a:extLst>
                </a:gridCol>
                <a:gridCol w="554037">
                  <a:extLst>
                    <a:ext uri="{9D8B030D-6E8A-4147-A177-3AD203B41FA5}">
                      <a16:colId xmlns:a16="http://schemas.microsoft.com/office/drawing/2014/main" val="1942444801"/>
                    </a:ext>
                  </a:extLst>
                </a:gridCol>
                <a:gridCol w="490538">
                  <a:extLst>
                    <a:ext uri="{9D8B030D-6E8A-4147-A177-3AD203B41FA5}">
                      <a16:colId xmlns:a16="http://schemas.microsoft.com/office/drawing/2014/main" val="2764497279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508934723"/>
                    </a:ext>
                  </a:extLst>
                </a:gridCol>
                <a:gridCol w="501650">
                  <a:extLst>
                    <a:ext uri="{9D8B030D-6E8A-4147-A177-3AD203B41FA5}">
                      <a16:colId xmlns:a16="http://schemas.microsoft.com/office/drawing/2014/main" val="952422581"/>
                    </a:ext>
                  </a:extLst>
                </a:gridCol>
                <a:gridCol w="544513">
                  <a:extLst>
                    <a:ext uri="{9D8B030D-6E8A-4147-A177-3AD203B41FA5}">
                      <a16:colId xmlns:a16="http://schemas.microsoft.com/office/drawing/2014/main" val="2689025342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1866841536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659987944"/>
                    </a:ext>
                  </a:extLst>
                </a:gridCol>
                <a:gridCol w="523875">
                  <a:extLst>
                    <a:ext uri="{9D8B030D-6E8A-4147-A177-3AD203B41FA5}">
                      <a16:colId xmlns:a16="http://schemas.microsoft.com/office/drawing/2014/main" val="2551606573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1671358227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494236695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998465040"/>
                    </a:ext>
                  </a:extLst>
                </a:gridCol>
                <a:gridCol w="523875">
                  <a:extLst>
                    <a:ext uri="{9D8B030D-6E8A-4147-A177-3AD203B41FA5}">
                      <a16:colId xmlns:a16="http://schemas.microsoft.com/office/drawing/2014/main" val="1874962840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3565965488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1350609547"/>
                    </a:ext>
                  </a:extLst>
                </a:gridCol>
              </a:tblGrid>
              <a:tr h="208229">
                <a:tc row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Block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Name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#9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C/V#10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 11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 12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 13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 14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 15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6014476"/>
                  </a:ext>
                </a:extLst>
              </a:tr>
              <a:tr h="34958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8185966"/>
                  </a:ext>
                </a:extLst>
              </a:tr>
              <a:tr h="349584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Address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M032.0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%MX512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M033.0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%MX528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M034.0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%MX544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M035.0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%MX560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M036.0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%MX576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M037.0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%MX592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M038.0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%MX608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M039.0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%MX624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M040.0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%MX640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M041.0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%MX656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M042.0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%MX672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M043.0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%MX688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M044.0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%MX704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M045.0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%MX720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M046.0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M047.0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633103"/>
                  </a:ext>
                </a:extLst>
              </a:tr>
              <a:tr h="300624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+0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#17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#19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#23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#25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#27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#31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2306067"/>
                  </a:ext>
                </a:extLst>
              </a:tr>
              <a:tr h="39081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+1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#32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9691270"/>
                  </a:ext>
                </a:extLst>
              </a:tr>
              <a:tr h="39081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+2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#29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#30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3489279"/>
                  </a:ext>
                </a:extLst>
              </a:tr>
              <a:tr h="39081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+3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4142943"/>
                  </a:ext>
                </a:extLst>
              </a:tr>
              <a:tr h="39081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+4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1734257"/>
                  </a:ext>
                </a:extLst>
              </a:tr>
              <a:tr h="300624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+5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WI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258091"/>
                  </a:ext>
                </a:extLst>
              </a:tr>
              <a:tr h="300624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+6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736328"/>
                  </a:ext>
                </a:extLst>
              </a:tr>
              <a:tr h="300624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+7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InReady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142884"/>
                  </a:ext>
                </a:extLst>
              </a:tr>
              <a:tr h="300624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+8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50677047"/>
                  </a:ext>
                </a:extLst>
              </a:tr>
              <a:tr h="39081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+9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 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Request #2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 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8131513"/>
                  </a:ext>
                </a:extLst>
              </a:tr>
              <a:tr h="300624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+A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1028139"/>
                  </a:ext>
                </a:extLst>
              </a:tr>
              <a:tr h="302159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+B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4076486"/>
                  </a:ext>
                </a:extLst>
              </a:tr>
              <a:tr h="300624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+C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8105261"/>
                  </a:ext>
                </a:extLst>
              </a:tr>
              <a:tr h="300624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+D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93573366"/>
                  </a:ext>
                </a:extLst>
              </a:tr>
              <a:tr h="300624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02759582"/>
                  </a:ext>
                </a:extLst>
              </a:tr>
              <a:tr h="300624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+F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835553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170" name="Text Box 2">
            <a:extLst>
              <a:ext uri="{FF2B5EF4-FFF2-40B4-BE49-F238E27FC236}">
                <a16:creationId xmlns:a16="http://schemas.microsoft.com/office/drawing/2014/main" id="{F2E156A1-54BC-7E64-E068-102E0D8ED3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4351338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Master PLC Memory Map (Bit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영역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S/C, RGV )</a:t>
            </a:r>
          </a:p>
        </p:txBody>
      </p:sp>
      <p:sp>
        <p:nvSpPr>
          <p:cNvPr id="519171" name="Rectangle 3">
            <a:extLst>
              <a:ext uri="{FF2B5EF4-FFF2-40B4-BE49-F238E27FC236}">
                <a16:creationId xmlns:a16="http://schemas.microsoft.com/office/drawing/2014/main" id="{0A44DBB6-6753-1F13-3D11-DD59ED7471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aphicFrame>
        <p:nvGraphicFramePr>
          <p:cNvPr id="519531" name="Group 363">
            <a:extLst>
              <a:ext uri="{FF2B5EF4-FFF2-40B4-BE49-F238E27FC236}">
                <a16:creationId xmlns:a16="http://schemas.microsoft.com/office/drawing/2014/main" id="{9D2732AD-3102-EA17-F70F-F1683A1AED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7409465"/>
              </p:ext>
            </p:extLst>
          </p:nvPr>
        </p:nvGraphicFramePr>
        <p:xfrm>
          <a:off x="511175" y="595313"/>
          <a:ext cx="8858250" cy="6105848"/>
        </p:xfrm>
        <a:graphic>
          <a:graphicData uri="http://schemas.openxmlformats.org/drawingml/2006/table">
            <a:tbl>
              <a:tblPr/>
              <a:tblGrid>
                <a:gridCol w="495300">
                  <a:extLst>
                    <a:ext uri="{9D8B030D-6E8A-4147-A177-3AD203B41FA5}">
                      <a16:colId xmlns:a16="http://schemas.microsoft.com/office/drawing/2014/main" val="2127848136"/>
                    </a:ext>
                  </a:extLst>
                </a:gridCol>
                <a:gridCol w="523875">
                  <a:extLst>
                    <a:ext uri="{9D8B030D-6E8A-4147-A177-3AD203B41FA5}">
                      <a16:colId xmlns:a16="http://schemas.microsoft.com/office/drawing/2014/main" val="627766919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3485642809"/>
                    </a:ext>
                  </a:extLst>
                </a:gridCol>
                <a:gridCol w="554037">
                  <a:extLst>
                    <a:ext uri="{9D8B030D-6E8A-4147-A177-3AD203B41FA5}">
                      <a16:colId xmlns:a16="http://schemas.microsoft.com/office/drawing/2014/main" val="580188981"/>
                    </a:ext>
                  </a:extLst>
                </a:gridCol>
                <a:gridCol w="490538">
                  <a:extLst>
                    <a:ext uri="{9D8B030D-6E8A-4147-A177-3AD203B41FA5}">
                      <a16:colId xmlns:a16="http://schemas.microsoft.com/office/drawing/2014/main" val="3889654872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1327516644"/>
                    </a:ext>
                  </a:extLst>
                </a:gridCol>
                <a:gridCol w="501650">
                  <a:extLst>
                    <a:ext uri="{9D8B030D-6E8A-4147-A177-3AD203B41FA5}">
                      <a16:colId xmlns:a16="http://schemas.microsoft.com/office/drawing/2014/main" val="1560426911"/>
                    </a:ext>
                  </a:extLst>
                </a:gridCol>
                <a:gridCol w="544513">
                  <a:extLst>
                    <a:ext uri="{9D8B030D-6E8A-4147-A177-3AD203B41FA5}">
                      <a16:colId xmlns:a16="http://schemas.microsoft.com/office/drawing/2014/main" val="3499762292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2043113832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2524128971"/>
                    </a:ext>
                  </a:extLst>
                </a:gridCol>
                <a:gridCol w="523875">
                  <a:extLst>
                    <a:ext uri="{9D8B030D-6E8A-4147-A177-3AD203B41FA5}">
                      <a16:colId xmlns:a16="http://schemas.microsoft.com/office/drawing/2014/main" val="3944571254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2261029902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22352342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324358026"/>
                    </a:ext>
                  </a:extLst>
                </a:gridCol>
                <a:gridCol w="523875">
                  <a:extLst>
                    <a:ext uri="{9D8B030D-6E8A-4147-A177-3AD203B41FA5}">
                      <a16:colId xmlns:a16="http://schemas.microsoft.com/office/drawing/2014/main" val="632359605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618189172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1723537723"/>
                    </a:ext>
                  </a:extLst>
                </a:gridCol>
              </a:tblGrid>
              <a:tr h="173038">
                <a:tc row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Block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Name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#3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#5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RGV # 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0499075"/>
                  </a:ext>
                </a:extLst>
              </a:tr>
              <a:tr h="16351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Status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Event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Exist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4845527"/>
                  </a:ext>
                </a:extLst>
              </a:tr>
              <a:tr h="1682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Address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M048.0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%MX768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M049.0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%MX784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M050.0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%MX800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M051.0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%MX816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M052.0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%MX832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M053.0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%MX848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M054.0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%MX864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M055.0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%MX880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M056.0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%MX896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M057.0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%MX912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M058.0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%MX928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M059.0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%MX944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M060.0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M061.0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M062.0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M063.0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0118132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+0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Presence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Presence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Presence</a:t>
                      </a: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Presence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Presence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Pallet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Presence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1161987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+1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2982176"/>
                  </a:ext>
                </a:extLst>
              </a:tr>
              <a:tr h="3206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+2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7049648"/>
                  </a:ext>
                </a:extLst>
              </a:tr>
              <a:tr h="31273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+3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2861588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+4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0" marB="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9914521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+5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07457292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+6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7123236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+7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5229587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+8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1846655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+9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6479683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+A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4603724"/>
                  </a:ext>
                </a:extLst>
              </a:tr>
              <a:tr h="31273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+B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1934018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+C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3121010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+D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4017529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3160575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+F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539944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194" name="Text Box 2">
            <a:extLst>
              <a:ext uri="{FF2B5EF4-FFF2-40B4-BE49-F238E27FC236}">
                <a16:creationId xmlns:a16="http://schemas.microsoft.com/office/drawing/2014/main" id="{D083B1EF-54EE-EFCC-72CE-0282440CFE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502602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Master PLC Memory Map (Bit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영역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Ack &amp; Command)</a:t>
            </a:r>
          </a:p>
        </p:txBody>
      </p:sp>
      <p:sp>
        <p:nvSpPr>
          <p:cNvPr id="520195" name="Rectangle 3">
            <a:extLst>
              <a:ext uri="{FF2B5EF4-FFF2-40B4-BE49-F238E27FC236}">
                <a16:creationId xmlns:a16="http://schemas.microsoft.com/office/drawing/2014/main" id="{907962E0-D257-DBD4-DD7B-827030AB64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aphicFrame>
        <p:nvGraphicFramePr>
          <p:cNvPr id="520921" name="Group 729">
            <a:extLst>
              <a:ext uri="{FF2B5EF4-FFF2-40B4-BE49-F238E27FC236}">
                <a16:creationId xmlns:a16="http://schemas.microsoft.com/office/drawing/2014/main" id="{B1F45A31-C128-74DC-A369-F637162410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8632302"/>
              </p:ext>
            </p:extLst>
          </p:nvPr>
        </p:nvGraphicFramePr>
        <p:xfrm>
          <a:off x="511175" y="523875"/>
          <a:ext cx="8858250" cy="6300543"/>
        </p:xfrm>
        <a:graphic>
          <a:graphicData uri="http://schemas.openxmlformats.org/drawingml/2006/table">
            <a:tbl>
              <a:tblPr/>
              <a:tblGrid>
                <a:gridCol w="520700">
                  <a:extLst>
                    <a:ext uri="{9D8B030D-6E8A-4147-A177-3AD203B41FA5}">
                      <a16:colId xmlns:a16="http://schemas.microsoft.com/office/drawing/2014/main" val="3813067007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884093846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3438589935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121810452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53729665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816059917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3766828988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736829331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861205912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727241893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3966262660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126628823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255728806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96798069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3053157140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172038426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259398968"/>
                    </a:ext>
                  </a:extLst>
                </a:gridCol>
              </a:tblGrid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Block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Name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#3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#5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#7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#9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#13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#15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1294326"/>
                  </a:ext>
                </a:extLst>
              </a:tr>
              <a:tr h="184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Address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M080.0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%MX1280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M081.0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%MX1296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M082.0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%MX1312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M083.0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%MX1328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M084.0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%MX1344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M085.0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%MX1360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M086.0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%MX1376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M087.0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%MX1392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M088.0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%MX1408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M089.0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%MX1424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M090.0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%MX1440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M091.0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%MX1456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M092.0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%MX1472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M093.0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%MX1488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M094.0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%MX1504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825122"/>
                  </a:ext>
                </a:extLst>
              </a:tr>
              <a:tr h="3222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+0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4004907"/>
                  </a:ext>
                </a:extLst>
              </a:tr>
              <a:tr h="3317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+1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1610643"/>
                  </a:ext>
                </a:extLst>
              </a:tr>
              <a:tr h="3460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+2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53410227"/>
                  </a:ext>
                </a:extLst>
              </a:tr>
              <a:tr h="3302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+3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9477896"/>
                  </a:ext>
                </a:extLst>
              </a:tr>
              <a:tr h="3317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+4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 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8054735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+5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 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Request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4469024"/>
                  </a:ext>
                </a:extLst>
              </a:tr>
              <a:tr h="3222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+6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3902260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+7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4899010"/>
                  </a:ext>
                </a:extLst>
              </a:tr>
              <a:tr h="3222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+8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1029658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+9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5143483"/>
                  </a:ext>
                </a:extLst>
              </a:tr>
              <a:tr h="3222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+A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9447348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+B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1972528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+C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8273124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+D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5973234"/>
                  </a:ext>
                </a:extLst>
              </a:tr>
              <a:tr h="3222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7269214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+F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071307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218" name="Text Box 2">
            <a:extLst>
              <a:ext uri="{FF2B5EF4-FFF2-40B4-BE49-F238E27FC236}">
                <a16:creationId xmlns:a16="http://schemas.microsoft.com/office/drawing/2014/main" id="{7198D3B1-D959-07DC-8215-22A00ADB06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502602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Master PLC Memory Map (Bit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영역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Ack &amp; Command)</a:t>
            </a:r>
          </a:p>
        </p:txBody>
      </p:sp>
      <p:sp>
        <p:nvSpPr>
          <p:cNvPr id="521219" name="Rectangle 3">
            <a:extLst>
              <a:ext uri="{FF2B5EF4-FFF2-40B4-BE49-F238E27FC236}">
                <a16:creationId xmlns:a16="http://schemas.microsoft.com/office/drawing/2014/main" id="{32CF67CB-2458-47C8-0A2D-361DDD8772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aphicFrame>
        <p:nvGraphicFramePr>
          <p:cNvPr id="521582" name="Group 366">
            <a:extLst>
              <a:ext uri="{FF2B5EF4-FFF2-40B4-BE49-F238E27FC236}">
                <a16:creationId xmlns:a16="http://schemas.microsoft.com/office/drawing/2014/main" id="{3351F0E2-44D1-AE36-D572-039DFF2955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2094661"/>
              </p:ext>
            </p:extLst>
          </p:nvPr>
        </p:nvGraphicFramePr>
        <p:xfrm>
          <a:off x="511175" y="523875"/>
          <a:ext cx="8858250" cy="6413636"/>
        </p:xfrm>
        <a:graphic>
          <a:graphicData uri="http://schemas.openxmlformats.org/drawingml/2006/table">
            <a:tbl>
              <a:tblPr/>
              <a:tblGrid>
                <a:gridCol w="520700">
                  <a:extLst>
                    <a:ext uri="{9D8B030D-6E8A-4147-A177-3AD203B41FA5}">
                      <a16:colId xmlns:a16="http://schemas.microsoft.com/office/drawing/2014/main" val="4259393634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430690328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2999638345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372785091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839223196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487329083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1405964170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442291679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203594440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93230839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1038336240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4072780594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123485779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515150084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2780797736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923966268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996278999"/>
                    </a:ext>
                  </a:extLst>
                </a:gridCol>
              </a:tblGrid>
              <a:tr h="31432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Block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Name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#3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#5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RGV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3726413"/>
                  </a:ext>
                </a:extLst>
              </a:tr>
              <a:tr h="1778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Address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M096.0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%MX1536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M097.0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%MX1552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M098.0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%MX1568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M099.0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%MX1584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M100.0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%MX1600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dirty="0">
                          <a:solidFill/>
                          <a:latin typeface="Times New Roman"/>
                        </a:rPr>
                        <a:t>M101.0 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1" i="0" dirty="0">
                          <a:solidFill>
                            <a:srgbClr val="FF0000"/>
                          </a:solidFill>
                          <a:latin typeface="Times New Roman"/>
                        </a:rPr>
                        <a:t>%MX1616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8061307"/>
                  </a:ext>
                </a:extLst>
              </a:tr>
              <a:tr h="31273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+0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(From/To)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(From/To)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(From/To)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(From/To)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(From/To)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(From/To)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6038110"/>
                  </a:ext>
                </a:extLst>
              </a:tr>
              <a:tr h="3317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+1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6716890"/>
                  </a:ext>
                </a:extLst>
              </a:tr>
              <a:tr h="3460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+2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Unload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3331935"/>
                  </a:ext>
                </a:extLst>
              </a:tr>
              <a:tr h="3302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+3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7661429"/>
                  </a:ext>
                </a:extLst>
              </a:tr>
              <a:tr h="3317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+4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Report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3240898"/>
                  </a:ext>
                </a:extLst>
              </a:tr>
              <a:tr h="31432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+5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Ack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1895472"/>
                  </a:ext>
                </a:extLst>
              </a:tr>
              <a:tr h="31273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+6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9427100"/>
                  </a:ext>
                </a:extLst>
              </a:tr>
              <a:tr h="31432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+7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4430062"/>
                  </a:ext>
                </a:extLst>
              </a:tr>
              <a:tr h="311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+8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2138385"/>
                  </a:ext>
                </a:extLst>
              </a:tr>
              <a:tr h="31432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+9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4811664"/>
                  </a:ext>
                </a:extLst>
              </a:tr>
              <a:tr h="31273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+A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7823462"/>
                  </a:ext>
                </a:extLst>
              </a:tr>
              <a:tr h="31432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+B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4177412"/>
                  </a:ext>
                </a:extLst>
              </a:tr>
              <a:tr h="31432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+C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4159220"/>
                  </a:ext>
                </a:extLst>
              </a:tr>
              <a:tr h="31432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+D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4989851"/>
                  </a:ext>
                </a:extLst>
              </a:tr>
              <a:tr h="31273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2480003"/>
                  </a:ext>
                </a:extLst>
              </a:tr>
              <a:tr h="31432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+F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458357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42" name="Text Box 2">
            <a:extLst>
              <a:ext uri="{FF2B5EF4-FFF2-40B4-BE49-F238E27FC236}">
                <a16:creationId xmlns:a16="http://schemas.microsoft.com/office/drawing/2014/main" id="{1EEFBF57-7BC1-BDD7-A358-BA43D223BE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4075113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Master PLC Memory Map (Word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영역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PLC)</a:t>
            </a:r>
          </a:p>
        </p:txBody>
      </p:sp>
      <p:sp>
        <p:nvSpPr>
          <p:cNvPr id="522243" name="Rectangle 3">
            <a:extLst>
              <a:ext uri="{FF2B5EF4-FFF2-40B4-BE49-F238E27FC236}">
                <a16:creationId xmlns:a16="http://schemas.microsoft.com/office/drawing/2014/main" id="{84FFE707-F3B4-EB8E-47C9-2B66A09E60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aphicFrame>
        <p:nvGraphicFramePr>
          <p:cNvPr id="522598" name="Group 358">
            <a:extLst>
              <a:ext uri="{FF2B5EF4-FFF2-40B4-BE49-F238E27FC236}">
                <a16:creationId xmlns:a16="http://schemas.microsoft.com/office/drawing/2014/main" id="{2FCEEEEF-0D28-20E7-E8BD-30F43DBA95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2100194"/>
              </p:ext>
            </p:extLst>
          </p:nvPr>
        </p:nvGraphicFramePr>
        <p:xfrm>
          <a:off x="511175" y="523875"/>
          <a:ext cx="8858250" cy="6468313"/>
        </p:xfrm>
        <a:graphic>
          <a:graphicData uri="http://schemas.openxmlformats.org/drawingml/2006/table">
            <a:tbl>
              <a:tblPr/>
              <a:tblGrid>
                <a:gridCol w="520700">
                  <a:extLst>
                    <a:ext uri="{9D8B030D-6E8A-4147-A177-3AD203B41FA5}">
                      <a16:colId xmlns:a16="http://schemas.microsoft.com/office/drawing/2014/main" val="3021517473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92616499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2180610707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805396936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030428525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821644923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3997968032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748427088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440789704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730550779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1041159034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422955230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334803284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863161053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3030789901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198550172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593528013"/>
                    </a:ext>
                  </a:extLst>
                </a:gridCol>
              </a:tblGrid>
              <a:tr h="2825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Block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Name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#3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#5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RGV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Direction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Value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9619853"/>
                  </a:ext>
                </a:extLst>
              </a:tr>
              <a:tr h="1698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Address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sngStrike" dirty="0">
                          <a:solidFill/>
                          <a:latin typeface="Times New Roman"/>
                        </a:rPr>
                        <a:t>D0160 → %DW256(%DB512)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sng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sngStrike" dirty="0">
                          <a:solidFill/>
                          <a:latin typeface="Times New Roman"/>
                        </a:rPr>
                        <a:t>D0170 → %DW272(%DB544)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sng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sngStrike" dirty="0">
                          <a:solidFill/>
                          <a:latin typeface="Times New Roman"/>
                        </a:rPr>
                        <a:t>D0180 → %DW288(%DB576)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sng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sngStrike" dirty="0">
                          <a:solidFill/>
                          <a:latin typeface="Times New Roman"/>
                        </a:rPr>
                        <a:t>D0190 → %DW304(%DB608)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sng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sngStrike" dirty="0">
                          <a:solidFill/>
                          <a:latin typeface="Times New Roman"/>
                        </a:rPr>
                        <a:t>D0200 → %DW320(%DB640)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sng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sngStrike" dirty="0">
                          <a:solidFill/>
                          <a:latin typeface="Times New Roman"/>
                        </a:rPr>
                        <a:t>D0210 → %DW336(%DB672)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sng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D0220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D0230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D0240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D0250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D0260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D0270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D0280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D0290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D0300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sngStrike" dirty="0">
                          <a:solidFill/>
                          <a:latin typeface="Times New Roman"/>
                        </a:rPr>
                        <a:t>D0300 → %DW480(%DB960)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sng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8407108"/>
                  </a:ext>
                </a:extLst>
              </a:tr>
              <a:tr h="3222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+0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Run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Idle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Down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Run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Idle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Down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Run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Idle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Down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Run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Idle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Down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Run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Idle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Down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Run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Idle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Down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다음장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참조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8417643"/>
                  </a:ext>
                </a:extLst>
              </a:tr>
              <a:tr h="3317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+1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0130087"/>
                  </a:ext>
                </a:extLst>
              </a:tr>
              <a:tr h="3460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+2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Reset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Alarm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1866159"/>
                  </a:ext>
                </a:extLst>
              </a:tr>
              <a:tr h="3302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+3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08587"/>
                  </a:ext>
                </a:extLst>
              </a:tr>
              <a:tr h="3317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+4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527474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+5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Transfer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Complete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9350008"/>
                  </a:ext>
                </a:extLst>
              </a:tr>
              <a:tr h="2794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+6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2725849"/>
                  </a:ext>
                </a:extLst>
              </a:tr>
              <a:tr h="2825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+7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1695460"/>
                  </a:ext>
                </a:extLst>
              </a:tr>
              <a:tr h="2809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+8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Location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52551242"/>
                  </a:ext>
                </a:extLst>
              </a:tr>
              <a:tr h="2825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+9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Op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Mode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4540309"/>
                  </a:ext>
                </a:extLst>
              </a:tr>
              <a:tr h="2794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+A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5512870"/>
                  </a:ext>
                </a:extLst>
              </a:tr>
              <a:tr h="2825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+B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9237952"/>
                  </a:ext>
                </a:extLst>
              </a:tr>
              <a:tr h="2809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+C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9701080"/>
                  </a:ext>
                </a:extLst>
              </a:tr>
              <a:tr h="2825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+D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0835624"/>
                  </a:ext>
                </a:extLst>
              </a:tr>
              <a:tr h="2794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0657126"/>
                  </a:ext>
                </a:extLst>
              </a:tr>
              <a:tr h="2825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+F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9848529"/>
                  </a:ext>
                </a:extLst>
              </a:tr>
            </a:tbl>
          </a:graphicData>
        </a:graphic>
      </p:graphicFrame>
      <p:sp>
        <p:nvSpPr>
          <p:cNvPr id="522599" name="TextBox 522598"/>
          <p:cNvSpPr txBox="1"/>
          <p:nvPr/>
        </p:nvSpPr>
        <p:spPr>
          <a:xfrm>
            <a:off x="228600" y="635508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FF0000"/>
                </a:solidFill>
              </a:rPr>
              <a:t>※ XGT는 D데이터레지스터 사용(W 디바이스 없음): 워드 %DW ×2 = 바이트 %DB (예: %DW336 → %DB672). 부록 매핑표 참조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626" name="Text Box 2">
            <a:extLst>
              <a:ext uri="{FF2B5EF4-FFF2-40B4-BE49-F238E27FC236}">
                <a16:creationId xmlns:a16="http://schemas.microsoft.com/office/drawing/2014/main" id="{C29FC57F-036F-29F0-F4B8-BBEC67B12A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4075113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Master PLC Memory Map (Word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영역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PLC)</a:t>
            </a:r>
          </a:p>
        </p:txBody>
      </p:sp>
      <p:sp>
        <p:nvSpPr>
          <p:cNvPr id="538627" name="Rectangle 3">
            <a:extLst>
              <a:ext uri="{FF2B5EF4-FFF2-40B4-BE49-F238E27FC236}">
                <a16:creationId xmlns:a16="http://schemas.microsoft.com/office/drawing/2014/main" id="{59DD345D-2358-3676-23F0-BB659A8375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aphicFrame>
        <p:nvGraphicFramePr>
          <p:cNvPr id="538986" name="Group 362">
            <a:extLst>
              <a:ext uri="{FF2B5EF4-FFF2-40B4-BE49-F238E27FC236}">
                <a16:creationId xmlns:a16="http://schemas.microsoft.com/office/drawing/2014/main" id="{3749353E-3145-2C44-8811-A34A7315F7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2756172"/>
              </p:ext>
            </p:extLst>
          </p:nvPr>
        </p:nvGraphicFramePr>
        <p:xfrm>
          <a:off x="511175" y="523875"/>
          <a:ext cx="8858250" cy="5767019"/>
        </p:xfrm>
        <a:graphic>
          <a:graphicData uri="http://schemas.openxmlformats.org/drawingml/2006/table">
            <a:tbl>
              <a:tblPr/>
              <a:tblGrid>
                <a:gridCol w="520700">
                  <a:extLst>
                    <a:ext uri="{9D8B030D-6E8A-4147-A177-3AD203B41FA5}">
                      <a16:colId xmlns:a16="http://schemas.microsoft.com/office/drawing/2014/main" val="3868790166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887313930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1998021029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609965177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596088329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4219721402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2153453890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555608854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774926667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555665120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2442081551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841729613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520607076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500547927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4065940727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547694670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366938343"/>
                    </a:ext>
                  </a:extLst>
                </a:gridCol>
              </a:tblGrid>
              <a:tr h="2825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Block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Name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246178"/>
                  </a:ext>
                </a:extLst>
              </a:tr>
              <a:tr h="1698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Address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sngStrike" dirty="0">
                          <a:solidFill/>
                          <a:latin typeface="Times New Roman"/>
                        </a:rPr>
                        <a:t>D0300 → %DW480(%DB960)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sng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sngStrike" dirty="0">
                          <a:solidFill/>
                          <a:latin typeface="Times New Roman"/>
                        </a:rPr>
                        <a:t>D0301 → %DW481(%DB962)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sng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sngStrike" dirty="0">
                          <a:solidFill/>
                          <a:latin typeface="Times New Roman"/>
                        </a:rPr>
                        <a:t>D0302 → %DW482(%DB964)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sng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sngStrike" dirty="0">
                          <a:solidFill/>
                          <a:latin typeface="Times New Roman"/>
                        </a:rPr>
                        <a:t>D0303 → %DW483(%DB966)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sng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sngStrike" dirty="0">
                          <a:solidFill/>
                          <a:latin typeface="Times New Roman"/>
                        </a:rPr>
                        <a:t>D0304 → %DW484(%DB968)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sng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sngStrike" dirty="0">
                          <a:solidFill/>
                          <a:latin typeface="Times New Roman"/>
                        </a:rPr>
                        <a:t>D0305 → %DW485(%DB970)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sng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sngStrike" dirty="0">
                          <a:solidFill/>
                          <a:latin typeface="Times New Roman"/>
                        </a:rPr>
                        <a:t>D0306 → %DW486(%DB972)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sng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sngStrike" dirty="0">
                          <a:solidFill/>
                          <a:latin typeface="Times New Roman"/>
                        </a:rPr>
                        <a:t>D0307 → %DW487(%DB974)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sng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sngStrike" dirty="0">
                          <a:solidFill/>
                          <a:latin typeface="Times New Roman"/>
                        </a:rPr>
                        <a:t>D0308 → %DW488(%DB976)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sng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sngStrike" dirty="0">
                          <a:solidFill/>
                          <a:latin typeface="Times New Roman"/>
                        </a:rPr>
                        <a:t>D0309 → %DW489(%DB978)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sng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sngStrike" dirty="0">
                          <a:solidFill/>
                          <a:latin typeface="Times New Roman"/>
                        </a:rPr>
                        <a:t>D0310 → %DW490(%DB980)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sng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sngStrike" dirty="0">
                          <a:solidFill/>
                          <a:latin typeface="Times New Roman"/>
                        </a:rPr>
                        <a:t>D0311 → %DW491(%DB982)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sng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sngStrike" dirty="0">
                          <a:solidFill/>
                          <a:latin typeface="Times New Roman"/>
                        </a:rPr>
                        <a:t>D0312 → %DW492(%DB984)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sng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sngStrike" dirty="0">
                          <a:solidFill/>
                          <a:latin typeface="Times New Roman"/>
                        </a:rPr>
                        <a:t>D0313 → %DW493(%DB986)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sng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sngStrike" dirty="0">
                          <a:solidFill/>
                          <a:latin typeface="Times New Roman"/>
                        </a:rPr>
                        <a:t>D0314 → %DW494(%DB988)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sng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sngStrike" dirty="0">
                          <a:solidFill/>
                          <a:latin typeface="Times New Roman"/>
                        </a:rPr>
                        <a:t>D0315 → %DW495(%DB990)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sng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6784163"/>
                  </a:ext>
                </a:extLst>
              </a:tr>
              <a:tr h="3222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+0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#1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7100590"/>
                  </a:ext>
                </a:extLst>
              </a:tr>
              <a:tr h="3317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+1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#2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1995480"/>
                  </a:ext>
                </a:extLst>
              </a:tr>
              <a:tr h="3460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+2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#3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6975239"/>
                  </a:ext>
                </a:extLst>
              </a:tr>
              <a:tr h="3302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+3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#4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0215732"/>
                  </a:ext>
                </a:extLst>
              </a:tr>
              <a:tr h="3317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+4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#5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5775562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+5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#6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7671480"/>
                  </a:ext>
                </a:extLst>
              </a:tr>
              <a:tr h="2794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+6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#7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3966688"/>
                  </a:ext>
                </a:extLst>
              </a:tr>
              <a:tr h="2825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+7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#8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5378028"/>
                  </a:ext>
                </a:extLst>
              </a:tr>
              <a:tr h="2809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+8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#9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043767"/>
                  </a:ext>
                </a:extLst>
              </a:tr>
              <a:tr h="2825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+9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#10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1379861"/>
                  </a:ext>
                </a:extLst>
              </a:tr>
              <a:tr h="2794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+A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#11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6751620"/>
                  </a:ext>
                </a:extLst>
              </a:tr>
              <a:tr h="2825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+B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#12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7582769"/>
                  </a:ext>
                </a:extLst>
              </a:tr>
              <a:tr h="2809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+C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#13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8780235"/>
                  </a:ext>
                </a:extLst>
              </a:tr>
              <a:tr h="2825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+D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#14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8160169"/>
                  </a:ext>
                </a:extLst>
              </a:tr>
              <a:tr h="2794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#15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(0: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입고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, 1:</a:t>
                      </a:r>
                      <a:r>
                        <a:rPr kumimoji="1" lang="ko-KR" altLang="en-US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출고</a:t>
                      </a: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8800439"/>
                  </a:ext>
                </a:extLst>
              </a:tr>
              <a:tr h="2825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+F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2965681"/>
                  </a:ext>
                </a:extLst>
              </a:tr>
            </a:tbl>
          </a:graphicData>
        </a:graphic>
      </p:graphicFrame>
      <p:sp>
        <p:nvSpPr>
          <p:cNvPr id="538976" name="Rectangle 352">
            <a:extLst>
              <a:ext uri="{FF2B5EF4-FFF2-40B4-BE49-F238E27FC236}">
                <a16:creationId xmlns:a16="http://schemas.microsoft.com/office/drawing/2014/main" id="{E3D42946-B91A-9FBD-473A-80E20AD0C9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27525" y="144463"/>
            <a:ext cx="2763838" cy="214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marL="85725" indent="-85725"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algn="l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en-US" altLang="ko-KR" sz="800">
                <a:solidFill/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PLC Word Area Word </a:t>
            </a:r>
            <a:r>
              <a:rPr lang="ko-KR" altLang="en-US" sz="800">
                <a:solidFill/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영역을 </a:t>
            </a:r>
            <a:r>
              <a:rPr lang="en-US" altLang="ko-KR" sz="800">
                <a:solidFill/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Bit</a:t>
            </a:r>
            <a:r>
              <a:rPr lang="ko-KR" altLang="en-US" sz="800">
                <a:solidFill/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로 사용 </a:t>
            </a:r>
            <a:r>
              <a:rPr lang="en-US" altLang="ko-KR" sz="800">
                <a:solidFill/>
                <a:latin typeface="Tahoma" panose="020B0604030504040204" pitchFamily="34" charset="0"/>
                <a:ea typeface="돋움체" panose="020B0609000101010101" pitchFamily="49" charset="-127"/>
                <a:sym typeface="Wingdings" panose="05000000000000000000" pitchFamily="2" charset="2"/>
              </a:rPr>
              <a:t>( Conveyor 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266" name="Text Box 2">
            <a:extLst>
              <a:ext uri="{FF2B5EF4-FFF2-40B4-BE49-F238E27FC236}">
                <a16:creationId xmlns:a16="http://schemas.microsoft.com/office/drawing/2014/main" id="{89B21B2F-F85A-59F3-7FC9-42CC3DC2C1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409257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Master PLC Memory Map (Word </a:t>
            </a:r>
            <a:r>
              <a:rPr lang="ko-KR" altLang="en-US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영역 </a:t>
            </a:r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: ECS)</a:t>
            </a:r>
          </a:p>
        </p:txBody>
      </p:sp>
      <p:sp>
        <p:nvSpPr>
          <p:cNvPr id="523267" name="Rectangle 3">
            <a:extLst>
              <a:ext uri="{FF2B5EF4-FFF2-40B4-BE49-F238E27FC236}">
                <a16:creationId xmlns:a16="http://schemas.microsoft.com/office/drawing/2014/main" id="{2A4A4F0A-B557-D98F-BA69-1DA5FF2742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aphicFrame>
        <p:nvGraphicFramePr>
          <p:cNvPr id="523620" name="Group 356">
            <a:extLst>
              <a:ext uri="{FF2B5EF4-FFF2-40B4-BE49-F238E27FC236}">
                <a16:creationId xmlns:a16="http://schemas.microsoft.com/office/drawing/2014/main" id="{0E1C8197-E787-9440-5491-C3D96C2E0D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0058658"/>
              </p:ext>
            </p:extLst>
          </p:nvPr>
        </p:nvGraphicFramePr>
        <p:xfrm>
          <a:off x="511175" y="523875"/>
          <a:ext cx="8858250" cy="6144330"/>
        </p:xfrm>
        <a:graphic>
          <a:graphicData uri="http://schemas.openxmlformats.org/drawingml/2006/table">
            <a:tbl>
              <a:tblPr/>
              <a:tblGrid>
                <a:gridCol w="520700">
                  <a:extLst>
                    <a:ext uri="{9D8B030D-6E8A-4147-A177-3AD203B41FA5}">
                      <a16:colId xmlns:a16="http://schemas.microsoft.com/office/drawing/2014/main" val="3457563042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02051339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3186656532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871378492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932806907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2548745743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3253597637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1955333316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857734344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439102278"/>
                    </a:ext>
                  </a:extLst>
                </a:gridCol>
                <a:gridCol w="522288">
                  <a:extLst>
                    <a:ext uri="{9D8B030D-6E8A-4147-A177-3AD203B41FA5}">
                      <a16:colId xmlns:a16="http://schemas.microsoft.com/office/drawing/2014/main" val="472634869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967421445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4111934498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784822209"/>
                    </a:ext>
                  </a:extLst>
                </a:gridCol>
                <a:gridCol w="522287">
                  <a:extLst>
                    <a:ext uri="{9D8B030D-6E8A-4147-A177-3AD203B41FA5}">
                      <a16:colId xmlns:a16="http://schemas.microsoft.com/office/drawing/2014/main" val="3638484871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980850348"/>
                    </a:ext>
                  </a:extLst>
                </a:gridCol>
                <a:gridCol w="520700">
                  <a:extLst>
                    <a:ext uri="{9D8B030D-6E8A-4147-A177-3AD203B41FA5}">
                      <a16:colId xmlns:a16="http://schemas.microsoft.com/office/drawing/2014/main" val="3226736138"/>
                    </a:ext>
                  </a:extLst>
                </a:gridCol>
              </a:tblGrid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Block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Name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#2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#3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#4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#5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RGV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0606457"/>
                  </a:ext>
                </a:extLst>
              </a:tr>
              <a:tr h="1841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Address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sngStrike" dirty="0">
                          <a:solidFill/>
                          <a:latin typeface="Times New Roman"/>
                        </a:rPr>
                        <a:t>D0320 → %DW768(%DB1536)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sng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sngStrike" dirty="0">
                          <a:solidFill/>
                          <a:latin typeface="Times New Roman"/>
                        </a:rPr>
                        <a:t>D0330 → %DW784(%DB1568)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sng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sngStrike" dirty="0">
                          <a:solidFill/>
                          <a:latin typeface="Times New Roman"/>
                        </a:rPr>
                        <a:t>D0340 → %DW800(%DB1600)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sng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sngStrike" dirty="0">
                          <a:solidFill/>
                          <a:latin typeface="Times New Roman"/>
                        </a:rPr>
                        <a:t>D0350 → %DW816(%DB1632)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sng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sngStrike" dirty="0">
                          <a:solidFill/>
                          <a:latin typeface="Times New Roman"/>
                        </a:rPr>
                        <a:t>D0360 → %DW832(%DB1664)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sng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sz="800" b="0" i="0" strike="sngStrike" dirty="0">
                          <a:solidFill/>
                          <a:latin typeface="Times New Roman"/>
                        </a:rPr>
                        <a:t>D0370 → %DW848(%DB1696)</a:t>
                      </a:r>
                      <a:endParaRPr lang="en-US" sz="800" b="0" i="0" strike="sngStrike" dirty="0">
                        <a:latin typeface="Times New Roman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800" b="0" i="0" strike="sngStrike" dirty="0">
                        <a:latin typeface="Times New Roman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D0380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D0390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D0400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D0410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D0420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D0430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D0440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D0450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D0460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D0470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176011"/>
                  </a:ext>
                </a:extLst>
              </a:tr>
              <a:tr h="3222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+0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6609076"/>
                  </a:ext>
                </a:extLst>
              </a:tr>
              <a:tr h="3317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+1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2811587"/>
                  </a:ext>
                </a:extLst>
              </a:tr>
              <a:tr h="3460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+2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From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7232094"/>
                  </a:ext>
                </a:extLst>
              </a:tr>
              <a:tr h="3302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+3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90015228"/>
                  </a:ext>
                </a:extLst>
              </a:tr>
              <a:tr h="3317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+4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7783606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+5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cap="none" normalizeH="0" baseline="0">
                          <a:ln>
                            <a:noFill/>
                          </a:ln>
                          <a:solidFill/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T0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cap="none" normalizeH="0" baseline="0">
                          <a:ln>
                            <a:noFill/>
                          </a:ln>
                          <a:solidFill/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T0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cap="none" normalizeH="0" baseline="0">
                          <a:ln>
                            <a:noFill/>
                          </a:ln>
                          <a:solidFill/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T0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cap="none" normalizeH="0" baseline="0">
                          <a:ln>
                            <a:noFill/>
                          </a:ln>
                          <a:solidFill/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T0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cap="none" normalizeH="0" baseline="0">
                          <a:ln>
                            <a:noFill/>
                          </a:ln>
                          <a:solidFill/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T0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cap="none" normalizeH="0" baseline="0">
                          <a:ln>
                            <a:noFill/>
                          </a:ln>
                          <a:solidFill/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T0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(5,6)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2199214"/>
                  </a:ext>
                </a:extLst>
              </a:tr>
              <a:tr h="3222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+6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Job no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Job no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Job no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Job no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Job no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Job no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(1,2)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9694342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+7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Job no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Job no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Job no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Job no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Job no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Job no</a:t>
                      </a: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(3,4)</a:t>
                      </a: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5665848"/>
                  </a:ext>
                </a:extLst>
              </a:tr>
              <a:tr h="3222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+8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69183008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+9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3519270"/>
                  </a:ext>
                </a:extLst>
              </a:tr>
              <a:tr h="3222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+A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7530002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+B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2010870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+C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1674292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+D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3623832"/>
                  </a:ext>
                </a:extLst>
              </a:tr>
              <a:tr h="3222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+E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5704418"/>
                  </a:ext>
                </a:extLst>
              </a:tr>
              <a:tr h="3238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+F</a:t>
                      </a:r>
                    </a:p>
                  </a:txBody>
                  <a:tcPr marL="0" marR="0" marT="46800" marB="46800" anchor="ctr" horzOverflow="overflow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marL="0" marR="0" marT="46800" marB="46800" anchor="ctr" horzOverflow="overflow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891973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290" name="Text Box 2">
            <a:extLst>
              <a:ext uri="{FF2B5EF4-FFF2-40B4-BE49-F238E27FC236}">
                <a16:creationId xmlns:a16="http://schemas.microsoft.com/office/drawing/2014/main" id="{BB04E1ED-08D9-895F-F7A0-D64A6E0D39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76200"/>
            <a:ext cx="382587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rIns="0">
            <a:spAutoFit/>
          </a:bodyPr>
          <a:lstStyle/>
          <a:p>
            <a:pPr algn="l"/>
            <a:r>
              <a:rPr lang="en-US" altLang="ko-KR" sz="16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Master PLC Memory Map (Tracking Area)</a:t>
            </a:r>
          </a:p>
        </p:txBody>
      </p:sp>
      <p:sp>
        <p:nvSpPr>
          <p:cNvPr id="524291" name="Rectangle 3">
            <a:extLst>
              <a:ext uri="{FF2B5EF4-FFF2-40B4-BE49-F238E27FC236}">
                <a16:creationId xmlns:a16="http://schemas.microsoft.com/office/drawing/2014/main" id="{DD9BAEFC-214C-C5FA-9279-D09F95BADF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6238" y="450850"/>
            <a:ext cx="9113837" cy="6337300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  <p:graphicFrame>
        <p:nvGraphicFramePr>
          <p:cNvPr id="524640" name="Group 352">
            <a:extLst>
              <a:ext uri="{FF2B5EF4-FFF2-40B4-BE49-F238E27FC236}">
                <a16:creationId xmlns:a16="http://schemas.microsoft.com/office/drawing/2014/main" id="{615AC87F-52A0-80E7-4FB5-8042305339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2989236"/>
              </p:ext>
            </p:extLst>
          </p:nvPr>
        </p:nvGraphicFramePr>
        <p:xfrm>
          <a:off x="792162" y="641038"/>
          <a:ext cx="8216527" cy="1706880"/>
        </p:xfrm>
        <a:graphic>
          <a:graphicData uri="http://schemas.openxmlformats.org/drawingml/2006/table">
            <a:tbl>
              <a:tblPr/>
              <a:tblGrid>
                <a:gridCol w="751720">
                  <a:extLst>
                    <a:ext uri="{9D8B030D-6E8A-4147-A177-3AD203B41FA5}">
                      <a16:colId xmlns:a16="http://schemas.microsoft.com/office/drawing/2014/main" val="1462263734"/>
                    </a:ext>
                  </a:extLst>
                </a:gridCol>
                <a:gridCol w="1624170">
                  <a:extLst>
                    <a:ext uri="{9D8B030D-6E8A-4147-A177-3AD203B41FA5}">
                      <a16:colId xmlns:a16="http://schemas.microsoft.com/office/drawing/2014/main" val="2684181238"/>
                    </a:ext>
                  </a:extLst>
                </a:gridCol>
                <a:gridCol w="1660619">
                  <a:extLst>
                    <a:ext uri="{9D8B030D-6E8A-4147-A177-3AD203B41FA5}">
                      <a16:colId xmlns:a16="http://schemas.microsoft.com/office/drawing/2014/main" val="1699347714"/>
                    </a:ext>
                  </a:extLst>
                </a:gridCol>
                <a:gridCol w="1662896">
                  <a:extLst>
                    <a:ext uri="{9D8B030D-6E8A-4147-A177-3AD203B41FA5}">
                      <a16:colId xmlns:a16="http://schemas.microsoft.com/office/drawing/2014/main" val="1038406479"/>
                    </a:ext>
                  </a:extLst>
                </a:gridCol>
                <a:gridCol w="1348540">
                  <a:extLst>
                    <a:ext uri="{9D8B030D-6E8A-4147-A177-3AD203B41FA5}">
                      <a16:colId xmlns:a16="http://schemas.microsoft.com/office/drawing/2014/main" val="3846622635"/>
                    </a:ext>
                  </a:extLst>
                </a:gridCol>
                <a:gridCol w="1168582">
                  <a:extLst>
                    <a:ext uri="{9D8B030D-6E8A-4147-A177-3AD203B41FA5}">
                      <a16:colId xmlns:a16="http://schemas.microsoft.com/office/drawing/2014/main" val="649843154"/>
                    </a:ext>
                  </a:extLst>
                </a:gridCol>
              </a:tblGrid>
              <a:tr h="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No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Position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TYPE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REMARK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969522"/>
                  </a:ext>
                </a:extLst>
              </a:tr>
              <a:tr h="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R0000</a:t>
                      </a:r>
                      <a:r>
                        <a:rPr kumimoji="1" lang="en-US" altLang="ko-KR" sz="1000" b="1" i="0" u="none" cap="none" normalizeH="0" baseline="0" dirty="0">
                          <a:ln>
                            <a:noFill/>
                          </a:ln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%RB0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 </a:t>
                      </a:r>
                      <a:r>
                        <a:rPr kumimoji="1" lang="ko-KR" alt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위치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21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0147774"/>
                  </a:ext>
                </a:extLst>
              </a:tr>
              <a:tr h="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2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R0001</a:t>
                      </a:r>
                      <a:r>
                        <a:rPr kumimoji="1" lang="en-US" altLang="ko-KR" sz="1000" b="1" i="0" u="none" cap="none" normalizeH="0" baseline="0" dirty="0">
                          <a:ln>
                            <a:noFill/>
                          </a:ln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%RB2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#1 </a:t>
                      </a:r>
                      <a:r>
                        <a:rPr kumimoji="1" lang="ko-KR" alt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위치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43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2300029"/>
                  </a:ext>
                </a:extLst>
              </a:tr>
              <a:tr h="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296628"/>
                  </a:ext>
                </a:extLst>
              </a:tr>
              <a:tr h="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R0040%RB80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#9</a:t>
                      </a:r>
                      <a:r>
                        <a:rPr kumimoji="1" lang="ko-KR" alt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위치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9775669"/>
                  </a:ext>
                </a:extLst>
              </a:tr>
              <a:tr h="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R0041%RB82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C/V #5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#9</a:t>
                      </a:r>
                      <a:r>
                        <a:rPr kumimoji="1" lang="ko-KR" altLang="en-US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위치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0470268"/>
                  </a:ext>
                </a:extLst>
              </a:tr>
              <a:tr h="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6028929"/>
                  </a:ext>
                </a:extLst>
              </a:tr>
            </a:tbl>
          </a:graphicData>
        </a:graphic>
      </p:graphicFrame>
      <p:sp>
        <p:nvSpPr>
          <p:cNvPr id="524698" name="Text Box 410">
            <a:extLst>
              <a:ext uri="{FF2B5EF4-FFF2-40B4-BE49-F238E27FC236}">
                <a16:creationId xmlns:a16="http://schemas.microsoft.com/office/drawing/2014/main" id="{A3DCEB86-1257-0CE3-C39D-F025A56045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7250" y="2371413"/>
            <a:ext cx="4946650" cy="5016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※ - Conveyor </a:t>
            </a:r>
            <a:r>
              <a:rPr lang="ko-KR" altLang="en-US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의 </a:t>
            </a:r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Tracking Start Address</a:t>
            </a:r>
            <a:r>
              <a:rPr lang="ko-KR" altLang="en-US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는 </a:t>
            </a:r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RGV Line</a:t>
            </a:r>
            <a:r>
              <a:rPr lang="ko-KR" altLang="en-US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에 가까운 쪽을 </a:t>
            </a:r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Start Address</a:t>
            </a:r>
            <a:r>
              <a:rPr lang="ko-KR" altLang="en-US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로 한다</a:t>
            </a:r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.</a:t>
            </a:r>
          </a:p>
          <a:p>
            <a:pPr algn="l"/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 - Conveyor Start Address = (Conveyor </a:t>
            </a:r>
            <a:r>
              <a:rPr lang="ko-KR" altLang="en-US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번호 </a:t>
            </a:r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-1)*10 word</a:t>
            </a:r>
          </a:p>
          <a:p>
            <a:pPr algn="l"/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    - JOB NO</a:t>
            </a:r>
            <a:r>
              <a:rPr lang="ko-KR" altLang="en-US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는 총 </a:t>
            </a:r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4</a:t>
            </a:r>
            <a:r>
              <a:rPr lang="ko-KR" altLang="en-US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자리 </a:t>
            </a:r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(2word) </a:t>
            </a:r>
            <a:r>
              <a:rPr lang="ko-KR" altLang="en-US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예 </a:t>
            </a:r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JOB NO =1234 </a:t>
            </a:r>
            <a:r>
              <a:rPr lang="ko-KR" altLang="en-US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는 메모리상에 </a:t>
            </a:r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2143</a:t>
            </a:r>
            <a:r>
              <a:rPr lang="ko-KR" altLang="en-US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로 </a:t>
            </a:r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Write</a:t>
            </a:r>
          </a:p>
        </p:txBody>
      </p:sp>
      <p:sp>
        <p:nvSpPr>
          <p:cNvPr id="524699" name="Text Box 411">
            <a:extLst>
              <a:ext uri="{FF2B5EF4-FFF2-40B4-BE49-F238E27FC236}">
                <a16:creationId xmlns:a16="http://schemas.microsoft.com/office/drawing/2014/main" id="{E8965908-A2F2-F60A-B28E-445B701C22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2613" y="427360"/>
            <a:ext cx="836612" cy="228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altLang="ko-KR" sz="900" b="0" dirty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1) Conveyor</a:t>
            </a:r>
          </a:p>
        </p:txBody>
      </p:sp>
      <p:graphicFrame>
        <p:nvGraphicFramePr>
          <p:cNvPr id="524802" name="Group 514">
            <a:extLst>
              <a:ext uri="{FF2B5EF4-FFF2-40B4-BE49-F238E27FC236}">
                <a16:creationId xmlns:a16="http://schemas.microsoft.com/office/drawing/2014/main" id="{9B1618FE-7C57-C09C-890A-81E53BCF63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2413828"/>
              </p:ext>
            </p:extLst>
          </p:nvPr>
        </p:nvGraphicFramePr>
        <p:xfrm>
          <a:off x="649288" y="3115444"/>
          <a:ext cx="8359401" cy="3169920"/>
        </p:xfrm>
        <a:graphic>
          <a:graphicData uri="http://schemas.openxmlformats.org/drawingml/2006/table">
            <a:tbl>
              <a:tblPr/>
              <a:tblGrid>
                <a:gridCol w="764496">
                  <a:extLst>
                    <a:ext uri="{9D8B030D-6E8A-4147-A177-3AD203B41FA5}">
                      <a16:colId xmlns:a16="http://schemas.microsoft.com/office/drawing/2014/main" val="108773087"/>
                    </a:ext>
                  </a:extLst>
                </a:gridCol>
                <a:gridCol w="1651858">
                  <a:extLst>
                    <a:ext uri="{9D8B030D-6E8A-4147-A177-3AD203B41FA5}">
                      <a16:colId xmlns:a16="http://schemas.microsoft.com/office/drawing/2014/main" val="3314149203"/>
                    </a:ext>
                  </a:extLst>
                </a:gridCol>
                <a:gridCol w="1690537">
                  <a:extLst>
                    <a:ext uri="{9D8B030D-6E8A-4147-A177-3AD203B41FA5}">
                      <a16:colId xmlns:a16="http://schemas.microsoft.com/office/drawing/2014/main" val="1758354492"/>
                    </a:ext>
                  </a:extLst>
                </a:gridCol>
                <a:gridCol w="1690538">
                  <a:extLst>
                    <a:ext uri="{9D8B030D-6E8A-4147-A177-3AD203B41FA5}">
                      <a16:colId xmlns:a16="http://schemas.microsoft.com/office/drawing/2014/main" val="1072477323"/>
                    </a:ext>
                  </a:extLst>
                </a:gridCol>
                <a:gridCol w="1371997">
                  <a:extLst>
                    <a:ext uri="{9D8B030D-6E8A-4147-A177-3AD203B41FA5}">
                      <a16:colId xmlns:a16="http://schemas.microsoft.com/office/drawing/2014/main" val="3287853011"/>
                    </a:ext>
                  </a:extLst>
                </a:gridCol>
                <a:gridCol w="1189975">
                  <a:extLst>
                    <a:ext uri="{9D8B030D-6E8A-4147-A177-3AD203B41FA5}">
                      <a16:colId xmlns:a16="http://schemas.microsoft.com/office/drawing/2014/main" val="2619505366"/>
                    </a:ext>
                  </a:extLst>
                </a:gridCol>
              </a:tblGrid>
              <a:tr h="17145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No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ADDR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Conveyor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Position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TYPE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REMARK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646003"/>
                  </a:ext>
                </a:extLst>
              </a:tr>
              <a:tr h="1428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R0300%RB600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Stocker #1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21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04310140"/>
                  </a:ext>
                </a:extLst>
              </a:tr>
              <a:tr h="1444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2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R0301%RB602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Stocker #1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43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1868725"/>
                  </a:ext>
                </a:extLst>
              </a:tr>
              <a:tr h="16668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3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R0302%RB604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Stocker #2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2589087"/>
                  </a:ext>
                </a:extLst>
              </a:tr>
              <a:tr h="1444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4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R0303%RB606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Stocker #2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3703905"/>
                  </a:ext>
                </a:extLst>
              </a:tr>
              <a:tr h="1428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5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R0304%RB608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Stocker #3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3556136"/>
                  </a:ext>
                </a:extLst>
              </a:tr>
              <a:tr h="1444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6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R0305%RB610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Stocker #3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#3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6923842"/>
                  </a:ext>
                </a:extLst>
              </a:tr>
              <a:tr h="1444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7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R0306%RB612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Stocker #4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#4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5570303"/>
                  </a:ext>
                </a:extLst>
              </a:tr>
              <a:tr h="1444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8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R0307%RB614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Stocker #4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#4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9971901"/>
                  </a:ext>
                </a:extLst>
              </a:tr>
              <a:tr h="1444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9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R0308%RB616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Stocker #5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6211930"/>
                  </a:ext>
                </a:extLst>
              </a:tr>
              <a:tr h="1444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10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R0309%RB618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Stocker #5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S/C #5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6821368"/>
                  </a:ext>
                </a:extLst>
              </a:tr>
              <a:tr h="1444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11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R0310%RB620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RGV #1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RGV #1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2740495"/>
                  </a:ext>
                </a:extLst>
              </a:tr>
              <a:tr h="144463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12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R0311%RB622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RGV #1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RGV #1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굴림" panose="020B0600000101010101" pitchFamily="50" charset="-127"/>
                        </a:rPr>
                        <a:t>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28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1pPr>
                      <a:lvl2pPr algn="l">
                        <a:spcBef>
                          <a:spcPct val="20000"/>
                        </a:spcBef>
                        <a:defRPr kumimoji="1" sz="2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2pPr>
                      <a:lvl3pPr algn="l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굴림" panose="020B0600000101010101" pitchFamily="50" charset="-12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9481237"/>
                  </a:ext>
                </a:extLst>
              </a:tr>
            </a:tbl>
          </a:graphicData>
        </a:graphic>
      </p:graphicFrame>
      <p:sp>
        <p:nvSpPr>
          <p:cNvPr id="524800" name="Text Box 512">
            <a:extLst>
              <a:ext uri="{FF2B5EF4-FFF2-40B4-BE49-F238E27FC236}">
                <a16:creationId xmlns:a16="http://schemas.microsoft.com/office/drawing/2014/main" id="{C7E6A6D6-1CED-7BD1-5001-70E4F199AD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738" y="2922276"/>
            <a:ext cx="2438400" cy="228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altLang="ko-KR" sz="9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2) Stocker Crane, RGV </a:t>
            </a:r>
            <a:r>
              <a:rPr lang="ko-KR" altLang="en-US" sz="9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위의 </a:t>
            </a:r>
            <a:r>
              <a:rPr lang="en-US" altLang="ko-KR" sz="900" b="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Tracking Area</a:t>
            </a:r>
          </a:p>
        </p:txBody>
      </p:sp>
      <p:sp>
        <p:nvSpPr>
          <p:cNvPr id="524803" name="TextBox 524802"/>
          <p:cNvSpPr txBox="1"/>
          <p:nvPr/>
        </p:nvSpPr>
        <p:spPr>
          <a:xfrm>
            <a:off x="228600" y="6309360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FF0000"/>
                </a:solidFill>
              </a:rPr>
              <a:t>※ V1.1 소스 대조: R 주소는 실기에서 XGT R 디바이스로 전송됨 (FenetDriver.cs mdSend/mdReceive: R→'%R', 논리=10진 워드주소 ×2 = %RB 바이트주소). 논리 주소 배치는 DB(TB_OBSERVABLE)와 일치 확인 — 단, C/V#1(R0000~)은 DB 미등록(실기 미사용), 실제 시작은 C/V#2(R0010)임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1C7DC7-CBCF-3EB5-1FCC-0EC043F35E6E}"/>
              </a:ext>
            </a:extLst>
          </p:cNvPr>
          <p:cNvSpPr txBox="1"/>
          <p:nvPr/>
        </p:nvSpPr>
        <p:spPr>
          <a:xfrm>
            <a:off x="2771800" y="2854398"/>
            <a:ext cx="36004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FF0000"/>
                </a:solidFill>
              </a:rPr>
              <a:t>R0300 → word300 → %RB600  (10진 300×2=600)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538A0160-D644-8EC0-3A5E-5979C307F5B7}"/>
              </a:ext>
            </a:extLst>
          </p:cNvPr>
          <p:cNvCxnSpPr/>
          <p:nvPr/>
        </p:nvCxnSpPr>
        <p:spPr bwMode="auto">
          <a:xfrm flipH="1">
            <a:off x="2599978" y="3085230"/>
            <a:ext cx="360040" cy="318246"/>
          </a:xfrm>
          <a:prstGeom prst="straightConnector1">
            <a:avLst/>
          </a:prstGeom>
          <a:ln>
            <a:solidFill>
              <a:srgbClr val="FF0000"/>
            </a:solidFill>
            <a:headEnd type="none" w="med" len="med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6F9B45-D971-0C62-1FD7-2434709F9D5C}"/>
              </a:ext>
            </a:extLst>
          </p:cNvPr>
          <p:cNvSpPr txBox="1"/>
          <p:nvPr/>
        </p:nvSpPr>
        <p:spPr>
          <a:xfrm>
            <a:off x="1530375" y="2044468"/>
            <a:ext cx="36004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FF0000"/>
                </a:solidFill>
              </a:rPr>
              <a:t>R0041 → word41 → %RB82  (10진 41×2=82)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부록: 논리 주소(B/W/R) ↔ 실제 XGT 전송 매핑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8503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dirty="0"/>
              <a:t>■ </a:t>
            </a:r>
            <a:r>
              <a:rPr sz="1100" b="1" dirty="0" err="1"/>
              <a:t>XGT에는</a:t>
            </a:r>
            <a:r>
              <a:rPr sz="1100" b="1" dirty="0"/>
              <a:t> B </a:t>
            </a:r>
            <a:r>
              <a:rPr sz="1100" b="1" dirty="0" err="1"/>
              <a:t>디바이스가</a:t>
            </a:r>
            <a:r>
              <a:rPr sz="1100" b="1" dirty="0"/>
              <a:t> </a:t>
            </a:r>
            <a:r>
              <a:rPr sz="1100" b="1" dirty="0" err="1"/>
              <a:t>없음</a:t>
            </a:r>
            <a:r>
              <a:rPr sz="1100" b="1" dirty="0"/>
              <a:t> — 본 </a:t>
            </a:r>
            <a:r>
              <a:rPr sz="1100" b="1" dirty="0" err="1"/>
              <a:t>문서와</a:t>
            </a:r>
            <a:r>
              <a:rPr sz="1100" b="1" dirty="0"/>
              <a:t> DB(TB_OBSERVABLE)의 B/W/</a:t>
            </a:r>
            <a:r>
              <a:rPr sz="1100" b="1" dirty="0" err="1"/>
              <a:t>R은</a:t>
            </a:r>
            <a:r>
              <a:rPr sz="1100" b="1" dirty="0"/>
              <a:t> </a:t>
            </a:r>
            <a:r>
              <a:rPr sz="1100" b="1" dirty="0" err="1"/>
              <a:t>ezMCS</a:t>
            </a:r>
            <a:r>
              <a:rPr sz="1100" b="1" dirty="0"/>
              <a:t> </a:t>
            </a:r>
            <a:r>
              <a:rPr sz="1100" b="1" dirty="0" err="1"/>
              <a:t>드라이버</a:t>
            </a:r>
            <a:r>
              <a:rPr sz="1100" b="1" dirty="0"/>
              <a:t>(</a:t>
            </a:r>
            <a:r>
              <a:rPr sz="1100" b="1" dirty="0" err="1"/>
              <a:t>enumDeviceType</a:t>
            </a:r>
            <a:r>
              <a:rPr sz="1100" b="1" dirty="0"/>
              <a:t>)의 </a:t>
            </a:r>
            <a:r>
              <a:rPr sz="1100" b="1" dirty="0" err="1"/>
              <a:t>논리적</a:t>
            </a:r>
            <a:r>
              <a:rPr sz="1100" b="1" dirty="0"/>
              <a:t> </a:t>
            </a:r>
            <a:r>
              <a:rPr sz="1100" b="1" dirty="0" err="1"/>
              <a:t>메모리</a:t>
            </a:r>
            <a:r>
              <a:rPr sz="1100" b="1" dirty="0"/>
              <a:t> </a:t>
            </a:r>
            <a:r>
              <a:rPr sz="1100" b="1" dirty="0" err="1"/>
              <a:t>블록</a:t>
            </a:r>
            <a:r>
              <a:rPr sz="1100" b="1" dirty="0"/>
              <a:t> </a:t>
            </a:r>
            <a:r>
              <a:rPr sz="1100" b="1" dirty="0" err="1"/>
              <a:t>분류이며</a:t>
            </a:r>
            <a:r>
              <a:rPr sz="1100" b="1" dirty="0"/>
              <a:t>,</a:t>
            </a:r>
          </a:p>
          <a:p>
            <a:r>
              <a:rPr sz="1100" b="1" dirty="0"/>
              <a:t>   </a:t>
            </a:r>
            <a:r>
              <a:rPr sz="1100" b="1" dirty="0" err="1"/>
              <a:t>실제</a:t>
            </a:r>
            <a:r>
              <a:rPr sz="1100" b="1" dirty="0"/>
              <a:t> FEnet </a:t>
            </a:r>
            <a:r>
              <a:rPr sz="1100" b="1" dirty="0" err="1"/>
              <a:t>프레임의</a:t>
            </a:r>
            <a:r>
              <a:rPr sz="1100" b="1" dirty="0"/>
              <a:t> </a:t>
            </a:r>
            <a:r>
              <a:rPr sz="1100" b="1" dirty="0" err="1"/>
              <a:t>변수명은</a:t>
            </a:r>
            <a:r>
              <a:rPr sz="1100" b="1" dirty="0"/>
              <a:t> </a:t>
            </a:r>
            <a:r>
              <a:rPr sz="1100" b="1" dirty="0" err="1"/>
              <a:t>전부</a:t>
            </a:r>
            <a:r>
              <a:rPr sz="1100" b="1" dirty="0"/>
              <a:t> XGT M </a:t>
            </a:r>
            <a:r>
              <a:rPr sz="1100" b="1" dirty="0" err="1"/>
              <a:t>디바이스</a:t>
            </a:r>
            <a:r>
              <a:rPr sz="1100" b="1" dirty="0"/>
              <a:t>(%MX/%DB)로 </a:t>
            </a:r>
            <a:r>
              <a:rPr sz="1100" b="1" dirty="0" err="1"/>
              <a:t>생성됨</a:t>
            </a:r>
            <a:r>
              <a:rPr sz="1100" b="1" dirty="0"/>
              <a:t>. (</a:t>
            </a:r>
            <a:r>
              <a:rPr sz="1100" b="1" dirty="0" err="1"/>
              <a:t>FenetDriver.cs</a:t>
            </a:r>
            <a:r>
              <a:rPr sz="1100" b="1" dirty="0"/>
              <a:t> 538행 %MX, 783~789행 %DB)</a:t>
            </a:r>
          </a:p>
          <a:p>
            <a:r>
              <a:rPr sz="1000" b="0" dirty="0"/>
              <a:t>■ 이 </a:t>
            </a:r>
            <a:r>
              <a:rPr sz="1000" b="0" dirty="0" err="1"/>
              <a:t>분류는</a:t>
            </a:r>
            <a:r>
              <a:rPr sz="1000" b="0" dirty="0"/>
              <a:t> </a:t>
            </a:r>
            <a:r>
              <a:rPr sz="1000" b="0" dirty="0" err="1"/>
              <a:t>미쓰비시</a:t>
            </a:r>
            <a:r>
              <a:rPr sz="1000" b="0" dirty="0"/>
              <a:t> </a:t>
            </a:r>
            <a:r>
              <a:rPr sz="1000" b="0" dirty="0" err="1"/>
              <a:t>MelsecNet</a:t>
            </a:r>
            <a:r>
              <a:rPr sz="1000" b="0" dirty="0"/>
              <a:t> </a:t>
            </a:r>
            <a:r>
              <a:rPr sz="1000" b="0" dirty="0" err="1"/>
              <a:t>드라이버를</a:t>
            </a:r>
            <a:r>
              <a:rPr sz="1000" b="0" dirty="0"/>
              <a:t> </a:t>
            </a:r>
            <a:r>
              <a:rPr sz="1000" b="0" dirty="0" err="1"/>
              <a:t>XGT용으로</a:t>
            </a:r>
            <a:r>
              <a:rPr sz="1000" b="0" dirty="0"/>
              <a:t> </a:t>
            </a:r>
            <a:r>
              <a:rPr sz="1000" b="0" dirty="0" err="1"/>
              <a:t>개조하면서</a:t>
            </a:r>
            <a:r>
              <a:rPr sz="1000" b="0" dirty="0"/>
              <a:t> </a:t>
            </a:r>
            <a:r>
              <a:rPr sz="1000" b="0" dirty="0" err="1"/>
              <a:t>물려받은</a:t>
            </a:r>
            <a:r>
              <a:rPr sz="1000" b="0" dirty="0"/>
              <a:t> </a:t>
            </a:r>
            <a:r>
              <a:rPr sz="1000" b="0" dirty="0" err="1"/>
              <a:t>명명</a:t>
            </a:r>
            <a:r>
              <a:rPr sz="1000" b="0" dirty="0"/>
              <a:t> </a:t>
            </a:r>
            <a:r>
              <a:rPr sz="1000" b="0" dirty="0" err="1"/>
              <a:t>관습임</a:t>
            </a:r>
            <a:r>
              <a:rPr sz="1000" b="0" dirty="0"/>
              <a:t> (</a:t>
            </a:r>
            <a:r>
              <a:rPr sz="1000" b="0" dirty="0" err="1"/>
              <a:t>에러</a:t>
            </a:r>
            <a:r>
              <a:rPr sz="1000" b="0" dirty="0"/>
              <a:t> </a:t>
            </a:r>
            <a:r>
              <a:rPr sz="1000" b="0" dirty="0" err="1"/>
              <a:t>로그에</a:t>
            </a:r>
            <a:r>
              <a:rPr sz="1000" b="0" dirty="0"/>
              <a:t> '</a:t>
            </a:r>
            <a:r>
              <a:rPr sz="1000" b="0" dirty="0" err="1"/>
              <a:t>Melsec</a:t>
            </a:r>
            <a:r>
              <a:rPr sz="1000" b="0" dirty="0"/>
              <a:t> Driver Read Error' </a:t>
            </a:r>
            <a:r>
              <a:rPr sz="1000" b="0" dirty="0" err="1"/>
              <a:t>잔존</a:t>
            </a:r>
            <a:r>
              <a:rPr sz="1000" b="0" dirty="0"/>
              <a:t> — </a:t>
            </a:r>
            <a:r>
              <a:rPr sz="1000" b="0" dirty="0" err="1"/>
              <a:t>FenetDriver.cs</a:t>
            </a:r>
            <a:r>
              <a:rPr sz="1000" b="0" dirty="0"/>
              <a:t> 203행)</a:t>
            </a:r>
          </a:p>
          <a:p>
            <a:r>
              <a:rPr sz="1100" b="1" dirty="0"/>
              <a:t>■ </a:t>
            </a:r>
            <a:r>
              <a:rPr sz="1100" b="1" dirty="0" err="1"/>
              <a:t>주소</a:t>
            </a:r>
            <a:r>
              <a:rPr sz="1100" b="1" dirty="0"/>
              <a:t> </a:t>
            </a:r>
            <a:r>
              <a:rPr sz="1100" b="1" dirty="0" err="1"/>
              <a:t>변환</a:t>
            </a:r>
            <a:r>
              <a:rPr sz="1100" b="1" dirty="0"/>
              <a:t> </a:t>
            </a:r>
            <a:r>
              <a:rPr sz="1100" b="1" dirty="0" err="1"/>
              <a:t>핵심</a:t>
            </a:r>
            <a:r>
              <a:rPr sz="1100" b="1" dirty="0"/>
              <a:t>: </a:t>
            </a:r>
            <a:r>
              <a:rPr sz="1100" b="1" dirty="0" err="1"/>
              <a:t>워드주소</a:t>
            </a:r>
            <a:r>
              <a:rPr sz="1100" b="1" dirty="0"/>
              <a:t> × 2 = %DB </a:t>
            </a:r>
            <a:r>
              <a:rPr sz="1100" b="1" dirty="0" err="1"/>
              <a:t>바이트주소</a:t>
            </a:r>
            <a:r>
              <a:rPr sz="1100" b="1" dirty="0"/>
              <a:t>  (</a:t>
            </a:r>
            <a:r>
              <a:rPr sz="1100" b="1" dirty="0" err="1"/>
              <a:t>FenetDriver.cs</a:t>
            </a:r>
            <a:r>
              <a:rPr sz="1100" b="1" dirty="0"/>
              <a:t> 776행: </a:t>
            </a:r>
            <a:r>
              <a:rPr sz="1100" b="1" dirty="0" err="1"/>
              <a:t>strMemAddress</a:t>
            </a:r>
            <a:r>
              <a:rPr sz="1100" b="1" dirty="0"/>
              <a:t> = (</a:t>
            </a:r>
            <a:r>
              <a:rPr sz="1100" b="1" dirty="0" err="1"/>
              <a:t>deviceAddress</a:t>
            </a:r>
            <a:r>
              <a:rPr sz="1100" b="1" dirty="0"/>
              <a:t> * 2).</a:t>
            </a:r>
            <a:r>
              <a:rPr sz="1100" b="1" dirty="0" err="1"/>
              <a:t>ToString</a:t>
            </a:r>
            <a:r>
              <a:rPr sz="1100" b="1" dirty="0"/>
              <a:t>())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92608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문서/DB 표기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74520" y="292608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드라이버 논리 의미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292608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실제 XGT 전송 변수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79" y="29260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변환 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38328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/>
              <a:t>B0312 (</a:t>
            </a:r>
            <a:r>
              <a:rPr sz="900" b="1" dirty="0" err="1"/>
              <a:t>비트</a:t>
            </a:r>
            <a:r>
              <a:rPr sz="900" b="1" dirty="0"/>
              <a:t>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20" y="338328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비트 영역 블록, 16진 비트주소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338328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%MX (M 디바이스 비트 접근)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79" y="33832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B0312 → %MX 비트주소 0x0312 기준 접근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950208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/>
              <a:t>%DW336 (워드)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20" y="3950208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워드 영역 블록, 16진 워드주소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950208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dirty="0"/>
              <a:t>%DB (</a:t>
            </a:r>
            <a:r>
              <a:rPr sz="900" b="0" dirty="0" err="1"/>
              <a:t>바이트</a:t>
            </a:r>
            <a:r>
              <a:rPr sz="900" b="0" dirty="0"/>
              <a:t> </a:t>
            </a:r>
            <a:r>
              <a:rPr sz="900" b="0" dirty="0" err="1"/>
              <a:t>접근</a:t>
            </a:r>
            <a:r>
              <a:rPr sz="900" b="0" dirty="0"/>
              <a:t>, 주소×2)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37204" y="3950208"/>
            <a:ext cx="308751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dirty="0">
                <a:solidFill>
                  <a:srgbClr val="FF0000"/>
                </a:solidFill>
              </a:rPr>
              <a:t>%DW336 → %DB672  (336×2=672)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4517136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/>
              <a:t>%DW490 (방향)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20" y="4517136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C/V#11 Direction Mode 워드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517136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%DB (주소×2)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65196" y="4517136"/>
            <a:ext cx="323152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dirty="0">
                <a:solidFill>
                  <a:srgbClr val="FF0000"/>
                </a:solidFill>
              </a:rPr>
              <a:t>%DW490 → %DB980  (490×2=980)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084064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/>
              <a:t>R0130 (트래킹)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20" y="5084064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트래킹 워드 블록, 10진 주소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5084064"/>
            <a:ext cx="237361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dirty="0"/>
              <a:t>M </a:t>
            </a:r>
            <a:r>
              <a:rPr sz="900" b="0" dirty="0" err="1"/>
              <a:t>영역</a:t>
            </a:r>
            <a:r>
              <a:rPr sz="900" b="0" dirty="0"/>
              <a:t> </a:t>
            </a:r>
            <a:r>
              <a:rPr sz="900" b="0" dirty="0" err="1"/>
              <a:t>워드</a:t>
            </a:r>
            <a:r>
              <a:rPr sz="900" b="0" dirty="0"/>
              <a:t> </a:t>
            </a:r>
            <a:r>
              <a:rPr sz="900" b="0" dirty="0" err="1"/>
              <a:t>접근</a:t>
            </a:r>
            <a:r>
              <a:rPr sz="900" b="0" dirty="0"/>
              <a:t> (W </a:t>
            </a:r>
            <a:r>
              <a:rPr sz="900" b="0" dirty="0" err="1"/>
              <a:t>계열과</a:t>
            </a:r>
            <a:r>
              <a:rPr sz="900" b="0" dirty="0"/>
              <a:t> </a:t>
            </a:r>
            <a:r>
              <a:rPr sz="900" b="0" dirty="0" err="1"/>
              <a:t>동일</a:t>
            </a:r>
            <a:r>
              <a:rPr sz="900" b="0" dirty="0"/>
              <a:t> </a:t>
            </a:r>
            <a:r>
              <a:rPr sz="900" b="0" dirty="0" err="1"/>
              <a:t>분기</a:t>
            </a:r>
            <a:r>
              <a:rPr sz="900" b="0" dirty="0"/>
              <a:t>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79" y="5084064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R0130 → 워드주소 130 기준, JOB NO 2워드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943600"/>
            <a:ext cx="8503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dirty="0">
                <a:solidFill>
                  <a:srgbClr val="FF0000"/>
                </a:solidFill>
              </a:rPr>
              <a:t>※ PLC 래더와 대조할 때는 M 영역 기준으로 확인할 것 — 문서의 비트 주소는 M 비트, 트래킹은 R 영역, 워드 주소는 D 영역 DW(문서 주소 ×2 = 바이트 오프셋)에 대응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89B70C7-82C5-AA88-2BB9-FB9A10FD024E}"/>
              </a:ext>
            </a:extLst>
          </p:cNvPr>
          <p:cNvSpPr txBox="1"/>
          <p:nvPr/>
        </p:nvSpPr>
        <p:spPr>
          <a:xfrm>
            <a:off x="228600" y="101600"/>
            <a:ext cx="9639300" cy="3847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1900">
                <a:solidFill>
                  <a:srgbClr val="8B0000"/>
                </a:solidFill>
              </a:rPr>
              <a:t>[V1.3] 260818 PLC </a:t>
            </a:r>
            <a:r>
              <a:rPr lang="ko-KR" altLang="en-US" sz="1900">
                <a:solidFill>
                  <a:srgbClr val="8B0000"/>
                </a:solidFill>
              </a:rPr>
              <a:t>조사본</a:t>
            </a:r>
            <a:r>
              <a:rPr lang="en-US" altLang="ko-KR" sz="1900">
                <a:solidFill>
                  <a:srgbClr val="8B0000"/>
                </a:solidFill>
              </a:rPr>
              <a:t>(SC_2~5) </a:t>
            </a:r>
            <a:r>
              <a:rPr lang="ko-KR" altLang="en-US" sz="1900">
                <a:solidFill>
                  <a:srgbClr val="8B0000"/>
                </a:solidFill>
              </a:rPr>
              <a:t>대조 결과 및 정정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E2BDC3-0DDB-9D62-87A8-F658B983A30C}"/>
              </a:ext>
            </a:extLst>
          </p:cNvPr>
          <p:cNvSpPr txBox="1"/>
          <p:nvPr/>
        </p:nvSpPr>
        <p:spPr>
          <a:xfrm>
            <a:off x="203200" y="584200"/>
            <a:ext cx="9690100" cy="60016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1100">
                <a:solidFill>
                  <a:srgbClr val="00008B"/>
                </a:solidFill>
              </a:rPr>
              <a:t>PLC </a:t>
            </a:r>
            <a:r>
              <a:rPr lang="ko-KR" altLang="en-US" sz="1100">
                <a:solidFill>
                  <a:srgbClr val="00008B"/>
                </a:solidFill>
              </a:rPr>
              <a:t>담당자 조사본</a:t>
            </a:r>
            <a:r>
              <a:rPr lang="en-US" altLang="ko-KR" sz="1100">
                <a:solidFill>
                  <a:srgbClr val="00008B"/>
                </a:solidFill>
              </a:rPr>
              <a:t>(2~5</a:t>
            </a:r>
            <a:r>
              <a:rPr lang="ko-KR" altLang="en-US" sz="1100">
                <a:solidFill>
                  <a:srgbClr val="00008B"/>
                </a:solidFill>
              </a:rPr>
              <a:t>호기 반송시나리오</a:t>
            </a:r>
            <a:r>
              <a:rPr lang="en-US" altLang="ko-KR" sz="1100">
                <a:solidFill>
                  <a:srgbClr val="00008B"/>
                </a:solidFill>
              </a:rPr>
              <a:t>)</a:t>
            </a:r>
            <a:r>
              <a:rPr lang="ko-KR" altLang="en-US" sz="1100">
                <a:solidFill>
                  <a:srgbClr val="00008B"/>
                </a:solidFill>
              </a:rPr>
              <a:t>의 </a:t>
            </a:r>
            <a:r>
              <a:rPr lang="en-US" altLang="ko-KR" sz="1100">
                <a:solidFill>
                  <a:srgbClr val="00008B"/>
                </a:solidFill>
              </a:rPr>
              <a:t>M/D/R </a:t>
            </a:r>
            <a:r>
              <a:rPr lang="ko-KR" altLang="en-US" sz="1100">
                <a:solidFill>
                  <a:srgbClr val="00008B"/>
                </a:solidFill>
              </a:rPr>
              <a:t>주소 </a:t>
            </a:r>
            <a:r>
              <a:rPr lang="en-US" altLang="ko-KR" sz="1100">
                <a:solidFill>
                  <a:srgbClr val="00008B"/>
                </a:solidFill>
              </a:rPr>
              <a:t>71</a:t>
            </a:r>
            <a:r>
              <a:rPr lang="ko-KR" altLang="en-US" sz="1100">
                <a:solidFill>
                  <a:srgbClr val="00008B"/>
                </a:solidFill>
              </a:rPr>
              <a:t>건을 </a:t>
            </a:r>
            <a:r>
              <a:rPr lang="en-US" altLang="ko-KR" sz="1100">
                <a:solidFill>
                  <a:srgbClr val="00008B"/>
                </a:solidFill>
              </a:rPr>
              <a:t>TB_OBSERVABLE(</a:t>
            </a:r>
            <a:r>
              <a:rPr lang="ko-KR" altLang="en-US" sz="1100">
                <a:solidFill>
                  <a:srgbClr val="00008B"/>
                </a:solidFill>
              </a:rPr>
              <a:t>운영 </a:t>
            </a:r>
            <a:r>
              <a:rPr lang="en-US" altLang="ko-KR" sz="1100">
                <a:solidFill>
                  <a:srgbClr val="00008B"/>
                </a:solidFill>
              </a:rPr>
              <a:t>DB)</a:t>
            </a:r>
            <a:r>
              <a:rPr lang="ko-KR" altLang="en-US" sz="1100">
                <a:solidFill>
                  <a:srgbClr val="00008B"/>
                </a:solidFill>
              </a:rPr>
              <a:t>와 전수 대조 </a:t>
            </a:r>
            <a:r>
              <a:rPr lang="en-US" altLang="ko-KR" sz="1100">
                <a:solidFill>
                  <a:srgbClr val="00008B"/>
                </a:solidFill>
              </a:rPr>
              <a:t>- </a:t>
            </a:r>
            <a:r>
              <a:rPr lang="ko-KR" altLang="en-US" sz="1100">
                <a:solidFill>
                  <a:srgbClr val="00008B"/>
                </a:solidFill>
              </a:rPr>
              <a:t>매핑 실패 </a:t>
            </a:r>
            <a:r>
              <a:rPr lang="en-US" altLang="ko-KR" sz="1100">
                <a:solidFill>
                  <a:srgbClr val="00008B"/>
                </a:solidFill>
              </a:rPr>
              <a:t>0</a:t>
            </a:r>
            <a:r>
              <a:rPr lang="ko-KR" altLang="en-US" sz="1100">
                <a:solidFill>
                  <a:srgbClr val="00008B"/>
                </a:solidFill>
              </a:rPr>
              <a:t>건</a:t>
            </a:r>
            <a:r>
              <a:rPr lang="en-US" altLang="ko-KR" sz="1100">
                <a:solidFill>
                  <a:srgbClr val="00008B"/>
                </a:solidFill>
              </a:rPr>
              <a:t>, </a:t>
            </a:r>
            <a:r>
              <a:rPr lang="ko-KR" altLang="en-US" sz="1100">
                <a:solidFill>
                  <a:srgbClr val="00008B"/>
                </a:solidFill>
              </a:rPr>
              <a:t>메모리맵 일치</a:t>
            </a:r>
            <a:r>
              <a:rPr lang="en-US" altLang="ko-KR" sz="1100">
                <a:solidFill>
                  <a:srgbClr val="00008B"/>
                </a:solidFill>
              </a:rPr>
              <a:t>. </a:t>
            </a:r>
            <a:r>
              <a:rPr lang="ko-KR" altLang="en-US" sz="1100">
                <a:solidFill>
                  <a:srgbClr val="00008B"/>
                </a:solidFill>
              </a:rPr>
              <a:t>단</a:t>
            </a:r>
            <a:r>
              <a:rPr lang="en-US" altLang="ko-KR" sz="1100">
                <a:solidFill>
                  <a:srgbClr val="00008B"/>
                </a:solidFill>
              </a:rPr>
              <a:t>, </a:t>
            </a:r>
            <a:r>
              <a:rPr lang="ko-KR" altLang="en-US" sz="1100">
                <a:solidFill>
                  <a:srgbClr val="00008B"/>
                </a:solidFill>
              </a:rPr>
              <a:t>아래 전사 오기를 정정하여 확정 주소표</a:t>
            </a:r>
            <a:r>
              <a:rPr lang="en-US" altLang="ko-KR" sz="1100">
                <a:solidFill>
                  <a:srgbClr val="00008B"/>
                </a:solidFill>
              </a:rPr>
              <a:t>(</a:t>
            </a:r>
            <a:r>
              <a:rPr lang="ko-KR" altLang="en-US" sz="1100">
                <a:solidFill>
                  <a:srgbClr val="00008B"/>
                </a:solidFill>
              </a:rPr>
              <a:t>다음 </a:t>
            </a:r>
            <a:r>
              <a:rPr lang="en-US" altLang="ko-KR" sz="1100">
                <a:solidFill>
                  <a:srgbClr val="00008B"/>
                </a:solidFill>
              </a:rPr>
              <a:t>2</a:t>
            </a:r>
            <a:r>
              <a:rPr lang="ko-KR" altLang="en-US" sz="1100">
                <a:solidFill>
                  <a:srgbClr val="00008B"/>
                </a:solidFill>
              </a:rPr>
              <a:t>매</a:t>
            </a:r>
            <a:r>
              <a:rPr lang="en-US" altLang="ko-KR" sz="1100">
                <a:solidFill>
                  <a:srgbClr val="00008B"/>
                </a:solidFill>
              </a:rPr>
              <a:t>)</a:t>
            </a:r>
            <a:r>
              <a:rPr lang="ko-KR" altLang="en-US" sz="1100">
                <a:solidFill>
                  <a:srgbClr val="00008B"/>
                </a:solidFill>
              </a:rPr>
              <a:t>에 반영</a:t>
            </a:r>
            <a:r>
              <a:rPr lang="en-US" altLang="ko-KR" sz="1100">
                <a:solidFill>
                  <a:srgbClr val="00008B"/>
                </a:solidFill>
              </a:rPr>
              <a:t>. </a:t>
            </a:r>
            <a:r>
              <a:rPr lang="ko-KR" altLang="en-US" sz="1100">
                <a:solidFill>
                  <a:srgbClr val="00008B"/>
                </a:solidFill>
              </a:rPr>
              <a:t>근거</a:t>
            </a:r>
            <a:r>
              <a:rPr lang="en-US" altLang="ko-KR" sz="1100">
                <a:solidFill>
                  <a:srgbClr val="00008B"/>
                </a:solidFill>
              </a:rPr>
              <a:t>: V1.1 </a:t>
            </a:r>
            <a:r>
              <a:rPr lang="ko-KR" altLang="en-US" sz="1100">
                <a:solidFill>
                  <a:srgbClr val="00008B"/>
                </a:solidFill>
              </a:rPr>
              <a:t>검증본 </a:t>
            </a:r>
            <a:r>
              <a:rPr lang="en-US" altLang="ko-KR" sz="1100">
                <a:solidFill>
                  <a:srgbClr val="00008B"/>
                </a:solidFill>
              </a:rPr>
              <a:t>C/V#11,#2 + Conveyor.cs(</a:t>
            </a:r>
            <a:r>
              <a:rPr lang="ko-KR" altLang="en-US" sz="1100">
                <a:solidFill>
                  <a:srgbClr val="00008B"/>
                </a:solidFill>
              </a:rPr>
              <a:t>이벤트</a:t>
            </a:r>
            <a:r>
              <a:rPr lang="en-US" altLang="ko-KR" sz="1100">
                <a:solidFill>
                  <a:srgbClr val="00008B"/>
                </a:solidFill>
              </a:rPr>
              <a:t>-Ack </a:t>
            </a:r>
            <a:r>
              <a:rPr lang="ko-KR" altLang="en-US" sz="1100">
                <a:solidFill>
                  <a:srgbClr val="00008B"/>
                </a:solidFill>
              </a:rPr>
              <a:t>이름 짝</a:t>
            </a:r>
            <a:r>
              <a:rPr lang="en-US" altLang="ko-KR" sz="1100">
                <a:solidFill>
                  <a:srgbClr val="00008B"/>
                </a:solidFill>
              </a:rPr>
              <a:t>) + TB_LOCATION(nR=RGV</a:t>
            </a:r>
            <a:r>
              <a:rPr lang="ko-KR" altLang="en-US" sz="1100">
                <a:solidFill>
                  <a:srgbClr val="00008B"/>
                </a:solidFill>
              </a:rPr>
              <a:t>측</a:t>
            </a:r>
            <a:r>
              <a:rPr lang="en-US" altLang="ko-KR" sz="1100">
                <a:solidFill>
                  <a:srgbClr val="00008B"/>
                </a:solidFill>
              </a:rPr>
              <a:t>=</a:t>
            </a:r>
            <a:r>
              <a:rPr lang="ko-KR" altLang="en-US" sz="1100">
                <a:solidFill>
                  <a:srgbClr val="00008B"/>
                </a:solidFill>
              </a:rPr>
              <a:t>위치</a:t>
            </a:r>
            <a:r>
              <a:rPr lang="en-US" altLang="ko-KR" sz="1100">
                <a:solidFill>
                  <a:srgbClr val="00008B"/>
                </a:solidFill>
              </a:rPr>
              <a:t>1). </a:t>
            </a:r>
            <a:r>
              <a:rPr lang="ko-KR" altLang="en-US" sz="1100">
                <a:solidFill>
                  <a:srgbClr val="00008B"/>
                </a:solidFill>
              </a:rPr>
              <a:t>상세</a:t>
            </a:r>
            <a:r>
              <a:rPr lang="en-US" altLang="ko-KR" sz="1100">
                <a:solidFill>
                  <a:srgbClr val="00008B"/>
                </a:solidFill>
              </a:rPr>
              <a:t>: docs/ecp_dll_and_scenario260818_review.md</a:t>
            </a:r>
            <a:endParaRPr lang="ko-KR" altLang="en-US" sz="1100">
              <a:solidFill>
                <a:srgbClr val="00008B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4BB4A168-24C3-DD7F-56BA-02812C610A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9449262"/>
              </p:ext>
            </p:extLst>
          </p:nvPr>
        </p:nvGraphicFramePr>
        <p:xfrm>
          <a:off x="177800" y="1346200"/>
          <a:ext cx="97409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2998">
                  <a:extLst>
                    <a:ext uri="{9D8B030D-6E8A-4147-A177-3AD203B41FA5}">
                      <a16:colId xmlns:a16="http://schemas.microsoft.com/office/drawing/2014/main" val="3094568265"/>
                    </a:ext>
                  </a:extLst>
                </a:gridCol>
                <a:gridCol w="3506724">
                  <a:extLst>
                    <a:ext uri="{9D8B030D-6E8A-4147-A177-3AD203B41FA5}">
                      <a16:colId xmlns:a16="http://schemas.microsoft.com/office/drawing/2014/main" val="4009368260"/>
                    </a:ext>
                  </a:extLst>
                </a:gridCol>
                <a:gridCol w="4091178">
                  <a:extLst>
                    <a:ext uri="{9D8B030D-6E8A-4147-A177-3AD203B41FA5}">
                      <a16:colId xmlns:a16="http://schemas.microsoft.com/office/drawing/2014/main" val="3982889727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구분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첨부</a:t>
                      </a:r>
                      <a:r>
                        <a:rPr lang="en-US" altLang="ko-KR" sz="1000" b="1"/>
                        <a:t>(</a:t>
                      </a:r>
                      <a:r>
                        <a:rPr lang="ko-KR" altLang="en-US" sz="1000" b="1"/>
                        <a:t>오기</a:t>
                      </a:r>
                      <a:r>
                        <a:rPr lang="en-US" altLang="ko-KR" sz="1000" b="1"/>
                        <a:t>)</a:t>
                      </a:r>
                      <a:endParaRPr lang="ko-KR" altLang="en-US" sz="1000" b="1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정정</a:t>
                      </a:r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330178635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/>
                        <a:t>출고 </a:t>
                      </a:r>
                      <a:r>
                        <a:rPr lang="en-US" altLang="ko-KR" sz="1000"/>
                        <a:t>RGV </a:t>
                      </a:r>
                      <a:r>
                        <a:rPr lang="ko-KR" altLang="en-US" sz="1000"/>
                        <a:t>픽업 이벤트</a:t>
                      </a:r>
                      <a:r>
                        <a:rPr lang="en-US" altLang="ko-KR" sz="1000"/>
                        <a:t>(4</a:t>
                      </a:r>
                      <a:r>
                        <a:rPr lang="ko-KR" altLang="en-US" sz="1000"/>
                        <a:t>건</a:t>
                      </a:r>
                      <a:r>
                        <a:rPr lang="en-US" altLang="ko-KR" sz="1000"/>
                        <a:t>)</a:t>
                      </a:r>
                      <a:endParaRPr lang="ko-KR" altLang="en-US" sz="10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/>
                        <a:t>M0202 / M0242 / M0282 / M0322</a:t>
                      </a:r>
                      <a:endParaRPr lang="ko-KR" altLang="en-US" sz="10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/>
                        <a:t>M0201 / M0241 / M0281 / M0321  (UNLOAD_COMPLETE_01, +1</a:t>
                      </a:r>
                      <a:r>
                        <a:rPr lang="ko-KR" altLang="en-US" sz="1000"/>
                        <a:t>비트</a:t>
                      </a:r>
                      <a:r>
                        <a:rPr lang="en-US" altLang="ko-KR" sz="1000"/>
                        <a:t>)</a:t>
                      </a:r>
                      <a:endParaRPr lang="ko-KR" altLang="en-US" sz="100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383330451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/>
                        <a:t>입고 </a:t>
                      </a:r>
                      <a:r>
                        <a:rPr lang="en-US" altLang="ko-KR" sz="1000"/>
                        <a:t>RGV </a:t>
                      </a:r>
                      <a:r>
                        <a:rPr lang="ko-KR" altLang="en-US" sz="1000"/>
                        <a:t>하역 </a:t>
                      </a:r>
                      <a:r>
                        <a:rPr lang="en-US" altLang="ko-KR" sz="1000"/>
                        <a:t>Ack(4</a:t>
                      </a:r>
                      <a:r>
                        <a:rPr lang="ko-KR" altLang="en-US" sz="1000"/>
                        <a:t>건</a:t>
                      </a:r>
                      <a:r>
                        <a:rPr lang="en-US" altLang="ko-KR" sz="1000"/>
                        <a:t>)</a:t>
                      </a:r>
                      <a:endParaRPr lang="ko-KR" altLang="en-US" sz="10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/>
                        <a:t>M0831 / M0851 / M0871 / M0891</a:t>
                      </a:r>
                      <a:endParaRPr lang="ko-KR" altLang="en-US" sz="10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/>
                        <a:t>M0832 / M0852 / M0872 / M0892  (LOAD_COMPLETE_ACK_01)</a:t>
                      </a:r>
                      <a:endParaRPr lang="ko-KR" altLang="en-US" sz="100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38133174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/>
                        <a:t>출고 </a:t>
                      </a:r>
                      <a:r>
                        <a:rPr lang="en-US" altLang="ko-KR" sz="1000"/>
                        <a:t>R </a:t>
                      </a:r>
                      <a:r>
                        <a:rPr lang="ko-KR" altLang="en-US" sz="1000"/>
                        <a:t>트래킹 순서</a:t>
                      </a:r>
                      <a:r>
                        <a:rPr lang="en-US" altLang="ko-KR" sz="1000"/>
                        <a:t>(4</a:t>
                      </a:r>
                      <a:r>
                        <a:rPr lang="ko-KR" altLang="en-US" sz="1000"/>
                        <a:t>건</a:t>
                      </a:r>
                      <a:r>
                        <a:rPr lang="en-US" altLang="ko-KR" sz="1000"/>
                        <a:t>)</a:t>
                      </a:r>
                      <a:endParaRPr lang="ko-KR" altLang="en-US" sz="10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/>
                        <a:t>초기 </a:t>
                      </a:r>
                      <a:r>
                        <a:rPr lang="en-US" altLang="ko-KR" sz="1000"/>
                        <a:t>R00x0 - </a:t>
                      </a:r>
                      <a:r>
                        <a:rPr lang="ko-KR" altLang="en-US" sz="1000"/>
                        <a:t>시프트 </a:t>
                      </a:r>
                      <a:r>
                        <a:rPr lang="en-US" altLang="ko-KR" sz="1000"/>
                        <a:t>R00x2</a:t>
                      </a:r>
                      <a:endParaRPr lang="ko-KR" altLang="en-US" sz="10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/>
                        <a:t>초기</a:t>
                      </a:r>
                      <a:r>
                        <a:rPr lang="en-US" altLang="ko-KR" sz="1000"/>
                        <a:t>=SC</a:t>
                      </a:r>
                      <a:r>
                        <a:rPr lang="ko-KR" altLang="en-US" sz="1000"/>
                        <a:t>측 </a:t>
                      </a:r>
                      <a:r>
                        <a:rPr lang="en-US" altLang="ko-KR" sz="1000"/>
                        <a:t>R00x2 - </a:t>
                      </a:r>
                      <a:r>
                        <a:rPr lang="ko-KR" altLang="en-US" sz="1000"/>
                        <a:t>시프트</a:t>
                      </a:r>
                      <a:r>
                        <a:rPr lang="en-US" altLang="ko-KR" sz="1000"/>
                        <a:t>=RGV</a:t>
                      </a:r>
                      <a:r>
                        <a:rPr lang="ko-KR" altLang="en-US" sz="1000"/>
                        <a:t>측 </a:t>
                      </a:r>
                      <a:r>
                        <a:rPr lang="en-US" altLang="ko-KR" sz="1000"/>
                        <a:t>R00x0 (</a:t>
                      </a:r>
                      <a:r>
                        <a:rPr lang="ko-KR" altLang="en-US" sz="1000"/>
                        <a:t>위치</a:t>
                      </a:r>
                      <a:r>
                        <a:rPr lang="en-US" altLang="ko-KR" sz="1000"/>
                        <a:t>1=RGV</a:t>
                      </a:r>
                      <a:r>
                        <a:rPr lang="ko-KR" altLang="en-US" sz="1000"/>
                        <a:t>측</a:t>
                      </a:r>
                      <a:r>
                        <a:rPr lang="en-US" altLang="ko-KR" sz="1000"/>
                        <a:t>)</a:t>
                      </a:r>
                      <a:endParaRPr lang="ko-KR" altLang="en-US" sz="100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401007842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/>
                        <a:t>방향 체크 표기</a:t>
                      </a:r>
                      <a:r>
                        <a:rPr lang="en-US" altLang="ko-KR" sz="1000"/>
                        <a:t>(8</a:t>
                      </a:r>
                      <a:r>
                        <a:rPr lang="ko-KR" altLang="en-US" sz="1000"/>
                        <a:t>회</a:t>
                      </a:r>
                      <a:r>
                        <a:rPr lang="en-US" altLang="ko-KR" sz="1000"/>
                        <a:t>)</a:t>
                      </a:r>
                      <a:endParaRPr lang="ko-KR" altLang="en-US" sz="10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/>
                        <a:t>M0249 / M0189 (</a:t>
                      </a:r>
                      <a:r>
                        <a:rPr lang="ko-KR" altLang="en-US" sz="1000"/>
                        <a:t>구 </a:t>
                      </a:r>
                      <a:r>
                        <a:rPr lang="en-US" altLang="ko-KR" sz="1000"/>
                        <a:t>C/V#2 </a:t>
                      </a:r>
                      <a:r>
                        <a:rPr lang="ko-KR" altLang="en-US" sz="1000"/>
                        <a:t>슬라이드 복붙</a:t>
                      </a:r>
                      <a:r>
                        <a:rPr lang="en-US" altLang="ko-KR" sz="1000"/>
                        <a:t>)</a:t>
                      </a:r>
                      <a:endParaRPr lang="ko-KR" altLang="en-US" sz="10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/>
                        <a:t>C/V</a:t>
                      </a:r>
                      <a:r>
                        <a:rPr lang="ko-KR" altLang="en-US" sz="1000"/>
                        <a:t>별 </a:t>
                      </a:r>
                      <a:r>
                        <a:rPr lang="en-US" altLang="ko-KR" sz="1000"/>
                        <a:t>D</a:t>
                      </a:r>
                      <a:r>
                        <a:rPr lang="ko-KR" altLang="en-US" sz="1000"/>
                        <a:t>워드 </a:t>
                      </a:r>
                      <a:r>
                        <a:rPr lang="en-US" altLang="ko-KR" sz="1000"/>
                        <a:t>D030(n-1): C/V#3=D0302 ... C/V#10=D0309, </a:t>
                      </a:r>
                      <a:r>
                        <a:rPr lang="ko-KR" altLang="en-US" sz="1000"/>
                        <a:t>값</a:t>
                      </a:r>
                      <a:r>
                        <a:rPr lang="en-US" altLang="ko-KR" sz="1000"/>
                        <a:t>: </a:t>
                      </a:r>
                      <a:r>
                        <a:rPr lang="ko-KR" altLang="en-US" sz="1000"/>
                        <a:t>입고 </a:t>
                      </a:r>
                      <a:r>
                        <a:rPr lang="en-US" altLang="ko-KR" sz="1000"/>
                        <a:t>0 / </a:t>
                      </a:r>
                      <a:r>
                        <a:rPr lang="ko-KR" altLang="en-US" sz="1000"/>
                        <a:t>출고 </a:t>
                      </a:r>
                      <a:r>
                        <a:rPr lang="en-US" altLang="ko-KR" sz="1000"/>
                        <a:t>1</a:t>
                      </a:r>
                      <a:endParaRPr lang="ko-KR" altLang="en-US" sz="100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61580809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/>
                        <a:t>도착 트랙 오탈</a:t>
                      </a:r>
                      <a:r>
                        <a:rPr lang="en-US" altLang="ko-KR" sz="1000"/>
                        <a:t>(3</a:t>
                      </a:r>
                      <a:r>
                        <a:rPr lang="ko-KR" altLang="en-US" sz="1000"/>
                        <a:t>건</a:t>
                      </a:r>
                      <a:r>
                        <a:rPr lang="en-US" altLang="ko-KR" sz="1000"/>
                        <a:t>)</a:t>
                      </a:r>
                      <a:endParaRPr lang="ko-KR" altLang="en-US" sz="10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/>
                        <a:t>S15 CV106, S18 CV108, S23 CV108</a:t>
                      </a:r>
                      <a:endParaRPr lang="ko-KR" altLang="en-US" sz="10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/>
                        <a:t>CV110, CV112, CV116</a:t>
                      </a:r>
                      <a:endParaRPr lang="ko-KR" altLang="en-US" sz="100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277128344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/>
                        <a:t>알람 슬라이드</a:t>
                      </a:r>
                      <a:r>
                        <a:rPr lang="en-US" altLang="ko-KR" sz="1000"/>
                        <a:t>(SC#1~5)</a:t>
                      </a:r>
                      <a:endParaRPr lang="ko-KR" altLang="en-US" sz="10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/>
                        <a:t>-</a:t>
                      </a:r>
                      <a:endParaRPr lang="ko-KR" altLang="en-US" sz="10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/>
                        <a:t>전수 일치</a:t>
                      </a:r>
                      <a:r>
                        <a:rPr lang="en-US" altLang="ko-KR" sz="1000"/>
                        <a:t>(</a:t>
                      </a:r>
                      <a:r>
                        <a:rPr lang="ko-KR" altLang="en-US" sz="1000"/>
                        <a:t>정정 없음</a:t>
                      </a:r>
                      <a:r>
                        <a:rPr lang="en-US" altLang="ko-KR" sz="1000"/>
                        <a:t>)</a:t>
                      </a:r>
                      <a:endParaRPr lang="ko-KR" altLang="en-US" sz="100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23269280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166924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0D4273E-A732-3DF6-45B1-527D4B06BA99}"/>
              </a:ext>
            </a:extLst>
          </p:cNvPr>
          <p:cNvSpPr txBox="1"/>
          <p:nvPr/>
        </p:nvSpPr>
        <p:spPr>
          <a:xfrm>
            <a:off x="228600" y="101600"/>
            <a:ext cx="9639300" cy="3847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1900">
                <a:solidFill>
                  <a:srgbClr val="8B0000"/>
                </a:solidFill>
              </a:rPr>
              <a:t>[V1.3] SC_2~5 </a:t>
            </a:r>
            <a:r>
              <a:rPr lang="ko-KR" altLang="en-US" sz="1900">
                <a:solidFill>
                  <a:srgbClr val="8B0000"/>
                </a:solidFill>
              </a:rPr>
              <a:t>출고 반송 확정 주소표 </a:t>
            </a:r>
            <a:r>
              <a:rPr lang="en-US" altLang="ko-KR" sz="1900">
                <a:solidFill>
                  <a:srgbClr val="8B0000"/>
                </a:solidFill>
              </a:rPr>
              <a:t>(</a:t>
            </a:r>
            <a:r>
              <a:rPr lang="ko-KR" altLang="en-US" sz="1900">
                <a:solidFill>
                  <a:srgbClr val="8B0000"/>
                </a:solidFill>
              </a:rPr>
              <a:t>정정 반영</a:t>
            </a:r>
            <a:r>
              <a:rPr lang="en-US" altLang="ko-KR" sz="1900">
                <a:solidFill>
                  <a:srgbClr val="8B0000"/>
                </a:solidFill>
              </a:rPr>
              <a:t>)</a:t>
            </a:r>
            <a:endParaRPr lang="ko-KR" altLang="en-US" sz="1900">
              <a:solidFill>
                <a:srgbClr val="8B0000"/>
              </a:solidFill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9A8B08B5-A01B-9F40-519D-CE74EA839D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1025181"/>
              </p:ext>
            </p:extLst>
          </p:nvPr>
        </p:nvGraphicFramePr>
        <p:xfrm>
          <a:off x="177800" y="660400"/>
          <a:ext cx="9740900" cy="114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8180">
                  <a:extLst>
                    <a:ext uri="{9D8B030D-6E8A-4147-A177-3AD203B41FA5}">
                      <a16:colId xmlns:a16="http://schemas.microsoft.com/office/drawing/2014/main" val="1169628759"/>
                    </a:ext>
                  </a:extLst>
                </a:gridCol>
                <a:gridCol w="1363726">
                  <a:extLst>
                    <a:ext uri="{9D8B030D-6E8A-4147-A177-3AD203B41FA5}">
                      <a16:colId xmlns:a16="http://schemas.microsoft.com/office/drawing/2014/main" val="2674388116"/>
                    </a:ext>
                  </a:extLst>
                </a:gridCol>
                <a:gridCol w="1558544">
                  <a:extLst>
                    <a:ext uri="{9D8B030D-6E8A-4147-A177-3AD203B41FA5}">
                      <a16:colId xmlns:a16="http://schemas.microsoft.com/office/drawing/2014/main" val="1780755212"/>
                    </a:ext>
                  </a:extLst>
                </a:gridCol>
                <a:gridCol w="1558544">
                  <a:extLst>
                    <a:ext uri="{9D8B030D-6E8A-4147-A177-3AD203B41FA5}">
                      <a16:colId xmlns:a16="http://schemas.microsoft.com/office/drawing/2014/main" val="631929895"/>
                    </a:ext>
                  </a:extLst>
                </a:gridCol>
                <a:gridCol w="1363726">
                  <a:extLst>
                    <a:ext uri="{9D8B030D-6E8A-4147-A177-3AD203B41FA5}">
                      <a16:colId xmlns:a16="http://schemas.microsoft.com/office/drawing/2014/main" val="3203164508"/>
                    </a:ext>
                  </a:extLst>
                </a:gridCol>
                <a:gridCol w="779272">
                  <a:extLst>
                    <a:ext uri="{9D8B030D-6E8A-4147-A177-3AD203B41FA5}">
                      <a16:colId xmlns:a16="http://schemas.microsoft.com/office/drawing/2014/main" val="3918252365"/>
                    </a:ext>
                  </a:extLst>
                </a:gridCol>
                <a:gridCol w="1168908">
                  <a:extLst>
                    <a:ext uri="{9D8B030D-6E8A-4147-A177-3AD203B41FA5}">
                      <a16:colId xmlns:a16="http://schemas.microsoft.com/office/drawing/2014/main" val="86254128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 b="1"/>
                        <a:t>흐름 </a:t>
                      </a:r>
                      <a:r>
                        <a:rPr lang="en-US" altLang="ko-KR" sz="950" b="1"/>
                        <a:t>(SC</a:t>
                      </a:r>
                      <a:r>
                        <a:rPr lang="ko-KR" altLang="en-US" sz="950" b="1"/>
                        <a:t>측</a:t>
                      </a:r>
                      <a:r>
                        <a:rPr lang="en-US" altLang="ko-KR" sz="950" b="1"/>
                        <a:t>-RGV</a:t>
                      </a:r>
                      <a:r>
                        <a:rPr lang="ko-KR" altLang="en-US" sz="950" b="1"/>
                        <a:t>측</a:t>
                      </a:r>
                      <a:r>
                        <a:rPr lang="en-US" altLang="ko-KR" sz="950" b="1"/>
                        <a:t>)</a:t>
                      </a:r>
                      <a:endParaRPr lang="ko-KR" altLang="en-US" sz="950" b="1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 b="1"/>
                        <a:t>SC</a:t>
                      </a:r>
                      <a:r>
                        <a:rPr lang="ko-KR" altLang="en-US" sz="950" b="1"/>
                        <a:t>하역 </a:t>
                      </a:r>
                      <a:r>
                        <a:rPr lang="en-US" altLang="ko-KR" sz="950" b="1"/>
                        <a:t>evt/Ack</a:t>
                      </a:r>
                      <a:endParaRPr lang="ko-KR" altLang="en-US" sz="950" b="1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 b="1"/>
                        <a:t>JOB </a:t>
                      </a:r>
                      <a:r>
                        <a:rPr lang="ko-KR" altLang="en-US" sz="950" b="1"/>
                        <a:t>초기 </a:t>
                      </a:r>
                      <a:r>
                        <a:rPr lang="en-US" altLang="ko-KR" sz="950" b="1"/>
                        <a:t>R(%RB)</a:t>
                      </a:r>
                      <a:endParaRPr lang="ko-KR" altLang="en-US" sz="950" b="1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 b="1"/>
                        <a:t>시프트 </a:t>
                      </a:r>
                      <a:r>
                        <a:rPr lang="en-US" altLang="ko-KR" sz="950" b="1"/>
                        <a:t>R(%RB)</a:t>
                      </a:r>
                      <a:endParaRPr lang="ko-KR" altLang="en-US" sz="950" b="1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 b="1"/>
                        <a:t>RGV</a:t>
                      </a:r>
                      <a:r>
                        <a:rPr lang="ko-KR" altLang="en-US" sz="950" b="1"/>
                        <a:t>픽업 </a:t>
                      </a:r>
                      <a:r>
                        <a:rPr lang="en-US" altLang="ko-KR" sz="950" b="1"/>
                        <a:t>evt/Ack</a:t>
                      </a:r>
                      <a:endParaRPr lang="ko-KR" altLang="en-US" sz="950" b="1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 b="1"/>
                        <a:t>W.O</a:t>
                      </a:r>
                      <a:endParaRPr lang="ko-KR" altLang="en-US" sz="950" b="1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 b="1"/>
                        <a:t>방향 </a:t>
                      </a:r>
                      <a:r>
                        <a:rPr lang="en-US" altLang="ko-KR" sz="950" b="1"/>
                        <a:t>D(%DW)</a:t>
                      </a:r>
                      <a:endParaRPr lang="ko-KR" altLang="en-US" sz="950" b="1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304292849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SC_2 C/V#3 CV103-104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M0204/M0824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R0022~23 (%RB44)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R0020~21 (%RB40)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M0201/M0821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M0206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D0302 (482)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248784078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SC_3 C/V#5 CV107-108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M0244/M0844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R0042~43 (%RB84)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R0040~41 (%RB80)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M0241/M0841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M0246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D0304 (484)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332077893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SC_4 C/V#7 CV111-112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M0284/M0864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R0062~63 (%RB124)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R0060~61 (%RB120)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M0281/M0861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M0286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D0306 (486)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66821661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SC_5 C/V#9 CV115-116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M0324/M0884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R0082~83 (%RB164)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R0080~81 (%RB160)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M0321/M0881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M0326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D0308 (488)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3657560003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A2A46D5A-23EA-8060-52B7-ED937E7E9769}"/>
              </a:ext>
            </a:extLst>
          </p:cNvPr>
          <p:cNvSpPr txBox="1"/>
          <p:nvPr/>
        </p:nvSpPr>
        <p:spPr>
          <a:xfrm>
            <a:off x="203200" y="2222500"/>
            <a:ext cx="96901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1000">
                <a:solidFill>
                  <a:srgbClr val="00008B"/>
                </a:solidFill>
              </a:rPr>
              <a:t>Pallet Exist FLAG: SC</a:t>
            </a:r>
            <a:r>
              <a:rPr lang="ko-KR" altLang="en-US" sz="1000">
                <a:solidFill>
                  <a:srgbClr val="00008B"/>
                </a:solidFill>
              </a:rPr>
              <a:t>측</a:t>
            </a:r>
            <a:r>
              <a:rPr lang="en-US" altLang="ko-KR" sz="1000">
                <a:solidFill>
                  <a:srgbClr val="00008B"/>
                </a:solidFill>
              </a:rPr>
              <a:t>=FLAG_02(</a:t>
            </a:r>
            <a:r>
              <a:rPr lang="ko-KR" altLang="en-US" sz="1000">
                <a:solidFill>
                  <a:srgbClr val="00008B"/>
                </a:solidFill>
              </a:rPr>
              <a:t>예 </a:t>
            </a:r>
            <a:r>
              <a:rPr lang="en-US" altLang="ko-KR" sz="1000">
                <a:solidFill>
                  <a:srgbClr val="00008B"/>
                </a:solidFill>
              </a:rPr>
              <a:t>C/V#3 M0211), RGV</a:t>
            </a:r>
            <a:r>
              <a:rPr lang="ko-KR" altLang="en-US" sz="1000">
                <a:solidFill>
                  <a:srgbClr val="00008B"/>
                </a:solidFill>
              </a:rPr>
              <a:t>측</a:t>
            </a:r>
            <a:r>
              <a:rPr lang="en-US" altLang="ko-KR" sz="1000">
                <a:solidFill>
                  <a:srgbClr val="00008B"/>
                </a:solidFill>
              </a:rPr>
              <a:t>=FLAG_01(M0210). </a:t>
            </a:r>
            <a:r>
              <a:rPr lang="ko-KR" altLang="en-US" sz="1000">
                <a:solidFill>
                  <a:srgbClr val="00008B"/>
                </a:solidFill>
              </a:rPr>
              <a:t>순서</a:t>
            </a:r>
            <a:r>
              <a:rPr lang="en-US" altLang="ko-KR" sz="1000">
                <a:solidFill>
                  <a:srgbClr val="00008B"/>
                </a:solidFill>
              </a:rPr>
              <a:t>: SC</a:t>
            </a:r>
            <a:r>
              <a:rPr lang="ko-KR" altLang="en-US" sz="1000">
                <a:solidFill>
                  <a:srgbClr val="00008B"/>
                </a:solidFill>
              </a:rPr>
              <a:t>하역</a:t>
            </a:r>
            <a:r>
              <a:rPr lang="en-US" altLang="ko-KR" sz="1000">
                <a:solidFill>
                  <a:srgbClr val="00008B"/>
                </a:solidFill>
              </a:rPr>
              <a:t>(</a:t>
            </a:r>
            <a:r>
              <a:rPr lang="ko-KR" altLang="en-US" sz="1000">
                <a:solidFill>
                  <a:srgbClr val="00008B"/>
                </a:solidFill>
              </a:rPr>
              <a:t>위치</a:t>
            </a:r>
            <a:r>
              <a:rPr lang="en-US" altLang="ko-KR" sz="1000">
                <a:solidFill>
                  <a:srgbClr val="00008B"/>
                </a:solidFill>
              </a:rPr>
              <a:t>2) - JOB Write - PLC ID Shift(</a:t>
            </a:r>
            <a:r>
              <a:rPr lang="ko-KR" altLang="en-US" sz="1000">
                <a:solidFill>
                  <a:srgbClr val="00008B"/>
                </a:solidFill>
              </a:rPr>
              <a:t>위치</a:t>
            </a:r>
            <a:r>
              <a:rPr lang="en-US" altLang="ko-KR" sz="1000">
                <a:solidFill>
                  <a:srgbClr val="00008B"/>
                </a:solidFill>
              </a:rPr>
              <a:t>2-</a:t>
            </a:r>
            <a:r>
              <a:rPr lang="ko-KR" altLang="en-US" sz="1000">
                <a:solidFill>
                  <a:srgbClr val="00008B"/>
                </a:solidFill>
              </a:rPr>
              <a:t>위치</a:t>
            </a:r>
            <a:r>
              <a:rPr lang="en-US" altLang="ko-KR" sz="1000">
                <a:solidFill>
                  <a:srgbClr val="00008B"/>
                </a:solidFill>
              </a:rPr>
              <a:t>1) - W.O </a:t>
            </a:r>
            <a:r>
              <a:rPr lang="ko-KR" altLang="en-US" sz="1000">
                <a:solidFill>
                  <a:srgbClr val="00008B"/>
                </a:solidFill>
              </a:rPr>
              <a:t>보고 </a:t>
            </a:r>
            <a:r>
              <a:rPr lang="en-US" altLang="ko-KR" sz="1000">
                <a:solidFill>
                  <a:srgbClr val="00008B"/>
                </a:solidFill>
              </a:rPr>
              <a:t>- RGV </a:t>
            </a:r>
            <a:r>
              <a:rPr lang="ko-KR" altLang="en-US" sz="1000">
                <a:solidFill>
                  <a:srgbClr val="00008B"/>
                </a:solidFill>
              </a:rPr>
              <a:t>배차 </a:t>
            </a:r>
            <a:r>
              <a:rPr lang="en-US" altLang="ko-KR" sz="1000">
                <a:solidFill>
                  <a:srgbClr val="00008B"/>
                </a:solidFill>
              </a:rPr>
              <a:t>- RGV </a:t>
            </a:r>
            <a:r>
              <a:rPr lang="ko-KR" altLang="en-US" sz="1000">
                <a:solidFill>
                  <a:srgbClr val="00008B"/>
                </a:solidFill>
              </a:rPr>
              <a:t>픽업</a:t>
            </a:r>
            <a:r>
              <a:rPr lang="en-US" altLang="ko-KR" sz="1000">
                <a:solidFill>
                  <a:srgbClr val="00008B"/>
                </a:solidFill>
              </a:rPr>
              <a:t>(</a:t>
            </a:r>
            <a:r>
              <a:rPr lang="ko-KR" altLang="en-US" sz="1000">
                <a:solidFill>
                  <a:srgbClr val="00008B"/>
                </a:solidFill>
              </a:rPr>
              <a:t>위치</a:t>
            </a:r>
            <a:r>
              <a:rPr lang="en-US" altLang="ko-KR" sz="1000">
                <a:solidFill>
                  <a:srgbClr val="00008B"/>
                </a:solidFill>
              </a:rPr>
              <a:t>1). </a:t>
            </a:r>
            <a:r>
              <a:rPr lang="ko-KR" altLang="en-US" sz="1000">
                <a:solidFill>
                  <a:srgbClr val="00008B"/>
                </a:solidFill>
              </a:rPr>
              <a:t>통로 출고 라인은 방향 고정</a:t>
            </a:r>
            <a:r>
              <a:rPr lang="en-US" altLang="ko-KR" sz="1000">
                <a:solidFill>
                  <a:srgbClr val="00008B"/>
                </a:solidFill>
              </a:rPr>
              <a:t>(</a:t>
            </a:r>
            <a:r>
              <a:rPr lang="ko-KR" altLang="en-US" sz="1000">
                <a:solidFill>
                  <a:srgbClr val="00008B"/>
                </a:solidFill>
              </a:rPr>
              <a:t>출고</a:t>
            </a:r>
            <a:r>
              <a:rPr lang="en-US" altLang="ko-KR" sz="1000">
                <a:solidFill>
                  <a:srgbClr val="00008B"/>
                </a:solidFill>
              </a:rPr>
              <a:t>=1). evt/Ack</a:t>
            </a:r>
            <a:r>
              <a:rPr lang="ko-KR" altLang="en-US" sz="1000">
                <a:solidFill>
                  <a:srgbClr val="00008B"/>
                </a:solidFill>
              </a:rPr>
              <a:t>는 </a:t>
            </a:r>
            <a:r>
              <a:rPr lang="en-US" altLang="ko-KR" sz="1000">
                <a:solidFill>
                  <a:srgbClr val="00008B"/>
                </a:solidFill>
              </a:rPr>
              <a:t>PLC ON - ECS Ack ON - PLC OFF - ECS Ack OFF 4</a:t>
            </a:r>
            <a:r>
              <a:rPr lang="ko-KR" altLang="en-US" sz="1000">
                <a:solidFill>
                  <a:srgbClr val="00008B"/>
                </a:solidFill>
              </a:rPr>
              <a:t>단계</a:t>
            </a:r>
            <a:r>
              <a:rPr lang="en-US" altLang="ko-KR" sz="1000">
                <a:solidFill>
                  <a:srgbClr val="00008B"/>
                </a:solidFill>
              </a:rPr>
              <a:t>.</a:t>
            </a:r>
            <a:endParaRPr lang="ko-KR" altLang="en-US" sz="1000">
              <a:solidFill>
                <a:srgbClr val="00008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5476819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73E2D94-7D48-AAA0-DDDF-1D2A847554F9}"/>
              </a:ext>
            </a:extLst>
          </p:cNvPr>
          <p:cNvSpPr txBox="1"/>
          <p:nvPr/>
        </p:nvSpPr>
        <p:spPr>
          <a:xfrm>
            <a:off x="228600" y="101600"/>
            <a:ext cx="9639300" cy="3847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1900">
                <a:solidFill>
                  <a:srgbClr val="8B0000"/>
                </a:solidFill>
              </a:rPr>
              <a:t>[V1.3] SC_2~5 </a:t>
            </a:r>
            <a:r>
              <a:rPr lang="ko-KR" altLang="en-US" sz="1900">
                <a:solidFill>
                  <a:srgbClr val="8B0000"/>
                </a:solidFill>
              </a:rPr>
              <a:t>입고 반송 확정 주소표 </a:t>
            </a:r>
            <a:r>
              <a:rPr lang="en-US" altLang="ko-KR" sz="1900">
                <a:solidFill>
                  <a:srgbClr val="8B0000"/>
                </a:solidFill>
              </a:rPr>
              <a:t>(</a:t>
            </a:r>
            <a:r>
              <a:rPr lang="ko-KR" altLang="en-US" sz="1900">
                <a:solidFill>
                  <a:srgbClr val="8B0000"/>
                </a:solidFill>
              </a:rPr>
              <a:t>정정 반영</a:t>
            </a:r>
            <a:r>
              <a:rPr lang="en-US" altLang="ko-KR" sz="1900">
                <a:solidFill>
                  <a:srgbClr val="8B0000"/>
                </a:solidFill>
              </a:rPr>
              <a:t>)</a:t>
            </a:r>
            <a:endParaRPr lang="ko-KR" altLang="en-US" sz="1900">
              <a:solidFill>
                <a:srgbClr val="8B0000"/>
              </a:solidFill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0B825CE3-0B5A-D864-79F3-4D73716B4D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0341363"/>
              </p:ext>
            </p:extLst>
          </p:nvPr>
        </p:nvGraphicFramePr>
        <p:xfrm>
          <a:off x="177800" y="660400"/>
          <a:ext cx="9740900" cy="114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8180">
                  <a:extLst>
                    <a:ext uri="{9D8B030D-6E8A-4147-A177-3AD203B41FA5}">
                      <a16:colId xmlns:a16="http://schemas.microsoft.com/office/drawing/2014/main" val="4284305240"/>
                    </a:ext>
                  </a:extLst>
                </a:gridCol>
                <a:gridCol w="1363726">
                  <a:extLst>
                    <a:ext uri="{9D8B030D-6E8A-4147-A177-3AD203B41FA5}">
                      <a16:colId xmlns:a16="http://schemas.microsoft.com/office/drawing/2014/main" val="1170709903"/>
                    </a:ext>
                  </a:extLst>
                </a:gridCol>
                <a:gridCol w="1558544">
                  <a:extLst>
                    <a:ext uri="{9D8B030D-6E8A-4147-A177-3AD203B41FA5}">
                      <a16:colId xmlns:a16="http://schemas.microsoft.com/office/drawing/2014/main" val="2670083173"/>
                    </a:ext>
                  </a:extLst>
                </a:gridCol>
                <a:gridCol w="1558544">
                  <a:extLst>
                    <a:ext uri="{9D8B030D-6E8A-4147-A177-3AD203B41FA5}">
                      <a16:colId xmlns:a16="http://schemas.microsoft.com/office/drawing/2014/main" val="4115328459"/>
                    </a:ext>
                  </a:extLst>
                </a:gridCol>
                <a:gridCol w="1363726">
                  <a:extLst>
                    <a:ext uri="{9D8B030D-6E8A-4147-A177-3AD203B41FA5}">
                      <a16:colId xmlns:a16="http://schemas.microsoft.com/office/drawing/2014/main" val="1080642529"/>
                    </a:ext>
                  </a:extLst>
                </a:gridCol>
                <a:gridCol w="779272">
                  <a:extLst>
                    <a:ext uri="{9D8B030D-6E8A-4147-A177-3AD203B41FA5}">
                      <a16:colId xmlns:a16="http://schemas.microsoft.com/office/drawing/2014/main" val="3403687517"/>
                    </a:ext>
                  </a:extLst>
                </a:gridCol>
                <a:gridCol w="1168908">
                  <a:extLst>
                    <a:ext uri="{9D8B030D-6E8A-4147-A177-3AD203B41FA5}">
                      <a16:colId xmlns:a16="http://schemas.microsoft.com/office/drawing/2014/main" val="4174140156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 b="1"/>
                        <a:t>흐름 </a:t>
                      </a:r>
                      <a:r>
                        <a:rPr lang="en-US" altLang="ko-KR" sz="950" b="1"/>
                        <a:t>(RGV</a:t>
                      </a:r>
                      <a:r>
                        <a:rPr lang="ko-KR" altLang="en-US" sz="950" b="1"/>
                        <a:t>측</a:t>
                      </a:r>
                      <a:r>
                        <a:rPr lang="en-US" altLang="ko-KR" sz="950" b="1"/>
                        <a:t>-SC</a:t>
                      </a:r>
                      <a:r>
                        <a:rPr lang="ko-KR" altLang="en-US" sz="950" b="1"/>
                        <a:t>측</a:t>
                      </a:r>
                      <a:r>
                        <a:rPr lang="en-US" altLang="ko-KR" sz="950" b="1"/>
                        <a:t>)</a:t>
                      </a:r>
                      <a:endParaRPr lang="ko-KR" altLang="en-US" sz="950" b="1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 b="1"/>
                        <a:t>RGV</a:t>
                      </a:r>
                      <a:r>
                        <a:rPr lang="ko-KR" altLang="en-US" sz="950" b="1"/>
                        <a:t>하역 </a:t>
                      </a:r>
                      <a:r>
                        <a:rPr lang="en-US" altLang="ko-KR" sz="950" b="1"/>
                        <a:t>evt/Ack</a:t>
                      </a:r>
                      <a:endParaRPr lang="ko-KR" altLang="en-US" sz="950" b="1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 b="1"/>
                        <a:t>JOB </a:t>
                      </a:r>
                      <a:r>
                        <a:rPr lang="ko-KR" altLang="en-US" sz="950" b="1"/>
                        <a:t>초기 </a:t>
                      </a:r>
                      <a:r>
                        <a:rPr lang="en-US" altLang="ko-KR" sz="950" b="1"/>
                        <a:t>R(%RB)</a:t>
                      </a:r>
                      <a:endParaRPr lang="ko-KR" altLang="en-US" sz="950" b="1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 b="1"/>
                        <a:t>시프트 </a:t>
                      </a:r>
                      <a:r>
                        <a:rPr lang="en-US" altLang="ko-KR" sz="950" b="1"/>
                        <a:t>R(%RB)</a:t>
                      </a:r>
                      <a:endParaRPr lang="ko-KR" altLang="en-US" sz="950" b="1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 b="1"/>
                        <a:t>SC</a:t>
                      </a:r>
                      <a:r>
                        <a:rPr lang="ko-KR" altLang="en-US" sz="950" b="1"/>
                        <a:t>픽업 </a:t>
                      </a:r>
                      <a:r>
                        <a:rPr lang="en-US" altLang="ko-KR" sz="950" b="1"/>
                        <a:t>evt/Ack</a:t>
                      </a:r>
                      <a:endParaRPr lang="ko-KR" altLang="en-US" sz="950" b="1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 b="1"/>
                        <a:t>W.O</a:t>
                      </a:r>
                      <a:endParaRPr lang="ko-KR" altLang="en-US" sz="950" b="1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 b="1"/>
                        <a:t>방향 </a:t>
                      </a:r>
                      <a:r>
                        <a:rPr lang="en-US" altLang="ko-KR" sz="950" b="1"/>
                        <a:t>D(%DW)</a:t>
                      </a:r>
                      <a:endParaRPr lang="ko-KR" altLang="en-US" sz="950" b="1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316551691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SC_2 C/V#4 CV105-106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M0222/M0832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R0030~31 (%RB60)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R0032~33 (%RB64)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M0223/M0833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M0226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D0303 (483)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114522545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SC_3 C/V#6 CV109-110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M0262/M0852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R0050~51 (%RB100)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R0052~53 (%RB104)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M0263/M0853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M0266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D0305 (485)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195120345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SC_4 C/V#8 CV113-114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M0302/M0872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R0070~71 (%RB140)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R0072~73 (%RB144)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M0303/M0873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M0306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D0307 (487)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327981316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SC_5 C/V#10 CV117-118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M0342/M0892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R0090~91 (%RB180)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R0092~93 (%RB184)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M0343/M0893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M0346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D0309 (489)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2936275520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06A976D4-5616-29C1-968F-5C54D6F868C6}"/>
              </a:ext>
            </a:extLst>
          </p:cNvPr>
          <p:cNvSpPr txBox="1"/>
          <p:nvPr/>
        </p:nvSpPr>
        <p:spPr>
          <a:xfrm>
            <a:off x="203200" y="2222500"/>
            <a:ext cx="96901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1000">
                <a:solidFill>
                  <a:srgbClr val="00008B"/>
                </a:solidFill>
              </a:rPr>
              <a:t>Pallet Exist FLAG: RGV</a:t>
            </a:r>
            <a:r>
              <a:rPr lang="ko-KR" altLang="en-US" sz="1000">
                <a:solidFill>
                  <a:srgbClr val="00008B"/>
                </a:solidFill>
              </a:rPr>
              <a:t>측</a:t>
            </a:r>
            <a:r>
              <a:rPr lang="en-US" altLang="ko-KR" sz="1000">
                <a:solidFill>
                  <a:srgbClr val="00008B"/>
                </a:solidFill>
              </a:rPr>
              <a:t>=FLAG_01(</a:t>
            </a:r>
            <a:r>
              <a:rPr lang="ko-KR" altLang="en-US" sz="1000">
                <a:solidFill>
                  <a:srgbClr val="00008B"/>
                </a:solidFill>
              </a:rPr>
              <a:t>예 </a:t>
            </a:r>
            <a:r>
              <a:rPr lang="en-US" altLang="ko-KR" sz="1000">
                <a:solidFill>
                  <a:srgbClr val="00008B"/>
                </a:solidFill>
              </a:rPr>
              <a:t>C/V#4 M0230), SC</a:t>
            </a:r>
            <a:r>
              <a:rPr lang="ko-KR" altLang="en-US" sz="1000">
                <a:solidFill>
                  <a:srgbClr val="00008B"/>
                </a:solidFill>
              </a:rPr>
              <a:t>측</a:t>
            </a:r>
            <a:r>
              <a:rPr lang="en-US" altLang="ko-KR" sz="1000">
                <a:solidFill>
                  <a:srgbClr val="00008B"/>
                </a:solidFill>
              </a:rPr>
              <a:t>=FLAG_02(M0231). </a:t>
            </a:r>
            <a:r>
              <a:rPr lang="ko-KR" altLang="en-US" sz="1000">
                <a:solidFill>
                  <a:srgbClr val="00008B"/>
                </a:solidFill>
              </a:rPr>
              <a:t>순서</a:t>
            </a:r>
            <a:r>
              <a:rPr lang="en-US" altLang="ko-KR" sz="1000">
                <a:solidFill>
                  <a:srgbClr val="00008B"/>
                </a:solidFill>
              </a:rPr>
              <a:t>: RGV</a:t>
            </a:r>
            <a:r>
              <a:rPr lang="ko-KR" altLang="en-US" sz="1000">
                <a:solidFill>
                  <a:srgbClr val="00008B"/>
                </a:solidFill>
              </a:rPr>
              <a:t>하역</a:t>
            </a:r>
            <a:r>
              <a:rPr lang="en-US" altLang="ko-KR" sz="1000">
                <a:solidFill>
                  <a:srgbClr val="00008B"/>
                </a:solidFill>
              </a:rPr>
              <a:t>(</a:t>
            </a:r>
            <a:r>
              <a:rPr lang="ko-KR" altLang="en-US" sz="1000">
                <a:solidFill>
                  <a:srgbClr val="00008B"/>
                </a:solidFill>
              </a:rPr>
              <a:t>위치</a:t>
            </a:r>
            <a:r>
              <a:rPr lang="en-US" altLang="ko-KR" sz="1000">
                <a:solidFill>
                  <a:srgbClr val="00008B"/>
                </a:solidFill>
              </a:rPr>
              <a:t>1) - JOB Write - PLC ID Shift(</a:t>
            </a:r>
            <a:r>
              <a:rPr lang="ko-KR" altLang="en-US" sz="1000">
                <a:solidFill>
                  <a:srgbClr val="00008B"/>
                </a:solidFill>
              </a:rPr>
              <a:t>위치</a:t>
            </a:r>
            <a:r>
              <a:rPr lang="en-US" altLang="ko-KR" sz="1000">
                <a:solidFill>
                  <a:srgbClr val="00008B"/>
                </a:solidFill>
              </a:rPr>
              <a:t>1-</a:t>
            </a:r>
            <a:r>
              <a:rPr lang="ko-KR" altLang="en-US" sz="1000">
                <a:solidFill>
                  <a:srgbClr val="00008B"/>
                </a:solidFill>
              </a:rPr>
              <a:t>위치</a:t>
            </a:r>
            <a:r>
              <a:rPr lang="en-US" altLang="ko-KR" sz="1000">
                <a:solidFill>
                  <a:srgbClr val="00008B"/>
                </a:solidFill>
              </a:rPr>
              <a:t>2) - W.O </a:t>
            </a:r>
            <a:r>
              <a:rPr lang="ko-KR" altLang="en-US" sz="1000">
                <a:solidFill>
                  <a:srgbClr val="00008B"/>
                </a:solidFill>
              </a:rPr>
              <a:t>보고 </a:t>
            </a:r>
            <a:r>
              <a:rPr lang="en-US" altLang="ko-KR" sz="1000">
                <a:solidFill>
                  <a:srgbClr val="00008B"/>
                </a:solidFill>
              </a:rPr>
              <a:t>- SC </a:t>
            </a:r>
            <a:r>
              <a:rPr lang="ko-KR" altLang="en-US" sz="1000">
                <a:solidFill>
                  <a:srgbClr val="00008B"/>
                </a:solidFill>
              </a:rPr>
              <a:t>배차 </a:t>
            </a:r>
            <a:r>
              <a:rPr lang="en-US" altLang="ko-KR" sz="1000">
                <a:solidFill>
                  <a:srgbClr val="00008B"/>
                </a:solidFill>
              </a:rPr>
              <a:t>- SC </a:t>
            </a:r>
            <a:r>
              <a:rPr lang="ko-KR" altLang="en-US" sz="1000">
                <a:solidFill>
                  <a:srgbClr val="00008B"/>
                </a:solidFill>
              </a:rPr>
              <a:t>픽업</a:t>
            </a:r>
            <a:r>
              <a:rPr lang="en-US" altLang="ko-KR" sz="1000">
                <a:solidFill>
                  <a:srgbClr val="00008B"/>
                </a:solidFill>
              </a:rPr>
              <a:t>(</a:t>
            </a:r>
            <a:r>
              <a:rPr lang="ko-KR" altLang="en-US" sz="1000">
                <a:solidFill>
                  <a:srgbClr val="00008B"/>
                </a:solidFill>
              </a:rPr>
              <a:t>위치</a:t>
            </a:r>
            <a:r>
              <a:rPr lang="en-US" altLang="ko-KR" sz="1000">
                <a:solidFill>
                  <a:srgbClr val="00008B"/>
                </a:solidFill>
              </a:rPr>
              <a:t>2) - </a:t>
            </a:r>
            <a:r>
              <a:rPr lang="ko-KR" altLang="en-US" sz="1000">
                <a:solidFill>
                  <a:srgbClr val="00008B"/>
                </a:solidFill>
              </a:rPr>
              <a:t>랙 적치</a:t>
            </a:r>
            <a:r>
              <a:rPr lang="en-US" altLang="ko-KR" sz="1000">
                <a:solidFill>
                  <a:srgbClr val="00008B"/>
                </a:solidFill>
              </a:rPr>
              <a:t>. </a:t>
            </a:r>
            <a:r>
              <a:rPr lang="ko-KR" altLang="en-US" sz="1000">
                <a:solidFill>
                  <a:srgbClr val="00008B"/>
                </a:solidFill>
              </a:rPr>
              <a:t>통로 입고 라인은 방향 고정</a:t>
            </a:r>
            <a:r>
              <a:rPr lang="en-US" altLang="ko-KR" sz="1000">
                <a:solidFill>
                  <a:srgbClr val="00008B"/>
                </a:solidFill>
              </a:rPr>
              <a:t>(</a:t>
            </a:r>
            <a:r>
              <a:rPr lang="ko-KR" altLang="en-US" sz="1000">
                <a:solidFill>
                  <a:srgbClr val="00008B"/>
                </a:solidFill>
              </a:rPr>
              <a:t>입고</a:t>
            </a:r>
            <a:r>
              <a:rPr lang="en-US" altLang="ko-KR" sz="1000">
                <a:solidFill>
                  <a:srgbClr val="00008B"/>
                </a:solidFill>
              </a:rPr>
              <a:t>=0).</a:t>
            </a:r>
            <a:endParaRPr lang="ko-KR" altLang="en-US" sz="1000">
              <a:solidFill>
                <a:srgbClr val="00008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533072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1CAB515-A0A2-498B-1E8C-4C50FEF14BC7}"/>
              </a:ext>
            </a:extLst>
          </p:cNvPr>
          <p:cNvSpPr txBox="1"/>
          <p:nvPr/>
        </p:nvSpPr>
        <p:spPr>
          <a:xfrm>
            <a:off x="228600" y="101600"/>
            <a:ext cx="9639300" cy="3847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1900">
                <a:solidFill>
                  <a:srgbClr val="8B0000"/>
                </a:solidFill>
              </a:rPr>
              <a:t>[V1.3] </a:t>
            </a:r>
            <a:r>
              <a:rPr lang="ko-KR" altLang="en-US" sz="1900">
                <a:solidFill>
                  <a:srgbClr val="8B0000"/>
                </a:solidFill>
              </a:rPr>
              <a:t>입출고 작업 테스트 시나리오 </a:t>
            </a:r>
            <a:r>
              <a:rPr lang="en-US" altLang="ko-KR" sz="1900">
                <a:solidFill>
                  <a:srgbClr val="8B0000"/>
                </a:solidFill>
              </a:rPr>
              <a:t>- </a:t>
            </a:r>
            <a:r>
              <a:rPr lang="ko-KR" altLang="en-US" sz="1900">
                <a:solidFill>
                  <a:srgbClr val="8B0000"/>
                </a:solidFill>
              </a:rPr>
              <a:t>목록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176CFB65-AF15-9BD5-6071-9D0AB7C83F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3010626"/>
              </p:ext>
            </p:extLst>
          </p:nvPr>
        </p:nvGraphicFramePr>
        <p:xfrm>
          <a:off x="177800" y="635000"/>
          <a:ext cx="97409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4454">
                  <a:extLst>
                    <a:ext uri="{9D8B030D-6E8A-4147-A177-3AD203B41FA5}">
                      <a16:colId xmlns:a16="http://schemas.microsoft.com/office/drawing/2014/main" val="1795744325"/>
                    </a:ext>
                  </a:extLst>
                </a:gridCol>
                <a:gridCol w="2922270">
                  <a:extLst>
                    <a:ext uri="{9D8B030D-6E8A-4147-A177-3AD203B41FA5}">
                      <a16:colId xmlns:a16="http://schemas.microsoft.com/office/drawing/2014/main" val="3109749143"/>
                    </a:ext>
                  </a:extLst>
                </a:gridCol>
                <a:gridCol w="3311906">
                  <a:extLst>
                    <a:ext uri="{9D8B030D-6E8A-4147-A177-3AD203B41FA5}">
                      <a16:colId xmlns:a16="http://schemas.microsoft.com/office/drawing/2014/main" val="1428864464"/>
                    </a:ext>
                  </a:extLst>
                </a:gridCol>
                <a:gridCol w="2922270">
                  <a:extLst>
                    <a:ext uri="{9D8B030D-6E8A-4147-A177-3AD203B41FA5}">
                      <a16:colId xmlns:a16="http://schemas.microsoft.com/office/drawing/2014/main" val="2331863450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b="1"/>
                        <a:t>No</a:t>
                      </a:r>
                      <a:endParaRPr lang="ko-KR" altLang="en-US" sz="1000" b="1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시나리오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경로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b="1"/>
                        <a:t>관련 설비</a:t>
                      </a:r>
                      <a:r>
                        <a:rPr lang="en-US" altLang="ko-KR" sz="1000" b="1"/>
                        <a:t>/</a:t>
                      </a:r>
                      <a:r>
                        <a:rPr lang="ko-KR" altLang="en-US" sz="1000" b="1"/>
                        <a:t>주소</a:t>
                      </a:r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277775375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/>
                        <a:t>1</a:t>
                      </a:r>
                      <a:endParaRPr lang="ko-KR" altLang="en-US" sz="10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/>
                        <a:t>22 </a:t>
                      </a:r>
                      <a:r>
                        <a:rPr lang="ko-KR" altLang="en-US" sz="1000"/>
                        <a:t>입출고대에서 </a:t>
                      </a:r>
                      <a:r>
                        <a:rPr lang="en-US" altLang="ko-KR" sz="1000"/>
                        <a:t>1~5</a:t>
                      </a:r>
                      <a:r>
                        <a:rPr lang="ko-KR" altLang="en-US" sz="1000"/>
                        <a:t>호기로 입고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/>
                        <a:t>#22-#21-RGV-</a:t>
                      </a:r>
                      <a:r>
                        <a:rPr lang="ko-KR" altLang="en-US" sz="1000"/>
                        <a:t>통로입고</a:t>
                      </a:r>
                      <a:r>
                        <a:rPr lang="en-US" altLang="ko-KR" sz="1000"/>
                        <a:t>CV-SC</a:t>
                      </a:r>
                      <a:endParaRPr lang="ko-KR" altLang="en-US" sz="10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/>
                        <a:t>C/V#11 + C/V#2/4/6/8/10</a:t>
                      </a:r>
                      <a:endParaRPr lang="ko-KR" altLang="en-US" sz="100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4913325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/>
                        <a:t>2</a:t>
                      </a:r>
                      <a:endParaRPr lang="ko-KR" altLang="en-US" sz="10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/>
                        <a:t>22 </a:t>
                      </a:r>
                      <a:r>
                        <a:rPr lang="ko-KR" altLang="en-US" sz="1000"/>
                        <a:t>입출고대로 출고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/>
                        <a:t>SC-</a:t>
                      </a:r>
                      <a:r>
                        <a:rPr lang="ko-KR" altLang="en-US" sz="1000"/>
                        <a:t>통로출고</a:t>
                      </a:r>
                      <a:r>
                        <a:rPr lang="en-US" altLang="ko-KR" sz="1000"/>
                        <a:t>CV-RGV-#21-#22</a:t>
                      </a:r>
                      <a:endParaRPr lang="ko-KR" altLang="en-US" sz="10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/>
                        <a:t>C/V#3/5/7/9(+#2) + C/V#11</a:t>
                      </a:r>
                      <a:endParaRPr lang="ko-KR" altLang="en-US" sz="100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8060442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/>
                        <a:t>24 </a:t>
                      </a:r>
                      <a:r>
                        <a:rPr lang="ko-KR" altLang="en-US" sz="1000"/>
                        <a:t>입고대에서 입고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/>
                        <a:t>#24-#23-RGV-</a:t>
                      </a:r>
                      <a:r>
                        <a:rPr lang="ko-KR" altLang="en-US" sz="1000"/>
                        <a:t>통로입고</a:t>
                      </a:r>
                      <a:r>
                        <a:rPr lang="en-US" altLang="ko-KR" sz="1000"/>
                        <a:t>CV-SC</a:t>
                      </a:r>
                      <a:endParaRPr lang="ko-KR" altLang="en-US" sz="10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/>
                        <a:t>C/V#12 + </a:t>
                      </a:r>
                      <a:r>
                        <a:rPr lang="ko-KR" altLang="en-US" sz="1000"/>
                        <a:t>통로</a:t>
                      </a:r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335146826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/>
                        <a:t>4</a:t>
                      </a:r>
                      <a:endParaRPr lang="ko-KR" altLang="en-US" sz="10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/>
                        <a:t>23 </a:t>
                      </a:r>
                      <a:r>
                        <a:rPr lang="ko-KR" altLang="en-US" sz="1000"/>
                        <a:t>출고대로 출고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/>
                        <a:t>SC-</a:t>
                      </a:r>
                      <a:r>
                        <a:rPr lang="ko-KR" altLang="en-US" sz="1000"/>
                        <a:t>통로출고</a:t>
                      </a:r>
                      <a:r>
                        <a:rPr lang="en-US" altLang="ko-KR" sz="1000"/>
                        <a:t>CV-RGV-#23(-#24)</a:t>
                      </a:r>
                      <a:endParaRPr lang="ko-KR" altLang="en-US" sz="10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/>
                        <a:t>C/V#12 + </a:t>
                      </a:r>
                      <a:r>
                        <a:rPr lang="ko-KR" altLang="en-US" sz="1000"/>
                        <a:t>통로</a:t>
                      </a:r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286598946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/>
                        <a:t>5</a:t>
                      </a:r>
                      <a:endParaRPr lang="ko-KR" altLang="en-US" sz="10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/>
                        <a:t>29 </a:t>
                      </a:r>
                      <a:r>
                        <a:rPr lang="ko-KR" altLang="en-US" sz="1000"/>
                        <a:t>재입고대에서 입고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/>
                        <a:t>#29-#27-RGV-</a:t>
                      </a:r>
                      <a:r>
                        <a:rPr lang="ko-KR" altLang="en-US" sz="1000"/>
                        <a:t>통로입고</a:t>
                      </a:r>
                      <a:r>
                        <a:rPr lang="en-US" altLang="ko-KR" sz="1000"/>
                        <a:t>CV-SC</a:t>
                      </a:r>
                      <a:endParaRPr lang="ko-KR" altLang="en-US" sz="10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/>
                        <a:t>C/V#14 + </a:t>
                      </a:r>
                      <a:r>
                        <a:rPr lang="ko-KR" altLang="en-US" sz="1000"/>
                        <a:t>통로</a:t>
                      </a:r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40893157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/>
                        <a:t>6</a:t>
                      </a:r>
                      <a:endParaRPr lang="ko-KR" altLang="en-US" sz="10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/>
                        <a:t>28 </a:t>
                      </a:r>
                      <a:r>
                        <a:rPr lang="ko-KR" altLang="en-US" sz="1000"/>
                        <a:t>피킹대로 출고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/>
                        <a:t>SC-</a:t>
                      </a:r>
                      <a:r>
                        <a:rPr lang="ko-KR" altLang="en-US" sz="1000"/>
                        <a:t>통로출고</a:t>
                      </a:r>
                      <a:r>
                        <a:rPr lang="en-US" altLang="ko-KR" sz="1000"/>
                        <a:t>CV-RGV-#27-#28</a:t>
                      </a:r>
                      <a:endParaRPr lang="ko-KR" altLang="en-US" sz="10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/>
                        <a:t>C/V#14 + </a:t>
                      </a:r>
                      <a:r>
                        <a:rPr lang="ko-KR" altLang="en-US" sz="1000"/>
                        <a:t>통로</a:t>
                      </a:r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402123764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/>
                        <a:t>7</a:t>
                      </a:r>
                      <a:endParaRPr lang="ko-KR" altLang="en-US" sz="10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/>
                        <a:t>이중입고 테스트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/>
                        <a:t>점유 로케이션에 재입고 지시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/>
                        <a:t>SC </a:t>
                      </a:r>
                      <a:r>
                        <a:rPr lang="ko-KR" altLang="en-US" sz="1000"/>
                        <a:t>에러 </a:t>
                      </a:r>
                      <a:r>
                        <a:rPr lang="en-US" altLang="ko-KR" sz="1000"/>
                        <a:t>54 + HOST </a:t>
                      </a:r>
                      <a:r>
                        <a:rPr lang="ko-KR" altLang="en-US" sz="1000"/>
                        <a:t>재지정</a:t>
                      </a:r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93944176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/>
                        <a:t>8</a:t>
                      </a:r>
                      <a:endParaRPr lang="ko-KR" altLang="en-US" sz="10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/>
                        <a:t>공출고 테스트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/>
                        <a:t>빈 로케이션에 출고 지시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/>
                        <a:t>SC </a:t>
                      </a:r>
                      <a:r>
                        <a:rPr lang="ko-KR" altLang="en-US" sz="1000"/>
                        <a:t>에러 </a:t>
                      </a:r>
                      <a:r>
                        <a:rPr lang="en-US" altLang="ko-KR" sz="1000"/>
                        <a:t>58 + HOST </a:t>
                      </a:r>
                      <a:r>
                        <a:rPr lang="ko-KR" altLang="en-US" sz="1000"/>
                        <a:t>재지정</a:t>
                      </a:r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3055734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/>
                        <a:t>9</a:t>
                      </a:r>
                      <a:endParaRPr lang="ko-KR" altLang="en-US" sz="10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/>
                        <a:t>CV#11 </a:t>
                      </a:r>
                      <a:r>
                        <a:rPr lang="ko-KR" altLang="en-US" sz="1000"/>
                        <a:t>입출고 모드 테스트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/>
                        <a:t>방향 전환 </a:t>
                      </a:r>
                      <a:r>
                        <a:rPr lang="en-US" altLang="ko-KR" sz="1000"/>
                        <a:t>0(</a:t>
                      </a:r>
                      <a:r>
                        <a:rPr lang="ko-KR" altLang="en-US" sz="1000"/>
                        <a:t>입고</a:t>
                      </a:r>
                      <a:r>
                        <a:rPr lang="en-US" altLang="ko-KR" sz="1000"/>
                        <a:t>)-1(</a:t>
                      </a:r>
                      <a:r>
                        <a:rPr lang="ko-KR" altLang="en-US" sz="1000"/>
                        <a:t>출고</a:t>
                      </a:r>
                      <a:r>
                        <a:rPr lang="en-US" altLang="ko-KR" sz="1000"/>
                        <a:t>)</a:t>
                      </a:r>
                      <a:endParaRPr lang="ko-KR" altLang="en-US" sz="10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/>
                        <a:t>D0310 (%DW490)</a:t>
                      </a:r>
                      <a:endParaRPr lang="ko-KR" altLang="en-US" sz="100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265500468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/>
                        <a:t>10</a:t>
                      </a:r>
                      <a:endParaRPr lang="ko-KR" altLang="en-US" sz="10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/>
                        <a:t>CV#2 </a:t>
                      </a:r>
                      <a:r>
                        <a:rPr lang="ko-KR" altLang="en-US" sz="1000"/>
                        <a:t>입출고 모드 테스트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/>
                        <a:t>방향 전환 </a:t>
                      </a:r>
                      <a:r>
                        <a:rPr lang="en-US" altLang="ko-KR" sz="1000"/>
                        <a:t>0(</a:t>
                      </a:r>
                      <a:r>
                        <a:rPr lang="ko-KR" altLang="en-US" sz="1000"/>
                        <a:t>입고</a:t>
                      </a:r>
                      <a:r>
                        <a:rPr lang="en-US" altLang="ko-KR" sz="1000"/>
                        <a:t>)-1(</a:t>
                      </a:r>
                      <a:r>
                        <a:rPr lang="ko-KR" altLang="en-US" sz="1000"/>
                        <a:t>출고</a:t>
                      </a:r>
                      <a:r>
                        <a:rPr lang="en-US" altLang="ko-KR" sz="1000"/>
                        <a:t>)</a:t>
                      </a:r>
                      <a:endParaRPr lang="ko-KR" altLang="en-US" sz="10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/>
                        <a:t>D0301 (%DW481)</a:t>
                      </a:r>
                      <a:endParaRPr lang="ko-KR" altLang="en-US" sz="100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96423693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E6911CB4-A546-F340-86A1-E91EA927E5F5}"/>
              </a:ext>
            </a:extLst>
          </p:cNvPr>
          <p:cNvSpPr txBox="1"/>
          <p:nvPr/>
        </p:nvSpPr>
        <p:spPr>
          <a:xfrm>
            <a:off x="203200" y="3810000"/>
            <a:ext cx="96901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ko-KR" altLang="en-US" sz="1000">
                <a:solidFill>
                  <a:srgbClr val="00008B"/>
                </a:solidFill>
              </a:rPr>
              <a:t>공통 전제</a:t>
            </a:r>
            <a:r>
              <a:rPr lang="en-US" altLang="ko-KR" sz="1000">
                <a:solidFill>
                  <a:srgbClr val="00008B"/>
                </a:solidFill>
              </a:rPr>
              <a:t>: </a:t>
            </a:r>
            <a:r>
              <a:rPr lang="ko-KR" altLang="en-US" sz="1000">
                <a:solidFill>
                  <a:srgbClr val="00008B"/>
                </a:solidFill>
              </a:rPr>
              <a:t>방향 값 의미는 입고</a:t>
            </a:r>
            <a:r>
              <a:rPr lang="en-US" altLang="ko-KR" sz="1000">
                <a:solidFill>
                  <a:srgbClr val="00008B"/>
                </a:solidFill>
              </a:rPr>
              <a:t>=0 / </a:t>
            </a:r>
            <a:r>
              <a:rPr lang="ko-KR" altLang="en-US" sz="1000">
                <a:solidFill>
                  <a:srgbClr val="00008B"/>
                </a:solidFill>
              </a:rPr>
              <a:t>출고</a:t>
            </a:r>
            <a:r>
              <a:rPr lang="en-US" altLang="ko-KR" sz="1000">
                <a:solidFill>
                  <a:srgbClr val="00008B"/>
                </a:solidFill>
              </a:rPr>
              <a:t>=1 (</a:t>
            </a:r>
            <a:r>
              <a:rPr lang="ko-KR" altLang="en-US" sz="1000">
                <a:solidFill>
                  <a:srgbClr val="00008B"/>
                </a:solidFill>
              </a:rPr>
              <a:t>워드값</a:t>
            </a:r>
            <a:r>
              <a:rPr lang="en-US" altLang="ko-KR" sz="1000">
                <a:solidFill>
                  <a:srgbClr val="00008B"/>
                </a:solidFill>
              </a:rPr>
              <a:t>). </a:t>
            </a:r>
            <a:r>
              <a:rPr lang="ko-KR" altLang="en-US" sz="1000">
                <a:solidFill>
                  <a:srgbClr val="00008B"/>
                </a:solidFill>
              </a:rPr>
              <a:t>각 상세 절차는 다음 슬라이드</a:t>
            </a:r>
            <a:r>
              <a:rPr lang="en-US" altLang="ko-KR" sz="1000">
                <a:solidFill>
                  <a:srgbClr val="00008B"/>
                </a:solidFill>
              </a:rPr>
              <a:t>. </a:t>
            </a:r>
            <a:r>
              <a:rPr lang="ko-KR" altLang="en-US" sz="1000">
                <a:solidFill>
                  <a:srgbClr val="00008B"/>
                </a:solidFill>
              </a:rPr>
              <a:t>반자동 </a:t>
            </a:r>
            <a:r>
              <a:rPr lang="en-US" altLang="ko-KR" sz="1000">
                <a:solidFill>
                  <a:srgbClr val="00008B"/>
                </a:solidFill>
              </a:rPr>
              <a:t>TEST </a:t>
            </a:r>
            <a:r>
              <a:rPr lang="ko-KR" altLang="en-US" sz="1000">
                <a:solidFill>
                  <a:srgbClr val="00008B"/>
                </a:solidFill>
              </a:rPr>
              <a:t>창</a:t>
            </a:r>
            <a:r>
              <a:rPr lang="en-US" altLang="ko-KR" sz="1000">
                <a:solidFill>
                  <a:srgbClr val="00008B"/>
                </a:solidFill>
              </a:rPr>
              <a:t>(</a:t>
            </a:r>
            <a:r>
              <a:rPr lang="ko-KR" altLang="en-US" sz="1000">
                <a:solidFill>
                  <a:srgbClr val="00008B"/>
                </a:solidFill>
              </a:rPr>
              <a:t>로케이션 직접입력 모드</a:t>
            </a:r>
            <a:r>
              <a:rPr lang="en-US" altLang="ko-KR" sz="1000">
                <a:solidFill>
                  <a:srgbClr val="00008B"/>
                </a:solidFill>
              </a:rPr>
              <a:t>)</a:t>
            </a:r>
            <a:r>
              <a:rPr lang="ko-KR" altLang="en-US" sz="1000">
                <a:solidFill>
                  <a:srgbClr val="00008B"/>
                </a:solidFill>
              </a:rPr>
              <a:t>으로 항목 </a:t>
            </a:r>
            <a:r>
              <a:rPr lang="en-US" altLang="ko-KR" sz="1000">
                <a:solidFill>
                  <a:srgbClr val="00008B"/>
                </a:solidFill>
              </a:rPr>
              <a:t>7/8</a:t>
            </a:r>
            <a:r>
              <a:rPr lang="ko-KR" altLang="en-US" sz="1000">
                <a:solidFill>
                  <a:srgbClr val="00008B"/>
                </a:solidFill>
              </a:rPr>
              <a:t>의 지시 주입 가능</a:t>
            </a:r>
            <a:r>
              <a:rPr lang="en-US" altLang="ko-KR" sz="1000">
                <a:solidFill>
                  <a:srgbClr val="00008B"/>
                </a:solidFill>
              </a:rPr>
              <a:t>.</a:t>
            </a:r>
            <a:endParaRPr lang="ko-KR" altLang="en-US" sz="1000">
              <a:solidFill>
                <a:srgbClr val="00008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52626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9120C21-542E-2A57-6281-B2A6A2B80949}"/>
              </a:ext>
            </a:extLst>
          </p:cNvPr>
          <p:cNvSpPr txBox="1"/>
          <p:nvPr/>
        </p:nvSpPr>
        <p:spPr>
          <a:xfrm>
            <a:off x="228600" y="101600"/>
            <a:ext cx="9639300" cy="3847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1900">
                <a:solidFill>
                  <a:srgbClr val="8B0000"/>
                </a:solidFill>
              </a:rPr>
              <a:t>[TEST 1] 22 </a:t>
            </a:r>
            <a:r>
              <a:rPr lang="ko-KR" altLang="en-US" sz="1900">
                <a:solidFill>
                  <a:srgbClr val="8B0000"/>
                </a:solidFill>
              </a:rPr>
              <a:t>입출고대에서 </a:t>
            </a:r>
            <a:r>
              <a:rPr lang="en-US" altLang="ko-KR" sz="1900">
                <a:solidFill>
                  <a:srgbClr val="8B0000"/>
                </a:solidFill>
              </a:rPr>
              <a:t>1~5</a:t>
            </a:r>
            <a:r>
              <a:rPr lang="ko-KR" altLang="en-US" sz="1900">
                <a:solidFill>
                  <a:srgbClr val="8B0000"/>
                </a:solidFill>
              </a:rPr>
              <a:t>호기로 입고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940E95FE-6232-2E04-82E3-062D23AE8B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7837102"/>
              </p:ext>
            </p:extLst>
          </p:nvPr>
        </p:nvGraphicFramePr>
        <p:xfrm>
          <a:off x="177800" y="609600"/>
          <a:ext cx="97409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4454">
                  <a:extLst>
                    <a:ext uri="{9D8B030D-6E8A-4147-A177-3AD203B41FA5}">
                      <a16:colId xmlns:a16="http://schemas.microsoft.com/office/drawing/2014/main" val="3853280144"/>
                    </a:ext>
                  </a:extLst>
                </a:gridCol>
                <a:gridCol w="3506724">
                  <a:extLst>
                    <a:ext uri="{9D8B030D-6E8A-4147-A177-3AD203B41FA5}">
                      <a16:colId xmlns:a16="http://schemas.microsoft.com/office/drawing/2014/main" val="4099742718"/>
                    </a:ext>
                  </a:extLst>
                </a:gridCol>
                <a:gridCol w="2532634">
                  <a:extLst>
                    <a:ext uri="{9D8B030D-6E8A-4147-A177-3AD203B41FA5}">
                      <a16:colId xmlns:a16="http://schemas.microsoft.com/office/drawing/2014/main" val="3028034608"/>
                    </a:ext>
                  </a:extLst>
                </a:gridCol>
                <a:gridCol w="1948180">
                  <a:extLst>
                    <a:ext uri="{9D8B030D-6E8A-4147-A177-3AD203B41FA5}">
                      <a16:colId xmlns:a16="http://schemas.microsoft.com/office/drawing/2014/main" val="278583167"/>
                    </a:ext>
                  </a:extLst>
                </a:gridCol>
                <a:gridCol w="1168908">
                  <a:extLst>
                    <a:ext uri="{9D8B030D-6E8A-4147-A177-3AD203B41FA5}">
                      <a16:colId xmlns:a16="http://schemas.microsoft.com/office/drawing/2014/main" val="1052832566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 b="1"/>
                        <a:t>단계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 b="1"/>
                        <a:t>동작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 b="1"/>
                        <a:t>신호</a:t>
                      </a:r>
                      <a:r>
                        <a:rPr lang="en-US" altLang="ko-KR" sz="950" b="1"/>
                        <a:t>(</a:t>
                      </a:r>
                      <a:r>
                        <a:rPr lang="ko-KR" altLang="en-US" sz="950" b="1"/>
                        <a:t>구표기</a:t>
                      </a:r>
                      <a:r>
                        <a:rPr lang="en-US" altLang="ko-KR" sz="950" b="1"/>
                        <a:t>)</a:t>
                      </a:r>
                      <a:endParaRPr lang="ko-KR" altLang="en-US" sz="950" b="1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 b="1"/>
                        <a:t>실주소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 b="1"/>
                        <a:t>주체</a:t>
                      </a:r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349368034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1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WMS </a:t>
                      </a:r>
                      <a:r>
                        <a:rPr lang="ko-KR" altLang="en-US" sz="950"/>
                        <a:t>입고 지시 수신 </a:t>
                      </a:r>
                      <a:r>
                        <a:rPr lang="en-US" altLang="ko-KR" sz="950"/>
                        <a:t>- </a:t>
                      </a:r>
                      <a:r>
                        <a:rPr lang="ko-KR" altLang="en-US" sz="950"/>
                        <a:t>작업 채번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-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-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HOST-ECS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262648806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2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/>
                        <a:t>입출고대 </a:t>
                      </a:r>
                      <a:r>
                        <a:rPr lang="en-US" altLang="ko-KR" sz="950"/>
                        <a:t>#22 </a:t>
                      </a:r>
                      <a:r>
                        <a:rPr lang="ko-KR" altLang="en-US" sz="950"/>
                        <a:t>적재 감지</a:t>
                      </a:r>
                      <a:r>
                        <a:rPr lang="en-US" altLang="ko-KR" sz="950"/>
                        <a:t>(</a:t>
                      </a:r>
                      <a:r>
                        <a:rPr lang="ko-KR" altLang="en-US" sz="950"/>
                        <a:t>위치</a:t>
                      </a:r>
                      <a:r>
                        <a:rPr lang="en-US" altLang="ko-KR" sz="950"/>
                        <a:t>2)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M0364 ON - Ack M0904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%MX580 / %MX1444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PLC-ECS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399773019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3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/>
                        <a:t>방향 확인</a:t>
                      </a:r>
                      <a:r>
                        <a:rPr lang="en-US" altLang="ko-KR" sz="950"/>
                        <a:t>(</a:t>
                      </a:r>
                      <a:r>
                        <a:rPr lang="ko-KR" altLang="en-US" sz="950"/>
                        <a:t>입고</a:t>
                      </a:r>
                      <a:r>
                        <a:rPr lang="en-US" altLang="ko-KR" sz="950"/>
                        <a:t>=0) </a:t>
                      </a:r>
                      <a:r>
                        <a:rPr lang="ko-KR" altLang="en-US" sz="950"/>
                        <a:t>후 </a:t>
                      </a:r>
                      <a:r>
                        <a:rPr lang="en-US" altLang="ko-KR" sz="950"/>
                        <a:t>JOB Write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D0310, R0102~03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%DW490, %RB204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ECS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259881139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4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#21 </a:t>
                      </a:r>
                      <a:r>
                        <a:rPr lang="ko-KR" altLang="en-US" sz="950"/>
                        <a:t>이동</a:t>
                      </a:r>
                      <a:r>
                        <a:rPr lang="en-US" altLang="ko-KR" sz="950"/>
                        <a:t>(PLC ID Shift)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R0102-R0100, FLAG M0370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%RB204-%RB200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PLC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33117475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5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W.O </a:t>
                      </a:r>
                      <a:r>
                        <a:rPr lang="ko-KR" altLang="en-US" sz="950"/>
                        <a:t>보고 </a:t>
                      </a:r>
                      <a:r>
                        <a:rPr lang="en-US" altLang="ko-KR" sz="950"/>
                        <a:t>- RGV </a:t>
                      </a:r>
                      <a:r>
                        <a:rPr lang="ko-KR" altLang="en-US" sz="950"/>
                        <a:t>배차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M0366 ON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%MX582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PLC-ECS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186902389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6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RGV </a:t>
                      </a:r>
                      <a:r>
                        <a:rPr lang="ko-KR" altLang="en-US" sz="950"/>
                        <a:t>픽업</a:t>
                      </a:r>
                      <a:r>
                        <a:rPr lang="en-US" altLang="ko-KR" sz="950"/>
                        <a:t>(</a:t>
                      </a:r>
                      <a:r>
                        <a:rPr lang="ko-KR" altLang="en-US" sz="950"/>
                        <a:t>위치</a:t>
                      </a:r>
                      <a:r>
                        <a:rPr lang="en-US" altLang="ko-KR" sz="950"/>
                        <a:t>1)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M0361 ON - Ack M0901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%MX577 / %MX1441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PLC-ECS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136423761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7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RGV </a:t>
                      </a:r>
                      <a:r>
                        <a:rPr lang="ko-KR" altLang="en-US" sz="950"/>
                        <a:t>반송 </a:t>
                      </a:r>
                      <a:r>
                        <a:rPr lang="en-US" altLang="ko-KR" sz="950"/>
                        <a:t>- </a:t>
                      </a:r>
                      <a:r>
                        <a:rPr lang="ko-KR" altLang="en-US" sz="950"/>
                        <a:t>대상 호기 입고 통로 하역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/>
                        <a:t>하단 호기별 표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-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RGV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42351215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8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SC</a:t>
                      </a:r>
                      <a:r>
                        <a:rPr lang="ko-KR" altLang="en-US" sz="950"/>
                        <a:t>측 이동 </a:t>
                      </a:r>
                      <a:r>
                        <a:rPr lang="en-US" altLang="ko-KR" sz="950"/>
                        <a:t>- W.O - SC </a:t>
                      </a:r>
                      <a:r>
                        <a:rPr lang="ko-KR" altLang="en-US" sz="950"/>
                        <a:t>픽업 </a:t>
                      </a:r>
                      <a:r>
                        <a:rPr lang="en-US" altLang="ko-KR" sz="950"/>
                        <a:t>- </a:t>
                      </a:r>
                      <a:r>
                        <a:rPr lang="ko-KR" altLang="en-US" sz="950"/>
                        <a:t>랙 적치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/>
                        <a:t>하단 호기별 표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-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PLC/SC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529840540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86502EE7-A73A-8B0E-5563-B77DEE8583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9834821"/>
              </p:ext>
            </p:extLst>
          </p:nvPr>
        </p:nvGraphicFramePr>
        <p:xfrm>
          <a:off x="177800" y="2882900"/>
          <a:ext cx="97409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4090">
                  <a:extLst>
                    <a:ext uri="{9D8B030D-6E8A-4147-A177-3AD203B41FA5}">
                      <a16:colId xmlns:a16="http://schemas.microsoft.com/office/drawing/2014/main" val="1074638859"/>
                    </a:ext>
                  </a:extLst>
                </a:gridCol>
                <a:gridCol w="2727452">
                  <a:extLst>
                    <a:ext uri="{9D8B030D-6E8A-4147-A177-3AD203B41FA5}">
                      <a16:colId xmlns:a16="http://schemas.microsoft.com/office/drawing/2014/main" val="2992727443"/>
                    </a:ext>
                  </a:extLst>
                </a:gridCol>
                <a:gridCol w="2142998">
                  <a:extLst>
                    <a:ext uri="{9D8B030D-6E8A-4147-A177-3AD203B41FA5}">
                      <a16:colId xmlns:a16="http://schemas.microsoft.com/office/drawing/2014/main" val="3087697684"/>
                    </a:ext>
                  </a:extLst>
                </a:gridCol>
                <a:gridCol w="1948180">
                  <a:extLst>
                    <a:ext uri="{9D8B030D-6E8A-4147-A177-3AD203B41FA5}">
                      <a16:colId xmlns:a16="http://schemas.microsoft.com/office/drawing/2014/main" val="1414870128"/>
                    </a:ext>
                  </a:extLst>
                </a:gridCol>
                <a:gridCol w="1948180">
                  <a:extLst>
                    <a:ext uri="{9D8B030D-6E8A-4147-A177-3AD203B41FA5}">
                      <a16:colId xmlns:a16="http://schemas.microsoft.com/office/drawing/2014/main" val="4276056312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1"/>
                        <a:t>호기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1"/>
                        <a:t>통로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/>
                        <a:t>RGV</a:t>
                      </a:r>
                      <a:r>
                        <a:rPr lang="ko-KR" altLang="en-US" sz="900" b="1"/>
                        <a:t>하역 </a:t>
                      </a:r>
                      <a:r>
                        <a:rPr lang="en-US" altLang="ko-KR" sz="900" b="1"/>
                        <a:t>evt/Ack</a:t>
                      </a:r>
                      <a:endParaRPr lang="ko-KR" altLang="en-US" sz="900" b="1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/>
                        <a:t>JOB R(</a:t>
                      </a:r>
                      <a:r>
                        <a:rPr lang="ko-KR" altLang="en-US" sz="900" b="1"/>
                        <a:t>초기</a:t>
                      </a:r>
                      <a:r>
                        <a:rPr lang="en-US" altLang="ko-KR" sz="900" b="1"/>
                        <a:t>-</a:t>
                      </a:r>
                      <a:r>
                        <a:rPr lang="ko-KR" altLang="en-US" sz="900" b="1"/>
                        <a:t>시프트</a:t>
                      </a:r>
                      <a:r>
                        <a:rPr lang="en-US" altLang="ko-KR" sz="900" b="1"/>
                        <a:t>)</a:t>
                      </a:r>
                      <a:endParaRPr lang="ko-KR" altLang="en-US" sz="900" b="1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/>
                        <a:t>SC</a:t>
                      </a:r>
                      <a:r>
                        <a:rPr lang="ko-KR" altLang="en-US" sz="900" b="1"/>
                        <a:t>픽업 </a:t>
                      </a:r>
                      <a:r>
                        <a:rPr lang="en-US" altLang="ko-KR" sz="900" b="1"/>
                        <a:t>evt/Ack</a:t>
                      </a:r>
                      <a:endParaRPr lang="ko-KR" altLang="en-US" sz="900" b="1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256733106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</a:t>
                      </a:r>
                      <a:endParaRPr lang="ko-KR" altLang="en-US" sz="9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C/V#2 (#3-#4)</a:t>
                      </a:r>
                      <a:endParaRPr lang="ko-KR" altLang="en-US" sz="9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M0182/M0812</a:t>
                      </a:r>
                      <a:endParaRPr lang="ko-KR" altLang="en-US" sz="9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R0010 - R0012</a:t>
                      </a:r>
                      <a:endParaRPr lang="ko-KR" altLang="en-US" sz="9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M0183/M0813</a:t>
                      </a:r>
                      <a:endParaRPr lang="ko-KR" altLang="en-US" sz="90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84945304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</a:t>
                      </a:r>
                      <a:endParaRPr lang="ko-KR" altLang="en-US" sz="9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C/V#4 (CV105-106)</a:t>
                      </a:r>
                      <a:endParaRPr lang="ko-KR" altLang="en-US" sz="9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M0222/M0832</a:t>
                      </a:r>
                      <a:endParaRPr lang="ko-KR" altLang="en-US" sz="9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R0030 - R0032</a:t>
                      </a:r>
                      <a:endParaRPr lang="ko-KR" altLang="en-US" sz="9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M0223/M0833</a:t>
                      </a:r>
                      <a:endParaRPr lang="ko-KR" altLang="en-US" sz="90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193826003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</a:t>
                      </a:r>
                      <a:endParaRPr lang="ko-KR" altLang="en-US" sz="9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C/V#6 (CV109-110)</a:t>
                      </a:r>
                      <a:endParaRPr lang="ko-KR" altLang="en-US" sz="9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M0262/M0852</a:t>
                      </a:r>
                      <a:endParaRPr lang="ko-KR" altLang="en-US" sz="9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R0050 - R0052</a:t>
                      </a:r>
                      <a:endParaRPr lang="ko-KR" altLang="en-US" sz="9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M0263/M0853</a:t>
                      </a:r>
                      <a:endParaRPr lang="ko-KR" altLang="en-US" sz="90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166919345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</a:t>
                      </a:r>
                      <a:endParaRPr lang="ko-KR" altLang="en-US" sz="9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C/V#8 (CV113-114)</a:t>
                      </a:r>
                      <a:endParaRPr lang="ko-KR" altLang="en-US" sz="9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M0302/M0872</a:t>
                      </a:r>
                      <a:endParaRPr lang="ko-KR" altLang="en-US" sz="9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R0070 - R0072</a:t>
                      </a:r>
                      <a:endParaRPr lang="ko-KR" altLang="en-US" sz="9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M0303/M0873</a:t>
                      </a:r>
                      <a:endParaRPr lang="ko-KR" altLang="en-US" sz="90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288592773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</a:t>
                      </a:r>
                      <a:endParaRPr lang="ko-KR" altLang="en-US" sz="9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C/V#10 (CV117-118)</a:t>
                      </a:r>
                      <a:endParaRPr lang="ko-KR" altLang="en-US" sz="9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M0342/M0892</a:t>
                      </a:r>
                      <a:endParaRPr lang="ko-KR" altLang="en-US" sz="9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R0090 - R0092</a:t>
                      </a:r>
                      <a:endParaRPr lang="ko-KR" altLang="en-US" sz="9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M0343/M0893</a:t>
                      </a:r>
                      <a:endParaRPr lang="ko-KR" altLang="en-US" sz="90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347142176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AD3AE175-CD50-40A5-1A9E-70085DF6E51A}"/>
              </a:ext>
            </a:extLst>
          </p:cNvPr>
          <p:cNvSpPr txBox="1"/>
          <p:nvPr/>
        </p:nvSpPr>
        <p:spPr>
          <a:xfrm>
            <a:off x="203200" y="4381500"/>
            <a:ext cx="9690100" cy="23852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ko-KR" altLang="en-US" sz="950">
                <a:solidFill>
                  <a:srgbClr val="00008B"/>
                </a:solidFill>
              </a:rPr>
              <a:t>호기</a:t>
            </a:r>
            <a:r>
              <a:rPr lang="en-US" altLang="ko-KR" sz="950">
                <a:solidFill>
                  <a:srgbClr val="00008B"/>
                </a:solidFill>
              </a:rPr>
              <a:t>(1~5)</a:t>
            </a:r>
            <a:r>
              <a:rPr lang="ko-KR" altLang="en-US" sz="950">
                <a:solidFill>
                  <a:srgbClr val="00008B"/>
                </a:solidFill>
              </a:rPr>
              <a:t>별로 반복 수행</a:t>
            </a:r>
            <a:r>
              <a:rPr lang="en-US" altLang="ko-KR" sz="950">
                <a:solidFill>
                  <a:srgbClr val="00008B"/>
                </a:solidFill>
              </a:rPr>
              <a:t>. RGV </a:t>
            </a:r>
            <a:r>
              <a:rPr lang="ko-KR" altLang="en-US" sz="950">
                <a:solidFill>
                  <a:srgbClr val="00008B"/>
                </a:solidFill>
              </a:rPr>
              <a:t>트래킹</a:t>
            </a:r>
            <a:r>
              <a:rPr lang="en-US" altLang="ko-KR" sz="950">
                <a:solidFill>
                  <a:srgbClr val="00008B"/>
                </a:solidFill>
              </a:rPr>
              <a:t>: On RGV R0310~11(%RB620~622).</a:t>
            </a:r>
            <a:endParaRPr lang="ko-KR" altLang="en-US" sz="950">
              <a:solidFill>
                <a:srgbClr val="00008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772219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62B915E-2C88-8531-78ED-7CE988AB337B}"/>
              </a:ext>
            </a:extLst>
          </p:cNvPr>
          <p:cNvSpPr txBox="1"/>
          <p:nvPr/>
        </p:nvSpPr>
        <p:spPr>
          <a:xfrm>
            <a:off x="228600" y="101600"/>
            <a:ext cx="9639300" cy="3847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1900">
                <a:solidFill>
                  <a:srgbClr val="8B0000"/>
                </a:solidFill>
              </a:rPr>
              <a:t>[TEST 2] 22 </a:t>
            </a:r>
            <a:r>
              <a:rPr lang="ko-KR" altLang="en-US" sz="1900">
                <a:solidFill>
                  <a:srgbClr val="8B0000"/>
                </a:solidFill>
              </a:rPr>
              <a:t>입출고대로 출고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BDD7DC79-2F1A-7EE1-A4C5-C7AAFF822C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0695663"/>
              </p:ext>
            </p:extLst>
          </p:nvPr>
        </p:nvGraphicFramePr>
        <p:xfrm>
          <a:off x="177800" y="609600"/>
          <a:ext cx="97409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4454">
                  <a:extLst>
                    <a:ext uri="{9D8B030D-6E8A-4147-A177-3AD203B41FA5}">
                      <a16:colId xmlns:a16="http://schemas.microsoft.com/office/drawing/2014/main" val="2721130947"/>
                    </a:ext>
                  </a:extLst>
                </a:gridCol>
                <a:gridCol w="3506724">
                  <a:extLst>
                    <a:ext uri="{9D8B030D-6E8A-4147-A177-3AD203B41FA5}">
                      <a16:colId xmlns:a16="http://schemas.microsoft.com/office/drawing/2014/main" val="2557912253"/>
                    </a:ext>
                  </a:extLst>
                </a:gridCol>
                <a:gridCol w="2532634">
                  <a:extLst>
                    <a:ext uri="{9D8B030D-6E8A-4147-A177-3AD203B41FA5}">
                      <a16:colId xmlns:a16="http://schemas.microsoft.com/office/drawing/2014/main" val="3030504751"/>
                    </a:ext>
                  </a:extLst>
                </a:gridCol>
                <a:gridCol w="1948180">
                  <a:extLst>
                    <a:ext uri="{9D8B030D-6E8A-4147-A177-3AD203B41FA5}">
                      <a16:colId xmlns:a16="http://schemas.microsoft.com/office/drawing/2014/main" val="1830756949"/>
                    </a:ext>
                  </a:extLst>
                </a:gridCol>
                <a:gridCol w="1168908">
                  <a:extLst>
                    <a:ext uri="{9D8B030D-6E8A-4147-A177-3AD203B41FA5}">
                      <a16:colId xmlns:a16="http://schemas.microsoft.com/office/drawing/2014/main" val="2497367148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 b="1"/>
                        <a:t>단계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 b="1"/>
                        <a:t>동작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 b="1"/>
                        <a:t>신호</a:t>
                      </a:r>
                      <a:r>
                        <a:rPr lang="en-US" altLang="ko-KR" sz="950" b="1"/>
                        <a:t>(</a:t>
                      </a:r>
                      <a:r>
                        <a:rPr lang="ko-KR" altLang="en-US" sz="950" b="1"/>
                        <a:t>구표기</a:t>
                      </a:r>
                      <a:r>
                        <a:rPr lang="en-US" altLang="ko-KR" sz="950" b="1"/>
                        <a:t>)</a:t>
                      </a:r>
                      <a:endParaRPr lang="ko-KR" altLang="en-US" sz="950" b="1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 b="1"/>
                        <a:t>실주소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 b="1"/>
                        <a:t>주체</a:t>
                      </a:r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38678615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1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WMS </a:t>
                      </a:r>
                      <a:r>
                        <a:rPr lang="ko-KR" altLang="en-US" sz="950"/>
                        <a:t>출고 지시</a:t>
                      </a:r>
                      <a:r>
                        <a:rPr lang="en-US" altLang="ko-KR" sz="950"/>
                        <a:t>(</a:t>
                      </a:r>
                      <a:r>
                        <a:rPr lang="ko-KR" altLang="en-US" sz="950"/>
                        <a:t>로케이션 </a:t>
                      </a:r>
                      <a:r>
                        <a:rPr lang="en-US" altLang="ko-KR" sz="950"/>
                        <a:t>- 22</a:t>
                      </a:r>
                      <a:r>
                        <a:rPr lang="ko-KR" altLang="en-US" sz="950"/>
                        <a:t>번대</a:t>
                      </a:r>
                      <a:r>
                        <a:rPr lang="en-US" altLang="ko-KR" sz="950"/>
                        <a:t>)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-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-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HOST-ECS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280489988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2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SC </a:t>
                      </a:r>
                      <a:r>
                        <a:rPr lang="ko-KR" altLang="en-US" sz="950"/>
                        <a:t>랙 취출 </a:t>
                      </a:r>
                      <a:r>
                        <a:rPr lang="en-US" altLang="ko-KR" sz="950"/>
                        <a:t>- </a:t>
                      </a:r>
                      <a:r>
                        <a:rPr lang="ko-KR" altLang="en-US" sz="950"/>
                        <a:t>통로 출고 </a:t>
                      </a:r>
                      <a:r>
                        <a:rPr lang="en-US" altLang="ko-KR" sz="950"/>
                        <a:t>CV SC</a:t>
                      </a:r>
                      <a:r>
                        <a:rPr lang="ko-KR" altLang="en-US" sz="950"/>
                        <a:t>측 하역</a:t>
                      </a:r>
                      <a:r>
                        <a:rPr lang="en-US" altLang="ko-KR" sz="950"/>
                        <a:t>(</a:t>
                      </a:r>
                      <a:r>
                        <a:rPr lang="ko-KR" altLang="en-US" sz="950"/>
                        <a:t>위치</a:t>
                      </a:r>
                      <a:r>
                        <a:rPr lang="en-US" altLang="ko-KR" sz="950"/>
                        <a:t>2)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/>
                        <a:t>하단 호기별 표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-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SC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202044716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3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RGV</a:t>
                      </a:r>
                      <a:r>
                        <a:rPr lang="ko-KR" altLang="en-US" sz="950"/>
                        <a:t>측 이동 </a:t>
                      </a:r>
                      <a:r>
                        <a:rPr lang="en-US" altLang="ko-KR" sz="950"/>
                        <a:t>- W.O - RGV </a:t>
                      </a:r>
                      <a:r>
                        <a:rPr lang="ko-KR" altLang="en-US" sz="950"/>
                        <a:t>픽업</a:t>
                      </a:r>
                      <a:r>
                        <a:rPr lang="en-US" altLang="ko-KR" sz="950"/>
                        <a:t>(</a:t>
                      </a:r>
                      <a:r>
                        <a:rPr lang="ko-KR" altLang="en-US" sz="950"/>
                        <a:t>위치</a:t>
                      </a:r>
                      <a:r>
                        <a:rPr lang="en-US" altLang="ko-KR" sz="950"/>
                        <a:t>1)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/>
                        <a:t>하단 호기별 표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-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PLC/RGV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133594956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4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RGV - C/V#11 #21 </a:t>
                      </a:r>
                      <a:r>
                        <a:rPr lang="ko-KR" altLang="en-US" sz="950"/>
                        <a:t>하역</a:t>
                      </a:r>
                      <a:r>
                        <a:rPr lang="en-US" altLang="ko-KR" sz="950"/>
                        <a:t>(</a:t>
                      </a:r>
                      <a:r>
                        <a:rPr lang="ko-KR" altLang="en-US" sz="950"/>
                        <a:t>위치</a:t>
                      </a:r>
                      <a:r>
                        <a:rPr lang="en-US" altLang="ko-KR" sz="950"/>
                        <a:t>1)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M0362 ON - Ack M0902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%MX578 / %MX1442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PLC-ECS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198011687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5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/>
                        <a:t>방향 확인</a:t>
                      </a:r>
                      <a:r>
                        <a:rPr lang="en-US" altLang="ko-KR" sz="950"/>
                        <a:t>(</a:t>
                      </a:r>
                      <a:r>
                        <a:rPr lang="ko-KR" altLang="en-US" sz="950"/>
                        <a:t>출고</a:t>
                      </a:r>
                      <a:r>
                        <a:rPr lang="en-US" altLang="ko-KR" sz="950"/>
                        <a:t>=1) </a:t>
                      </a:r>
                      <a:r>
                        <a:rPr lang="ko-KR" altLang="en-US" sz="950"/>
                        <a:t>후 </a:t>
                      </a:r>
                      <a:r>
                        <a:rPr lang="en-US" altLang="ko-KR" sz="950"/>
                        <a:t>JOB Write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D0310, R0100~01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%DW490, %RB200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ECS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14569725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6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#22 </a:t>
                      </a:r>
                      <a:r>
                        <a:rPr lang="ko-KR" altLang="en-US" sz="950"/>
                        <a:t>이동</a:t>
                      </a:r>
                      <a:r>
                        <a:rPr lang="en-US" altLang="ko-KR" sz="950"/>
                        <a:t>(PLC ID Shift)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R0100-R0102, FLAG M0371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%RB200-%RB204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PLC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177212576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7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/>
                        <a:t>입출고대 </a:t>
                      </a:r>
                      <a:r>
                        <a:rPr lang="en-US" altLang="ko-KR" sz="950"/>
                        <a:t>#22 </a:t>
                      </a:r>
                      <a:r>
                        <a:rPr lang="ko-KR" altLang="en-US" sz="950"/>
                        <a:t>반출 </a:t>
                      </a:r>
                      <a:r>
                        <a:rPr lang="en-US" altLang="ko-KR" sz="950"/>
                        <a:t>- JOB </a:t>
                      </a:r>
                      <a:r>
                        <a:rPr lang="ko-KR" altLang="en-US" sz="950"/>
                        <a:t>삭제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FLAG M0371 OFF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%MX593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/>
                        <a:t>현장</a:t>
                      </a:r>
                      <a:r>
                        <a:rPr lang="en-US" altLang="ko-KR" sz="950"/>
                        <a:t>/ECS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1975671808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B4153311-7915-B10C-C6E8-73B8B791BE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859125"/>
              </p:ext>
            </p:extLst>
          </p:nvPr>
        </p:nvGraphicFramePr>
        <p:xfrm>
          <a:off x="177800" y="2641600"/>
          <a:ext cx="97409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4090">
                  <a:extLst>
                    <a:ext uri="{9D8B030D-6E8A-4147-A177-3AD203B41FA5}">
                      <a16:colId xmlns:a16="http://schemas.microsoft.com/office/drawing/2014/main" val="1214565581"/>
                    </a:ext>
                  </a:extLst>
                </a:gridCol>
                <a:gridCol w="2727452">
                  <a:extLst>
                    <a:ext uri="{9D8B030D-6E8A-4147-A177-3AD203B41FA5}">
                      <a16:colId xmlns:a16="http://schemas.microsoft.com/office/drawing/2014/main" val="1250934624"/>
                    </a:ext>
                  </a:extLst>
                </a:gridCol>
                <a:gridCol w="2142998">
                  <a:extLst>
                    <a:ext uri="{9D8B030D-6E8A-4147-A177-3AD203B41FA5}">
                      <a16:colId xmlns:a16="http://schemas.microsoft.com/office/drawing/2014/main" val="576887544"/>
                    </a:ext>
                  </a:extLst>
                </a:gridCol>
                <a:gridCol w="1948180">
                  <a:extLst>
                    <a:ext uri="{9D8B030D-6E8A-4147-A177-3AD203B41FA5}">
                      <a16:colId xmlns:a16="http://schemas.microsoft.com/office/drawing/2014/main" val="984832336"/>
                    </a:ext>
                  </a:extLst>
                </a:gridCol>
                <a:gridCol w="1948180">
                  <a:extLst>
                    <a:ext uri="{9D8B030D-6E8A-4147-A177-3AD203B41FA5}">
                      <a16:colId xmlns:a16="http://schemas.microsoft.com/office/drawing/2014/main" val="197628605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1"/>
                        <a:t>호기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1"/>
                        <a:t>통로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/>
                        <a:t>SC</a:t>
                      </a:r>
                      <a:r>
                        <a:rPr lang="ko-KR" altLang="en-US" sz="900" b="1"/>
                        <a:t>하역 </a:t>
                      </a:r>
                      <a:r>
                        <a:rPr lang="en-US" altLang="ko-KR" sz="900" b="1"/>
                        <a:t>evt/Ack</a:t>
                      </a:r>
                      <a:endParaRPr lang="ko-KR" altLang="en-US" sz="900" b="1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/>
                        <a:t>JOB R(</a:t>
                      </a:r>
                      <a:r>
                        <a:rPr lang="ko-KR" altLang="en-US" sz="900" b="1"/>
                        <a:t>초기</a:t>
                      </a:r>
                      <a:r>
                        <a:rPr lang="en-US" altLang="ko-KR" sz="900" b="1"/>
                        <a:t>-</a:t>
                      </a:r>
                      <a:r>
                        <a:rPr lang="ko-KR" altLang="en-US" sz="900" b="1"/>
                        <a:t>시프트</a:t>
                      </a:r>
                      <a:r>
                        <a:rPr lang="en-US" altLang="ko-KR" sz="900" b="1"/>
                        <a:t>)</a:t>
                      </a:r>
                      <a:endParaRPr lang="ko-KR" altLang="en-US" sz="900" b="1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b="1"/>
                        <a:t>RGV</a:t>
                      </a:r>
                      <a:r>
                        <a:rPr lang="ko-KR" altLang="en-US" sz="900" b="1"/>
                        <a:t>픽업 </a:t>
                      </a:r>
                      <a:r>
                        <a:rPr lang="en-US" altLang="ko-KR" sz="900" b="1"/>
                        <a:t>evt/Ack</a:t>
                      </a:r>
                      <a:endParaRPr lang="ko-KR" altLang="en-US" sz="900" b="1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128511828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1</a:t>
                      </a:r>
                      <a:endParaRPr lang="ko-KR" altLang="en-US" sz="9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C/V#2 (#4-#3) </a:t>
                      </a:r>
                      <a:r>
                        <a:rPr lang="ko-KR" altLang="en-US" sz="900"/>
                        <a:t>역방향 </a:t>
                      </a:r>
                      <a:r>
                        <a:rPr lang="en-US" altLang="ko-KR" sz="900"/>
                        <a:t>D0301=1</a:t>
                      </a:r>
                      <a:endParaRPr lang="ko-KR" altLang="en-US" sz="9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M0184/M0814</a:t>
                      </a:r>
                      <a:endParaRPr lang="ko-KR" altLang="en-US" sz="9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R0012 - R0010</a:t>
                      </a:r>
                      <a:endParaRPr lang="ko-KR" altLang="en-US" sz="9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M0181/M0811</a:t>
                      </a:r>
                      <a:endParaRPr lang="ko-KR" altLang="en-US" sz="90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80955781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2</a:t>
                      </a:r>
                      <a:endParaRPr lang="ko-KR" altLang="en-US" sz="9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C/V#3 (CV103-104)</a:t>
                      </a:r>
                      <a:endParaRPr lang="ko-KR" altLang="en-US" sz="9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M0204/M0824</a:t>
                      </a:r>
                      <a:endParaRPr lang="ko-KR" altLang="en-US" sz="9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R0022 - R0020</a:t>
                      </a:r>
                      <a:endParaRPr lang="ko-KR" altLang="en-US" sz="9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M0201/M0821</a:t>
                      </a:r>
                      <a:endParaRPr lang="ko-KR" altLang="en-US" sz="90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200122902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3</a:t>
                      </a:r>
                      <a:endParaRPr lang="ko-KR" altLang="en-US" sz="9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C/V#5 (CV107-108)</a:t>
                      </a:r>
                      <a:endParaRPr lang="ko-KR" altLang="en-US" sz="9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M0244/M0844</a:t>
                      </a:r>
                      <a:endParaRPr lang="ko-KR" altLang="en-US" sz="9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R0042 - R0040</a:t>
                      </a:r>
                      <a:endParaRPr lang="ko-KR" altLang="en-US" sz="9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M0241/M0841</a:t>
                      </a:r>
                      <a:endParaRPr lang="ko-KR" altLang="en-US" sz="90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24118828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4</a:t>
                      </a:r>
                      <a:endParaRPr lang="ko-KR" altLang="en-US" sz="9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C/V#7 (CV111-112)</a:t>
                      </a:r>
                      <a:endParaRPr lang="ko-KR" altLang="en-US" sz="9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M0284/M0864</a:t>
                      </a:r>
                      <a:endParaRPr lang="ko-KR" altLang="en-US" sz="9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R0062 - R0060</a:t>
                      </a:r>
                      <a:endParaRPr lang="ko-KR" altLang="en-US" sz="9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M0281/M0861</a:t>
                      </a:r>
                      <a:endParaRPr lang="ko-KR" altLang="en-US" sz="90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2663172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5</a:t>
                      </a:r>
                      <a:endParaRPr lang="ko-KR" altLang="en-US" sz="9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C/V#9 (CV115-116)</a:t>
                      </a:r>
                      <a:endParaRPr lang="ko-KR" altLang="en-US" sz="9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M0324/M0884</a:t>
                      </a:r>
                      <a:endParaRPr lang="ko-KR" altLang="en-US" sz="9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R0082 - R0080</a:t>
                      </a:r>
                      <a:endParaRPr lang="ko-KR" altLang="en-US" sz="90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M0321/M0881</a:t>
                      </a:r>
                      <a:endParaRPr lang="ko-KR" altLang="en-US" sz="90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180171801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074CD81-CBFF-C648-2DDE-F6C5FA8717CB}"/>
              </a:ext>
            </a:extLst>
          </p:cNvPr>
          <p:cNvSpPr txBox="1"/>
          <p:nvPr/>
        </p:nvSpPr>
        <p:spPr>
          <a:xfrm>
            <a:off x="203200" y="4140200"/>
            <a:ext cx="9690100" cy="23852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950">
                <a:solidFill>
                  <a:srgbClr val="00008B"/>
                </a:solidFill>
              </a:rPr>
              <a:t>1</a:t>
            </a:r>
            <a:r>
              <a:rPr lang="ko-KR" altLang="en-US" sz="950">
                <a:solidFill>
                  <a:srgbClr val="00008B"/>
                </a:solidFill>
              </a:rPr>
              <a:t>호기는 </a:t>
            </a:r>
            <a:r>
              <a:rPr lang="en-US" altLang="ko-KR" sz="950">
                <a:solidFill>
                  <a:srgbClr val="00008B"/>
                </a:solidFill>
              </a:rPr>
              <a:t>C/V#2 </a:t>
            </a:r>
            <a:r>
              <a:rPr lang="ko-KR" altLang="en-US" sz="950">
                <a:solidFill>
                  <a:srgbClr val="00008B"/>
                </a:solidFill>
              </a:rPr>
              <a:t>겸용 통로를 출고 방향</a:t>
            </a:r>
            <a:r>
              <a:rPr lang="en-US" altLang="ko-KR" sz="950">
                <a:solidFill>
                  <a:srgbClr val="00008B"/>
                </a:solidFill>
              </a:rPr>
              <a:t>(D0301=1)</a:t>
            </a:r>
            <a:r>
              <a:rPr lang="ko-KR" altLang="en-US" sz="950">
                <a:solidFill>
                  <a:srgbClr val="00008B"/>
                </a:solidFill>
              </a:rPr>
              <a:t>으로 전환 후 사용</a:t>
            </a:r>
            <a:r>
              <a:rPr lang="en-US" altLang="ko-KR" sz="950">
                <a:solidFill>
                  <a:srgbClr val="00008B"/>
                </a:solidFill>
              </a:rPr>
              <a:t>(TEST 10 </a:t>
            </a:r>
            <a:r>
              <a:rPr lang="ko-KR" altLang="en-US" sz="950">
                <a:solidFill>
                  <a:srgbClr val="00008B"/>
                </a:solidFill>
              </a:rPr>
              <a:t>연계</a:t>
            </a:r>
            <a:r>
              <a:rPr lang="en-US" altLang="ko-KR" sz="950">
                <a:solidFill>
                  <a:srgbClr val="00008B"/>
                </a:solidFill>
              </a:rPr>
              <a:t>).</a:t>
            </a:r>
            <a:endParaRPr lang="ko-KR" altLang="en-US" sz="950">
              <a:solidFill>
                <a:srgbClr val="00008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252590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BCB748D-97C3-773B-CFCB-1E041DF5E87E}"/>
              </a:ext>
            </a:extLst>
          </p:cNvPr>
          <p:cNvSpPr txBox="1"/>
          <p:nvPr/>
        </p:nvSpPr>
        <p:spPr>
          <a:xfrm>
            <a:off x="228600" y="101600"/>
            <a:ext cx="9639300" cy="3847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1900">
                <a:solidFill>
                  <a:srgbClr val="8B0000"/>
                </a:solidFill>
              </a:rPr>
              <a:t>[TEST 3] 24 </a:t>
            </a:r>
            <a:r>
              <a:rPr lang="ko-KR" altLang="en-US" sz="1900">
                <a:solidFill>
                  <a:srgbClr val="8B0000"/>
                </a:solidFill>
              </a:rPr>
              <a:t>입고대에서 입고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1343454F-EBAC-DAB4-BC3E-EF8B1321E9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144757"/>
              </p:ext>
            </p:extLst>
          </p:nvPr>
        </p:nvGraphicFramePr>
        <p:xfrm>
          <a:off x="177800" y="609600"/>
          <a:ext cx="97409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4454">
                  <a:extLst>
                    <a:ext uri="{9D8B030D-6E8A-4147-A177-3AD203B41FA5}">
                      <a16:colId xmlns:a16="http://schemas.microsoft.com/office/drawing/2014/main" val="721559430"/>
                    </a:ext>
                  </a:extLst>
                </a:gridCol>
                <a:gridCol w="3506724">
                  <a:extLst>
                    <a:ext uri="{9D8B030D-6E8A-4147-A177-3AD203B41FA5}">
                      <a16:colId xmlns:a16="http://schemas.microsoft.com/office/drawing/2014/main" val="3376105665"/>
                    </a:ext>
                  </a:extLst>
                </a:gridCol>
                <a:gridCol w="2532634">
                  <a:extLst>
                    <a:ext uri="{9D8B030D-6E8A-4147-A177-3AD203B41FA5}">
                      <a16:colId xmlns:a16="http://schemas.microsoft.com/office/drawing/2014/main" val="1598099078"/>
                    </a:ext>
                  </a:extLst>
                </a:gridCol>
                <a:gridCol w="1948180">
                  <a:extLst>
                    <a:ext uri="{9D8B030D-6E8A-4147-A177-3AD203B41FA5}">
                      <a16:colId xmlns:a16="http://schemas.microsoft.com/office/drawing/2014/main" val="3093177882"/>
                    </a:ext>
                  </a:extLst>
                </a:gridCol>
                <a:gridCol w="1168908">
                  <a:extLst>
                    <a:ext uri="{9D8B030D-6E8A-4147-A177-3AD203B41FA5}">
                      <a16:colId xmlns:a16="http://schemas.microsoft.com/office/drawing/2014/main" val="1456732757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 b="1"/>
                        <a:t>단계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 b="1"/>
                        <a:t>동작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 b="1"/>
                        <a:t>신호</a:t>
                      </a:r>
                      <a:r>
                        <a:rPr lang="en-US" altLang="ko-KR" sz="950" b="1"/>
                        <a:t>(</a:t>
                      </a:r>
                      <a:r>
                        <a:rPr lang="ko-KR" altLang="en-US" sz="950" b="1"/>
                        <a:t>구표기</a:t>
                      </a:r>
                      <a:r>
                        <a:rPr lang="en-US" altLang="ko-KR" sz="950" b="1"/>
                        <a:t>)</a:t>
                      </a:r>
                      <a:endParaRPr lang="ko-KR" altLang="en-US" sz="950" b="1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 b="1"/>
                        <a:t>실주소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 b="1"/>
                        <a:t>주체</a:t>
                      </a:r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18813936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1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/>
                        <a:t>입고대 </a:t>
                      </a:r>
                      <a:r>
                        <a:rPr lang="en-US" altLang="ko-KR" sz="950"/>
                        <a:t>#24 </a:t>
                      </a:r>
                      <a:r>
                        <a:rPr lang="ko-KR" altLang="en-US" sz="950"/>
                        <a:t>적재 감지</a:t>
                      </a:r>
                      <a:r>
                        <a:rPr lang="en-US" altLang="ko-KR" sz="950"/>
                        <a:t>(</a:t>
                      </a:r>
                      <a:r>
                        <a:rPr lang="ko-KR" altLang="en-US" sz="950"/>
                        <a:t>위치</a:t>
                      </a:r>
                      <a:r>
                        <a:rPr lang="en-US" altLang="ko-KR" sz="950"/>
                        <a:t>2)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M0384 ON - Ack M0914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%MX612 / %MX1460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PLC-ECS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72135295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2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/>
                        <a:t>방향 확인 후 </a:t>
                      </a:r>
                      <a:r>
                        <a:rPr lang="en-US" altLang="ko-KR" sz="950"/>
                        <a:t>JOB Write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D0311, R0112~13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%DW491, %RB224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ECS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428730655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3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#23 </a:t>
                      </a:r>
                      <a:r>
                        <a:rPr lang="ko-KR" altLang="en-US" sz="950"/>
                        <a:t>이동</a:t>
                      </a:r>
                      <a:r>
                        <a:rPr lang="en-US" altLang="ko-KR" sz="950"/>
                        <a:t>(PLC ID Shift)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R0112-R0110, FLAG M0390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%RB224-%RB220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PLC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339949008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4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W.O </a:t>
                      </a:r>
                      <a:r>
                        <a:rPr lang="ko-KR" altLang="en-US" sz="950"/>
                        <a:t>보고 </a:t>
                      </a:r>
                      <a:r>
                        <a:rPr lang="en-US" altLang="ko-KR" sz="950"/>
                        <a:t>- RGV </a:t>
                      </a:r>
                      <a:r>
                        <a:rPr lang="ko-KR" altLang="en-US" sz="950"/>
                        <a:t>배차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M0386 ON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%MX614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PLC-ECS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296205526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5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RGV </a:t>
                      </a:r>
                      <a:r>
                        <a:rPr lang="ko-KR" altLang="en-US" sz="950"/>
                        <a:t>픽업</a:t>
                      </a:r>
                      <a:r>
                        <a:rPr lang="en-US" altLang="ko-KR" sz="950"/>
                        <a:t>(</a:t>
                      </a:r>
                      <a:r>
                        <a:rPr lang="ko-KR" altLang="en-US" sz="950"/>
                        <a:t>위치</a:t>
                      </a:r>
                      <a:r>
                        <a:rPr lang="en-US" altLang="ko-KR" sz="950"/>
                        <a:t>1 #23)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M0381 ON - Ack M0911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%MX609 / %MX1457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PLC-ECS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230727317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6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/>
                        <a:t>이후 통로 입고 </a:t>
                      </a:r>
                      <a:r>
                        <a:rPr lang="en-US" altLang="ko-KR" sz="950"/>
                        <a:t>- SC </a:t>
                      </a:r>
                      <a:r>
                        <a:rPr lang="ko-KR" altLang="en-US" sz="950"/>
                        <a:t>적치</a:t>
                      </a:r>
                      <a:r>
                        <a:rPr lang="en-US" altLang="ko-KR" sz="950"/>
                        <a:t>(TEST 1</a:t>
                      </a:r>
                      <a:r>
                        <a:rPr lang="ko-KR" altLang="en-US" sz="950"/>
                        <a:t>의 </a:t>
                      </a:r>
                      <a:r>
                        <a:rPr lang="en-US" altLang="ko-KR" sz="950"/>
                        <a:t>7~8)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TEST 1 </a:t>
                      </a:r>
                      <a:r>
                        <a:rPr lang="ko-KR" altLang="en-US" sz="950"/>
                        <a:t>호기별 표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-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RGV/SC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150796023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C90C7700-BB2D-95F2-AFF4-AA6FFA3F7913}"/>
              </a:ext>
            </a:extLst>
          </p:cNvPr>
          <p:cNvSpPr txBox="1"/>
          <p:nvPr/>
        </p:nvSpPr>
        <p:spPr>
          <a:xfrm>
            <a:off x="203200" y="2400300"/>
            <a:ext cx="9690100" cy="23852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950">
                <a:solidFill>
                  <a:srgbClr val="00008B"/>
                </a:solidFill>
              </a:rPr>
              <a:t>C/V#12 = </a:t>
            </a:r>
            <a:r>
              <a:rPr lang="ko-KR" altLang="en-US" sz="950">
                <a:solidFill>
                  <a:srgbClr val="00008B"/>
                </a:solidFill>
              </a:rPr>
              <a:t>트랙 </a:t>
            </a:r>
            <a:r>
              <a:rPr lang="en-US" altLang="ko-KR" sz="950">
                <a:solidFill>
                  <a:srgbClr val="00008B"/>
                </a:solidFill>
              </a:rPr>
              <a:t>23/24. FLAG: #23=M0390(%MX624), #24=M0391(%MX625).</a:t>
            </a:r>
            <a:endParaRPr lang="ko-KR" altLang="en-US" sz="950">
              <a:solidFill>
                <a:srgbClr val="00008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359357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67E43D2-1C34-B35D-365A-53D50C5365A9}"/>
              </a:ext>
            </a:extLst>
          </p:cNvPr>
          <p:cNvSpPr txBox="1"/>
          <p:nvPr/>
        </p:nvSpPr>
        <p:spPr>
          <a:xfrm>
            <a:off x="228600" y="101600"/>
            <a:ext cx="9639300" cy="3847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1900">
                <a:solidFill>
                  <a:srgbClr val="8B0000"/>
                </a:solidFill>
              </a:rPr>
              <a:t>[TEST 4] 23 </a:t>
            </a:r>
            <a:r>
              <a:rPr lang="ko-KR" altLang="en-US" sz="1900">
                <a:solidFill>
                  <a:srgbClr val="8B0000"/>
                </a:solidFill>
              </a:rPr>
              <a:t>출고대로 출고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D91464A0-8982-B061-2190-6F51D79F4B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578867"/>
              </p:ext>
            </p:extLst>
          </p:nvPr>
        </p:nvGraphicFramePr>
        <p:xfrm>
          <a:off x="177800" y="609600"/>
          <a:ext cx="97409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4454">
                  <a:extLst>
                    <a:ext uri="{9D8B030D-6E8A-4147-A177-3AD203B41FA5}">
                      <a16:colId xmlns:a16="http://schemas.microsoft.com/office/drawing/2014/main" val="1849333824"/>
                    </a:ext>
                  </a:extLst>
                </a:gridCol>
                <a:gridCol w="3506724">
                  <a:extLst>
                    <a:ext uri="{9D8B030D-6E8A-4147-A177-3AD203B41FA5}">
                      <a16:colId xmlns:a16="http://schemas.microsoft.com/office/drawing/2014/main" val="1649772414"/>
                    </a:ext>
                  </a:extLst>
                </a:gridCol>
                <a:gridCol w="2532634">
                  <a:extLst>
                    <a:ext uri="{9D8B030D-6E8A-4147-A177-3AD203B41FA5}">
                      <a16:colId xmlns:a16="http://schemas.microsoft.com/office/drawing/2014/main" val="707050774"/>
                    </a:ext>
                  </a:extLst>
                </a:gridCol>
                <a:gridCol w="1948180">
                  <a:extLst>
                    <a:ext uri="{9D8B030D-6E8A-4147-A177-3AD203B41FA5}">
                      <a16:colId xmlns:a16="http://schemas.microsoft.com/office/drawing/2014/main" val="4120682641"/>
                    </a:ext>
                  </a:extLst>
                </a:gridCol>
                <a:gridCol w="1168908">
                  <a:extLst>
                    <a:ext uri="{9D8B030D-6E8A-4147-A177-3AD203B41FA5}">
                      <a16:colId xmlns:a16="http://schemas.microsoft.com/office/drawing/2014/main" val="2538642008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 b="1"/>
                        <a:t>단계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 b="1"/>
                        <a:t>동작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 b="1"/>
                        <a:t>신호</a:t>
                      </a:r>
                      <a:r>
                        <a:rPr lang="en-US" altLang="ko-KR" sz="950" b="1"/>
                        <a:t>(</a:t>
                      </a:r>
                      <a:r>
                        <a:rPr lang="ko-KR" altLang="en-US" sz="950" b="1"/>
                        <a:t>구표기</a:t>
                      </a:r>
                      <a:r>
                        <a:rPr lang="en-US" altLang="ko-KR" sz="950" b="1"/>
                        <a:t>)</a:t>
                      </a:r>
                      <a:endParaRPr lang="ko-KR" altLang="en-US" sz="950" b="1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 b="1"/>
                        <a:t>실주소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 b="1"/>
                        <a:t>주체</a:t>
                      </a:r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356699593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1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SC </a:t>
                      </a:r>
                      <a:r>
                        <a:rPr lang="ko-KR" altLang="en-US" sz="950"/>
                        <a:t>취출 </a:t>
                      </a:r>
                      <a:r>
                        <a:rPr lang="en-US" altLang="ko-KR" sz="950"/>
                        <a:t>- </a:t>
                      </a:r>
                      <a:r>
                        <a:rPr lang="ko-KR" altLang="en-US" sz="950"/>
                        <a:t>통로 출고 </a:t>
                      </a:r>
                      <a:r>
                        <a:rPr lang="en-US" altLang="ko-KR" sz="950"/>
                        <a:t>- RGV </a:t>
                      </a:r>
                      <a:r>
                        <a:rPr lang="ko-KR" altLang="en-US" sz="950"/>
                        <a:t>픽업</a:t>
                      </a:r>
                      <a:r>
                        <a:rPr lang="en-US" altLang="ko-KR" sz="950"/>
                        <a:t>(TEST 2</a:t>
                      </a:r>
                      <a:r>
                        <a:rPr lang="ko-KR" altLang="en-US" sz="950"/>
                        <a:t>의 </a:t>
                      </a:r>
                      <a:r>
                        <a:rPr lang="en-US" altLang="ko-KR" sz="950"/>
                        <a:t>2~3)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TEST 2 </a:t>
                      </a:r>
                      <a:r>
                        <a:rPr lang="ko-KR" altLang="en-US" sz="950"/>
                        <a:t>호기별 표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-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SC/RGV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4041302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2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RGV - #23 </a:t>
                      </a:r>
                      <a:r>
                        <a:rPr lang="ko-KR" altLang="en-US" sz="950"/>
                        <a:t>하역</a:t>
                      </a:r>
                      <a:r>
                        <a:rPr lang="en-US" altLang="ko-KR" sz="950"/>
                        <a:t>(</a:t>
                      </a:r>
                      <a:r>
                        <a:rPr lang="ko-KR" altLang="en-US" sz="950"/>
                        <a:t>위치</a:t>
                      </a:r>
                      <a:r>
                        <a:rPr lang="en-US" altLang="ko-KR" sz="950"/>
                        <a:t>1)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M0382 ON - Ack M0912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%MX610 / %MX1458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PLC-ECS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191520146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3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/>
                        <a:t>방향 확인</a:t>
                      </a:r>
                      <a:r>
                        <a:rPr lang="en-US" altLang="ko-KR" sz="950"/>
                        <a:t>(</a:t>
                      </a:r>
                      <a:r>
                        <a:rPr lang="ko-KR" altLang="en-US" sz="950"/>
                        <a:t>출고</a:t>
                      </a:r>
                      <a:r>
                        <a:rPr lang="en-US" altLang="ko-KR" sz="950"/>
                        <a:t>) </a:t>
                      </a:r>
                      <a:r>
                        <a:rPr lang="ko-KR" altLang="en-US" sz="950"/>
                        <a:t>후 </a:t>
                      </a:r>
                      <a:r>
                        <a:rPr lang="en-US" altLang="ko-KR" sz="950"/>
                        <a:t>JOB Write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D0311, R0110~11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%DW491, %RB220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ECS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18538985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4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(</a:t>
                      </a:r>
                      <a:r>
                        <a:rPr lang="ko-KR" altLang="en-US" sz="950"/>
                        <a:t>반출 위치가 </a:t>
                      </a:r>
                      <a:r>
                        <a:rPr lang="en-US" altLang="ko-KR" sz="950"/>
                        <a:t>#24</a:t>
                      </a:r>
                      <a:r>
                        <a:rPr lang="ko-KR" altLang="en-US" sz="950"/>
                        <a:t>인 경우</a:t>
                      </a:r>
                      <a:r>
                        <a:rPr lang="en-US" altLang="ko-KR" sz="950"/>
                        <a:t>) #24 </a:t>
                      </a:r>
                      <a:r>
                        <a:rPr lang="ko-KR" altLang="en-US" sz="950"/>
                        <a:t>이동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R0110-R0112, FLAG M0391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%RB220-%RB224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PLC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423387731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5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/>
                        <a:t>출고대 반출 확인 </a:t>
                      </a:r>
                      <a:r>
                        <a:rPr lang="en-US" altLang="ko-KR" sz="950"/>
                        <a:t>- JOB </a:t>
                      </a:r>
                      <a:r>
                        <a:rPr lang="ko-KR" altLang="en-US" sz="950"/>
                        <a:t>삭제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FLAG OFF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-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/>
                        <a:t>현장</a:t>
                      </a:r>
                      <a:r>
                        <a:rPr lang="en-US" altLang="ko-KR" sz="950"/>
                        <a:t>/ECS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3448890164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5BE028CF-016C-F2CC-8443-6C2DBC6844C9}"/>
              </a:ext>
            </a:extLst>
          </p:cNvPr>
          <p:cNvSpPr txBox="1"/>
          <p:nvPr/>
        </p:nvSpPr>
        <p:spPr>
          <a:xfrm>
            <a:off x="203200" y="2159000"/>
            <a:ext cx="9690100" cy="23852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ko-KR" altLang="en-US" sz="950">
                <a:solidFill>
                  <a:srgbClr val="00008B"/>
                </a:solidFill>
              </a:rPr>
              <a:t>도착 기준 트랙</a:t>
            </a:r>
            <a:r>
              <a:rPr lang="en-US" altLang="ko-KR" sz="950">
                <a:solidFill>
                  <a:srgbClr val="00008B"/>
                </a:solidFill>
              </a:rPr>
              <a:t>=23(</a:t>
            </a:r>
            <a:r>
              <a:rPr lang="ko-KR" altLang="en-US" sz="950">
                <a:solidFill>
                  <a:srgbClr val="00008B"/>
                </a:solidFill>
              </a:rPr>
              <a:t>현장 라벨 기준</a:t>
            </a:r>
            <a:r>
              <a:rPr lang="en-US" altLang="ko-KR" sz="950">
                <a:solidFill>
                  <a:srgbClr val="00008B"/>
                </a:solidFill>
              </a:rPr>
              <a:t>). </a:t>
            </a:r>
            <a:r>
              <a:rPr lang="ko-KR" altLang="en-US" sz="950">
                <a:solidFill>
                  <a:srgbClr val="00008B"/>
                </a:solidFill>
              </a:rPr>
              <a:t>반출 위치 정책</a:t>
            </a:r>
            <a:r>
              <a:rPr lang="en-US" altLang="ko-KR" sz="950">
                <a:solidFill>
                  <a:srgbClr val="00008B"/>
                </a:solidFill>
              </a:rPr>
              <a:t>(#23 </a:t>
            </a:r>
            <a:r>
              <a:rPr lang="ko-KR" altLang="en-US" sz="950">
                <a:solidFill>
                  <a:srgbClr val="00008B"/>
                </a:solidFill>
              </a:rPr>
              <a:t>직접</a:t>
            </a:r>
            <a:r>
              <a:rPr lang="en-US" altLang="ko-KR" sz="950">
                <a:solidFill>
                  <a:srgbClr val="00008B"/>
                </a:solidFill>
              </a:rPr>
              <a:t>/#24 </a:t>
            </a:r>
            <a:r>
              <a:rPr lang="ko-KR" altLang="en-US" sz="950">
                <a:solidFill>
                  <a:srgbClr val="00008B"/>
                </a:solidFill>
              </a:rPr>
              <a:t>이동</a:t>
            </a:r>
            <a:r>
              <a:rPr lang="en-US" altLang="ko-KR" sz="950">
                <a:solidFill>
                  <a:srgbClr val="00008B"/>
                </a:solidFill>
              </a:rPr>
              <a:t>)</a:t>
            </a:r>
            <a:r>
              <a:rPr lang="ko-KR" altLang="en-US" sz="950">
                <a:solidFill>
                  <a:srgbClr val="00008B"/>
                </a:solidFill>
              </a:rPr>
              <a:t>은 현장 운영 기준 확인 후 확정</a:t>
            </a:r>
            <a:r>
              <a:rPr lang="en-US" altLang="ko-KR" sz="950">
                <a:solidFill>
                  <a:srgbClr val="00008B"/>
                </a:solidFill>
              </a:rPr>
              <a:t>.</a:t>
            </a:r>
            <a:endParaRPr lang="ko-KR" altLang="en-US" sz="950">
              <a:solidFill>
                <a:srgbClr val="00008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5574215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E910AD5-4D31-4775-B805-EA43778B3F91}"/>
              </a:ext>
            </a:extLst>
          </p:cNvPr>
          <p:cNvSpPr txBox="1"/>
          <p:nvPr/>
        </p:nvSpPr>
        <p:spPr>
          <a:xfrm>
            <a:off x="228600" y="101600"/>
            <a:ext cx="9639300" cy="3847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1900">
                <a:solidFill>
                  <a:srgbClr val="8B0000"/>
                </a:solidFill>
              </a:rPr>
              <a:t>[TEST 5] 29 </a:t>
            </a:r>
            <a:r>
              <a:rPr lang="ko-KR" altLang="en-US" sz="1900">
                <a:solidFill>
                  <a:srgbClr val="8B0000"/>
                </a:solidFill>
              </a:rPr>
              <a:t>재입고대에서 입고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487611B0-0999-7F80-BEF3-722F9ADA85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1028103"/>
              </p:ext>
            </p:extLst>
          </p:nvPr>
        </p:nvGraphicFramePr>
        <p:xfrm>
          <a:off x="177800" y="609600"/>
          <a:ext cx="97409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4454">
                  <a:extLst>
                    <a:ext uri="{9D8B030D-6E8A-4147-A177-3AD203B41FA5}">
                      <a16:colId xmlns:a16="http://schemas.microsoft.com/office/drawing/2014/main" val="1364981584"/>
                    </a:ext>
                  </a:extLst>
                </a:gridCol>
                <a:gridCol w="3506724">
                  <a:extLst>
                    <a:ext uri="{9D8B030D-6E8A-4147-A177-3AD203B41FA5}">
                      <a16:colId xmlns:a16="http://schemas.microsoft.com/office/drawing/2014/main" val="1081625961"/>
                    </a:ext>
                  </a:extLst>
                </a:gridCol>
                <a:gridCol w="2532634">
                  <a:extLst>
                    <a:ext uri="{9D8B030D-6E8A-4147-A177-3AD203B41FA5}">
                      <a16:colId xmlns:a16="http://schemas.microsoft.com/office/drawing/2014/main" val="3648426464"/>
                    </a:ext>
                  </a:extLst>
                </a:gridCol>
                <a:gridCol w="1948180">
                  <a:extLst>
                    <a:ext uri="{9D8B030D-6E8A-4147-A177-3AD203B41FA5}">
                      <a16:colId xmlns:a16="http://schemas.microsoft.com/office/drawing/2014/main" val="2995896181"/>
                    </a:ext>
                  </a:extLst>
                </a:gridCol>
                <a:gridCol w="1168908">
                  <a:extLst>
                    <a:ext uri="{9D8B030D-6E8A-4147-A177-3AD203B41FA5}">
                      <a16:colId xmlns:a16="http://schemas.microsoft.com/office/drawing/2014/main" val="393026579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 b="1"/>
                        <a:t>단계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 b="1"/>
                        <a:t>동작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 b="1"/>
                        <a:t>신호</a:t>
                      </a:r>
                      <a:r>
                        <a:rPr lang="en-US" altLang="ko-KR" sz="950" b="1"/>
                        <a:t>(</a:t>
                      </a:r>
                      <a:r>
                        <a:rPr lang="ko-KR" altLang="en-US" sz="950" b="1"/>
                        <a:t>구표기</a:t>
                      </a:r>
                      <a:r>
                        <a:rPr lang="en-US" altLang="ko-KR" sz="950" b="1"/>
                        <a:t>)</a:t>
                      </a:r>
                      <a:endParaRPr lang="ko-KR" altLang="en-US" sz="950" b="1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 b="1"/>
                        <a:t>실주소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 b="1"/>
                        <a:t>주체</a:t>
                      </a:r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50309614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1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/>
                        <a:t>재입고대 </a:t>
                      </a:r>
                      <a:r>
                        <a:rPr lang="en-US" altLang="ko-KR" sz="950"/>
                        <a:t>#29 </a:t>
                      </a:r>
                      <a:r>
                        <a:rPr lang="ko-KR" altLang="en-US" sz="950"/>
                        <a:t>적재 감지</a:t>
                      </a:r>
                      <a:r>
                        <a:rPr lang="en-US" altLang="ko-KR" sz="950"/>
                        <a:t>(</a:t>
                      </a:r>
                      <a:r>
                        <a:rPr lang="ko-KR" altLang="en-US" sz="950"/>
                        <a:t>위치</a:t>
                      </a:r>
                      <a:r>
                        <a:rPr lang="en-US" altLang="ko-KR" sz="950"/>
                        <a:t>3)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FLAG M0432 ON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%MX690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PLC-ECS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239199968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2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JOB Write(</a:t>
                      </a:r>
                      <a:r>
                        <a:rPr lang="ko-KR" altLang="en-US" sz="950"/>
                        <a:t>위치</a:t>
                      </a:r>
                      <a:r>
                        <a:rPr lang="en-US" altLang="ko-KR" sz="950"/>
                        <a:t>3)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R0134~35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%RB268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ECS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398377196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3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#27</a:t>
                      </a:r>
                      <a:r>
                        <a:rPr lang="ko-KR" altLang="en-US" sz="950"/>
                        <a:t>로 이동</a:t>
                      </a:r>
                      <a:r>
                        <a:rPr lang="en-US" altLang="ko-KR" sz="950"/>
                        <a:t>(PLC ID Shift, #28 </a:t>
                      </a:r>
                      <a:r>
                        <a:rPr lang="ko-KR" altLang="en-US" sz="950"/>
                        <a:t>경유</a:t>
                      </a:r>
                      <a:r>
                        <a:rPr lang="en-US" altLang="ko-KR" sz="950"/>
                        <a:t>)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R0134-R0132-R0130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%RB268-%RB260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PLC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97185782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4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W.O </a:t>
                      </a:r>
                      <a:r>
                        <a:rPr lang="ko-KR" altLang="en-US" sz="950"/>
                        <a:t>보고 </a:t>
                      </a:r>
                      <a:r>
                        <a:rPr lang="en-US" altLang="ko-KR" sz="950"/>
                        <a:t>- RGV </a:t>
                      </a:r>
                      <a:r>
                        <a:rPr lang="ko-KR" altLang="en-US" sz="950"/>
                        <a:t>배차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M0426 ON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%MX678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PLC-ECS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301860458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5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RGV </a:t>
                      </a:r>
                      <a:r>
                        <a:rPr lang="ko-KR" altLang="en-US" sz="950"/>
                        <a:t>픽업</a:t>
                      </a:r>
                      <a:r>
                        <a:rPr lang="en-US" altLang="ko-KR" sz="950"/>
                        <a:t>(</a:t>
                      </a:r>
                      <a:r>
                        <a:rPr lang="ko-KR" altLang="en-US" sz="950"/>
                        <a:t>위치</a:t>
                      </a:r>
                      <a:r>
                        <a:rPr lang="en-US" altLang="ko-KR" sz="950"/>
                        <a:t>1 #27)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M0421 ON - Ack M0931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%MX673 / %MX1489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PLC-ECS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8892905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6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/>
                        <a:t>이후 통로 입고 </a:t>
                      </a:r>
                      <a:r>
                        <a:rPr lang="en-US" altLang="ko-KR" sz="950"/>
                        <a:t>- SC </a:t>
                      </a:r>
                      <a:r>
                        <a:rPr lang="ko-KR" altLang="en-US" sz="950"/>
                        <a:t>적치</a:t>
                      </a:r>
                      <a:r>
                        <a:rPr lang="en-US" altLang="ko-KR" sz="950"/>
                        <a:t>(TEST 1</a:t>
                      </a:r>
                      <a:r>
                        <a:rPr lang="ko-KR" altLang="en-US" sz="950"/>
                        <a:t>의 </a:t>
                      </a:r>
                      <a:r>
                        <a:rPr lang="en-US" altLang="ko-KR" sz="950"/>
                        <a:t>7~8)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TEST 1 </a:t>
                      </a:r>
                      <a:r>
                        <a:rPr lang="ko-KR" altLang="en-US" sz="950"/>
                        <a:t>호기별 표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-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RGV/SC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1217922330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4F6D7A8-46ED-2F9A-7457-B47A0E4F0AD3}"/>
              </a:ext>
            </a:extLst>
          </p:cNvPr>
          <p:cNvSpPr txBox="1"/>
          <p:nvPr/>
        </p:nvSpPr>
        <p:spPr>
          <a:xfrm>
            <a:off x="203200" y="2400300"/>
            <a:ext cx="9690100" cy="23852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950">
                <a:solidFill>
                  <a:srgbClr val="00008B"/>
                </a:solidFill>
              </a:rPr>
              <a:t>C/V#14 = </a:t>
            </a:r>
            <a:r>
              <a:rPr lang="ko-KR" altLang="en-US" sz="950">
                <a:solidFill>
                  <a:srgbClr val="00008B"/>
                </a:solidFill>
              </a:rPr>
              <a:t>트랙 </a:t>
            </a:r>
            <a:r>
              <a:rPr lang="en-US" altLang="ko-KR" sz="950">
                <a:solidFill>
                  <a:srgbClr val="00008B"/>
                </a:solidFill>
              </a:rPr>
              <a:t>27/28/29 (</a:t>
            </a:r>
            <a:r>
              <a:rPr lang="ko-KR" altLang="en-US" sz="950">
                <a:solidFill>
                  <a:srgbClr val="00008B"/>
                </a:solidFill>
              </a:rPr>
              <a:t>위치</a:t>
            </a:r>
            <a:r>
              <a:rPr lang="en-US" altLang="ko-KR" sz="950">
                <a:solidFill>
                  <a:srgbClr val="00008B"/>
                </a:solidFill>
              </a:rPr>
              <a:t>1=#27 RGV</a:t>
            </a:r>
            <a:r>
              <a:rPr lang="ko-KR" altLang="en-US" sz="950">
                <a:solidFill>
                  <a:srgbClr val="00008B"/>
                </a:solidFill>
              </a:rPr>
              <a:t>측</a:t>
            </a:r>
            <a:r>
              <a:rPr lang="en-US" altLang="ko-KR" sz="950">
                <a:solidFill>
                  <a:srgbClr val="00008B"/>
                </a:solidFill>
              </a:rPr>
              <a:t>, </a:t>
            </a:r>
            <a:r>
              <a:rPr lang="ko-KR" altLang="en-US" sz="950">
                <a:solidFill>
                  <a:srgbClr val="00008B"/>
                </a:solidFill>
              </a:rPr>
              <a:t>위치</a:t>
            </a:r>
            <a:r>
              <a:rPr lang="en-US" altLang="ko-KR" sz="950">
                <a:solidFill>
                  <a:srgbClr val="00008B"/>
                </a:solidFill>
              </a:rPr>
              <a:t>2=#28, </a:t>
            </a:r>
            <a:r>
              <a:rPr lang="ko-KR" altLang="en-US" sz="950">
                <a:solidFill>
                  <a:srgbClr val="00008B"/>
                </a:solidFill>
              </a:rPr>
              <a:t>위치</a:t>
            </a:r>
            <a:r>
              <a:rPr lang="en-US" altLang="ko-KR" sz="950">
                <a:solidFill>
                  <a:srgbClr val="00008B"/>
                </a:solidFill>
              </a:rPr>
              <a:t>3=#29). </a:t>
            </a:r>
            <a:r>
              <a:rPr lang="ko-KR" altLang="en-US" sz="950">
                <a:solidFill>
                  <a:srgbClr val="00008B"/>
                </a:solidFill>
              </a:rPr>
              <a:t>피킹존 출고와 동시 운용 시 </a:t>
            </a:r>
            <a:r>
              <a:rPr lang="en-US" altLang="ko-KR" sz="950">
                <a:solidFill>
                  <a:srgbClr val="00008B"/>
                </a:solidFill>
              </a:rPr>
              <a:t>V1.2 </a:t>
            </a:r>
            <a:r>
              <a:rPr lang="ko-KR" altLang="en-US" sz="950">
                <a:solidFill>
                  <a:srgbClr val="00008B"/>
                </a:solidFill>
              </a:rPr>
              <a:t>슬라이드 </a:t>
            </a:r>
            <a:r>
              <a:rPr lang="en-US" altLang="ko-KR" sz="950">
                <a:solidFill>
                  <a:srgbClr val="00008B"/>
                </a:solidFill>
              </a:rPr>
              <a:t>12~13 </a:t>
            </a:r>
            <a:r>
              <a:rPr lang="ko-KR" altLang="en-US" sz="950">
                <a:solidFill>
                  <a:srgbClr val="00008B"/>
                </a:solidFill>
              </a:rPr>
              <a:t>참조</a:t>
            </a:r>
            <a:r>
              <a:rPr lang="en-US" altLang="ko-KR" sz="950">
                <a:solidFill>
                  <a:srgbClr val="00008B"/>
                </a:solidFill>
              </a:rPr>
              <a:t>.</a:t>
            </a:r>
            <a:endParaRPr lang="ko-KR" altLang="en-US" sz="950">
              <a:solidFill>
                <a:srgbClr val="00008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5472703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D4FE690-9564-1562-3320-A480D05E8CA4}"/>
              </a:ext>
            </a:extLst>
          </p:cNvPr>
          <p:cNvSpPr txBox="1"/>
          <p:nvPr/>
        </p:nvSpPr>
        <p:spPr>
          <a:xfrm>
            <a:off x="228600" y="101600"/>
            <a:ext cx="9639300" cy="3847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1900">
                <a:solidFill>
                  <a:srgbClr val="8B0000"/>
                </a:solidFill>
              </a:rPr>
              <a:t>[TEST 6] 28 </a:t>
            </a:r>
            <a:r>
              <a:rPr lang="ko-KR" altLang="en-US" sz="1900">
                <a:solidFill>
                  <a:srgbClr val="8B0000"/>
                </a:solidFill>
              </a:rPr>
              <a:t>피킹대로 출고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C01CE99B-481F-76F7-2506-491ABC09F1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3771649"/>
              </p:ext>
            </p:extLst>
          </p:nvPr>
        </p:nvGraphicFramePr>
        <p:xfrm>
          <a:off x="177800" y="609600"/>
          <a:ext cx="97409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4454">
                  <a:extLst>
                    <a:ext uri="{9D8B030D-6E8A-4147-A177-3AD203B41FA5}">
                      <a16:colId xmlns:a16="http://schemas.microsoft.com/office/drawing/2014/main" val="1419226370"/>
                    </a:ext>
                  </a:extLst>
                </a:gridCol>
                <a:gridCol w="3506724">
                  <a:extLst>
                    <a:ext uri="{9D8B030D-6E8A-4147-A177-3AD203B41FA5}">
                      <a16:colId xmlns:a16="http://schemas.microsoft.com/office/drawing/2014/main" val="3026433488"/>
                    </a:ext>
                  </a:extLst>
                </a:gridCol>
                <a:gridCol w="2532634">
                  <a:extLst>
                    <a:ext uri="{9D8B030D-6E8A-4147-A177-3AD203B41FA5}">
                      <a16:colId xmlns:a16="http://schemas.microsoft.com/office/drawing/2014/main" val="2722558968"/>
                    </a:ext>
                  </a:extLst>
                </a:gridCol>
                <a:gridCol w="1948180">
                  <a:extLst>
                    <a:ext uri="{9D8B030D-6E8A-4147-A177-3AD203B41FA5}">
                      <a16:colId xmlns:a16="http://schemas.microsoft.com/office/drawing/2014/main" val="1101296885"/>
                    </a:ext>
                  </a:extLst>
                </a:gridCol>
                <a:gridCol w="1168908">
                  <a:extLst>
                    <a:ext uri="{9D8B030D-6E8A-4147-A177-3AD203B41FA5}">
                      <a16:colId xmlns:a16="http://schemas.microsoft.com/office/drawing/2014/main" val="678234958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 b="1"/>
                        <a:t>단계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 b="1"/>
                        <a:t>동작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 b="1"/>
                        <a:t>신호</a:t>
                      </a:r>
                      <a:r>
                        <a:rPr lang="en-US" altLang="ko-KR" sz="950" b="1"/>
                        <a:t>(</a:t>
                      </a:r>
                      <a:r>
                        <a:rPr lang="ko-KR" altLang="en-US" sz="950" b="1"/>
                        <a:t>구표기</a:t>
                      </a:r>
                      <a:r>
                        <a:rPr lang="en-US" altLang="ko-KR" sz="950" b="1"/>
                        <a:t>)</a:t>
                      </a:r>
                      <a:endParaRPr lang="ko-KR" altLang="en-US" sz="950" b="1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 b="1"/>
                        <a:t>실주소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 b="1"/>
                        <a:t>주체</a:t>
                      </a:r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311201666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1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SC </a:t>
                      </a:r>
                      <a:r>
                        <a:rPr lang="ko-KR" altLang="en-US" sz="950"/>
                        <a:t>취출 </a:t>
                      </a:r>
                      <a:r>
                        <a:rPr lang="en-US" altLang="ko-KR" sz="950"/>
                        <a:t>- </a:t>
                      </a:r>
                      <a:r>
                        <a:rPr lang="ko-KR" altLang="en-US" sz="950"/>
                        <a:t>통로 출고 </a:t>
                      </a:r>
                      <a:r>
                        <a:rPr lang="en-US" altLang="ko-KR" sz="950"/>
                        <a:t>- RGV </a:t>
                      </a:r>
                      <a:r>
                        <a:rPr lang="ko-KR" altLang="en-US" sz="950"/>
                        <a:t>픽업</a:t>
                      </a:r>
                      <a:r>
                        <a:rPr lang="en-US" altLang="ko-KR" sz="950"/>
                        <a:t>(TEST 2</a:t>
                      </a:r>
                      <a:r>
                        <a:rPr lang="ko-KR" altLang="en-US" sz="950"/>
                        <a:t>의 </a:t>
                      </a:r>
                      <a:r>
                        <a:rPr lang="en-US" altLang="ko-KR" sz="950"/>
                        <a:t>2~3)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TEST 2 </a:t>
                      </a:r>
                      <a:r>
                        <a:rPr lang="ko-KR" altLang="en-US" sz="950"/>
                        <a:t>호기별 표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-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SC/RGV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228476463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2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RGV - #27 </a:t>
                      </a:r>
                      <a:r>
                        <a:rPr lang="ko-KR" altLang="en-US" sz="950"/>
                        <a:t>하역</a:t>
                      </a:r>
                      <a:r>
                        <a:rPr lang="en-US" altLang="ko-KR" sz="950"/>
                        <a:t>(</a:t>
                      </a:r>
                      <a:r>
                        <a:rPr lang="ko-KR" altLang="en-US" sz="950"/>
                        <a:t>위치</a:t>
                      </a:r>
                      <a:r>
                        <a:rPr lang="en-US" altLang="ko-KR" sz="950"/>
                        <a:t>1)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M0422 ON - Ack M0932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%MX674 / %MX1490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PLC-ECS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219966416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3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/>
                        <a:t>방향 확인 후 </a:t>
                      </a:r>
                      <a:r>
                        <a:rPr lang="en-US" altLang="ko-KR" sz="950"/>
                        <a:t>JOB Write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D0313, R0130~31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%DW493, %RB260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ECS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363984804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4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#28 </a:t>
                      </a:r>
                      <a:r>
                        <a:rPr lang="ko-KR" altLang="en-US" sz="950"/>
                        <a:t>피킹대 이동</a:t>
                      </a:r>
                      <a:r>
                        <a:rPr lang="en-US" altLang="ko-KR" sz="950"/>
                        <a:t>(PLC ID Shift)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R0130-R0132, FLAG M0431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%RB260-%RB264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PLC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38057253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5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/>
                        <a:t>피킹 작업 </a:t>
                      </a:r>
                      <a:r>
                        <a:rPr lang="en-US" altLang="ko-KR" sz="950"/>
                        <a:t>- </a:t>
                      </a:r>
                      <a:r>
                        <a:rPr lang="ko-KR" altLang="en-US" sz="950"/>
                        <a:t>잔여분은 </a:t>
                      </a:r>
                      <a:r>
                        <a:rPr lang="en-US" altLang="ko-KR" sz="950"/>
                        <a:t>#29 </a:t>
                      </a:r>
                      <a:r>
                        <a:rPr lang="ko-KR" altLang="en-US" sz="950"/>
                        <a:t>재입고</a:t>
                      </a:r>
                      <a:r>
                        <a:rPr lang="en-US" altLang="ko-KR" sz="950"/>
                        <a:t>(TEST 5 </a:t>
                      </a:r>
                      <a:r>
                        <a:rPr lang="ko-KR" altLang="en-US" sz="950"/>
                        <a:t>연계</a:t>
                      </a:r>
                      <a:r>
                        <a:rPr lang="en-US" altLang="ko-KR" sz="950"/>
                        <a:t>)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-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-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/>
                        <a:t>현장</a:t>
                      </a:r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1626006788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6EAD5F9B-CD24-5EAE-6A6D-F4E41C676DF2}"/>
              </a:ext>
            </a:extLst>
          </p:cNvPr>
          <p:cNvSpPr txBox="1"/>
          <p:nvPr/>
        </p:nvSpPr>
        <p:spPr>
          <a:xfrm>
            <a:off x="203200" y="2159000"/>
            <a:ext cx="9690100" cy="23852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950">
                <a:solidFill>
                  <a:srgbClr val="00008B"/>
                </a:solidFill>
              </a:rPr>
              <a:t>C/V#15 </a:t>
            </a:r>
            <a:r>
              <a:rPr lang="ko-KR" altLang="en-US" sz="950">
                <a:solidFill>
                  <a:srgbClr val="00008B"/>
                </a:solidFill>
              </a:rPr>
              <a:t>피킹존 입고</a:t>
            </a:r>
            <a:r>
              <a:rPr lang="en-US" altLang="ko-KR" sz="950">
                <a:solidFill>
                  <a:srgbClr val="00008B"/>
                </a:solidFill>
              </a:rPr>
              <a:t>(#30-#32-#31)</a:t>
            </a:r>
            <a:r>
              <a:rPr lang="ko-KR" altLang="en-US" sz="950">
                <a:solidFill>
                  <a:srgbClr val="00008B"/>
                </a:solidFill>
              </a:rPr>
              <a:t>와 동시 운용 검증은 </a:t>
            </a:r>
            <a:r>
              <a:rPr lang="en-US" altLang="ko-KR" sz="950">
                <a:solidFill>
                  <a:srgbClr val="00008B"/>
                </a:solidFill>
              </a:rPr>
              <a:t>V1.2 </a:t>
            </a:r>
            <a:r>
              <a:rPr lang="ko-KR" altLang="en-US" sz="950">
                <a:solidFill>
                  <a:srgbClr val="00008B"/>
                </a:solidFill>
              </a:rPr>
              <a:t>슬라이드 </a:t>
            </a:r>
            <a:r>
              <a:rPr lang="en-US" altLang="ko-KR" sz="950">
                <a:solidFill>
                  <a:srgbClr val="00008B"/>
                </a:solidFill>
              </a:rPr>
              <a:t>14~15 </a:t>
            </a:r>
            <a:r>
              <a:rPr lang="ko-KR" altLang="en-US" sz="950">
                <a:solidFill>
                  <a:srgbClr val="00008B"/>
                </a:solidFill>
              </a:rPr>
              <a:t>참조</a:t>
            </a:r>
            <a:r>
              <a:rPr lang="en-US" altLang="ko-KR" sz="950">
                <a:solidFill>
                  <a:srgbClr val="00008B"/>
                </a:solidFill>
              </a:rPr>
              <a:t>.</a:t>
            </a:r>
            <a:endParaRPr lang="ko-KR" altLang="en-US" sz="950">
              <a:solidFill>
                <a:srgbClr val="00008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6692532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AD48BA3-A578-58BF-607E-7DBA86B914AF}"/>
              </a:ext>
            </a:extLst>
          </p:cNvPr>
          <p:cNvSpPr txBox="1"/>
          <p:nvPr/>
        </p:nvSpPr>
        <p:spPr>
          <a:xfrm>
            <a:off x="228600" y="101600"/>
            <a:ext cx="9639300" cy="3847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1900">
                <a:solidFill>
                  <a:srgbClr val="8B0000"/>
                </a:solidFill>
              </a:rPr>
              <a:t>[TEST 7] </a:t>
            </a:r>
            <a:r>
              <a:rPr lang="ko-KR" altLang="en-US" sz="1900">
                <a:solidFill>
                  <a:srgbClr val="8B0000"/>
                </a:solidFill>
              </a:rPr>
              <a:t>이중입고 테스트 </a:t>
            </a:r>
            <a:r>
              <a:rPr lang="en-US" altLang="ko-KR" sz="1900">
                <a:solidFill>
                  <a:srgbClr val="8B0000"/>
                </a:solidFill>
              </a:rPr>
              <a:t>(</a:t>
            </a:r>
            <a:r>
              <a:rPr lang="ko-KR" altLang="en-US" sz="1900">
                <a:solidFill>
                  <a:srgbClr val="8B0000"/>
                </a:solidFill>
              </a:rPr>
              <a:t>에러 </a:t>
            </a:r>
            <a:r>
              <a:rPr lang="en-US" altLang="ko-KR" sz="1900">
                <a:solidFill>
                  <a:srgbClr val="8B0000"/>
                </a:solidFill>
              </a:rPr>
              <a:t>54)</a:t>
            </a:r>
            <a:endParaRPr lang="ko-KR" altLang="en-US" sz="1900">
              <a:solidFill>
                <a:srgbClr val="8B0000"/>
              </a:solidFill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ECD99935-DC1B-2855-D910-E0C52B1A92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0851178"/>
              </p:ext>
            </p:extLst>
          </p:nvPr>
        </p:nvGraphicFramePr>
        <p:xfrm>
          <a:off x="177800" y="609600"/>
          <a:ext cx="97409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4454">
                  <a:extLst>
                    <a:ext uri="{9D8B030D-6E8A-4147-A177-3AD203B41FA5}">
                      <a16:colId xmlns:a16="http://schemas.microsoft.com/office/drawing/2014/main" val="1793682076"/>
                    </a:ext>
                  </a:extLst>
                </a:gridCol>
                <a:gridCol w="3506724">
                  <a:extLst>
                    <a:ext uri="{9D8B030D-6E8A-4147-A177-3AD203B41FA5}">
                      <a16:colId xmlns:a16="http://schemas.microsoft.com/office/drawing/2014/main" val="316453821"/>
                    </a:ext>
                  </a:extLst>
                </a:gridCol>
                <a:gridCol w="2532634">
                  <a:extLst>
                    <a:ext uri="{9D8B030D-6E8A-4147-A177-3AD203B41FA5}">
                      <a16:colId xmlns:a16="http://schemas.microsoft.com/office/drawing/2014/main" val="3799657563"/>
                    </a:ext>
                  </a:extLst>
                </a:gridCol>
                <a:gridCol w="1948180">
                  <a:extLst>
                    <a:ext uri="{9D8B030D-6E8A-4147-A177-3AD203B41FA5}">
                      <a16:colId xmlns:a16="http://schemas.microsoft.com/office/drawing/2014/main" val="497439502"/>
                    </a:ext>
                  </a:extLst>
                </a:gridCol>
                <a:gridCol w="1168908">
                  <a:extLst>
                    <a:ext uri="{9D8B030D-6E8A-4147-A177-3AD203B41FA5}">
                      <a16:colId xmlns:a16="http://schemas.microsoft.com/office/drawing/2014/main" val="2878594022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 b="1"/>
                        <a:t>단계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 b="1"/>
                        <a:t>동작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 b="1"/>
                        <a:t>신호</a:t>
                      </a:r>
                      <a:r>
                        <a:rPr lang="en-US" altLang="ko-KR" sz="950" b="1"/>
                        <a:t>(</a:t>
                      </a:r>
                      <a:r>
                        <a:rPr lang="ko-KR" altLang="en-US" sz="950" b="1"/>
                        <a:t>구표기</a:t>
                      </a:r>
                      <a:r>
                        <a:rPr lang="en-US" altLang="ko-KR" sz="950" b="1"/>
                        <a:t>)</a:t>
                      </a:r>
                      <a:endParaRPr lang="ko-KR" altLang="en-US" sz="950" b="1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 b="1"/>
                        <a:t>실주소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 b="1"/>
                        <a:t>주체</a:t>
                      </a:r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1440064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1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/>
                        <a:t>로케이션 </a:t>
                      </a:r>
                      <a:r>
                        <a:rPr lang="en-US" altLang="ko-KR" sz="950"/>
                        <a:t>X</a:t>
                      </a:r>
                      <a:r>
                        <a:rPr lang="ko-KR" altLang="en-US" sz="950"/>
                        <a:t>에 정상 입고 완료</a:t>
                      </a:r>
                      <a:r>
                        <a:rPr lang="en-US" altLang="ko-KR" sz="950"/>
                        <a:t>(</a:t>
                      </a:r>
                      <a:r>
                        <a:rPr lang="ko-KR" altLang="en-US" sz="950"/>
                        <a:t>선행</a:t>
                      </a:r>
                      <a:r>
                        <a:rPr lang="en-US" altLang="ko-KR" sz="950"/>
                        <a:t>)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TEST 1 </a:t>
                      </a:r>
                      <a:r>
                        <a:rPr lang="ko-KR" altLang="en-US" sz="950"/>
                        <a:t>절차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-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/>
                        <a:t>전 구간</a:t>
                      </a:r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252914818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2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/>
                        <a:t>동일 </a:t>
                      </a:r>
                      <a:r>
                        <a:rPr lang="en-US" altLang="ko-KR" sz="950"/>
                        <a:t>X</a:t>
                      </a:r>
                      <a:r>
                        <a:rPr lang="ko-KR" altLang="en-US" sz="950"/>
                        <a:t>로 재입고 지시 주입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/>
                        <a:t>반자동 </a:t>
                      </a:r>
                      <a:r>
                        <a:rPr lang="en-US" altLang="ko-KR" sz="950"/>
                        <a:t>TEST </a:t>
                      </a:r>
                      <a:r>
                        <a:rPr lang="ko-KR" altLang="en-US" sz="950"/>
                        <a:t>직접입력 모드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-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Client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143846507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3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SC </a:t>
                      </a:r>
                      <a:r>
                        <a:rPr lang="ko-KR" altLang="en-US" sz="950"/>
                        <a:t>이중입고 감지 </a:t>
                      </a:r>
                      <a:r>
                        <a:rPr lang="en-US" altLang="ko-KR" sz="950"/>
                        <a:t>- </a:t>
                      </a:r>
                      <a:r>
                        <a:rPr lang="ko-KR" altLang="en-US" sz="950"/>
                        <a:t>알람 보고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ALARM_SET_REPORT + </a:t>
                      </a:r>
                      <a:r>
                        <a:rPr lang="ko-KR" altLang="en-US" sz="950"/>
                        <a:t>코드 </a:t>
                      </a:r>
                      <a:r>
                        <a:rPr lang="en-US" altLang="ko-KR" sz="950"/>
                        <a:t>54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/>
                        <a:t>호기별 알람표</a:t>
                      </a:r>
                      <a:r>
                        <a:rPr lang="en-US" altLang="ko-KR" sz="950"/>
                        <a:t>(</a:t>
                      </a:r>
                      <a:r>
                        <a:rPr lang="ko-KR" altLang="en-US" sz="950"/>
                        <a:t>슬라이드</a:t>
                      </a:r>
                      <a:r>
                        <a:rPr lang="en-US" altLang="ko-KR" sz="950"/>
                        <a:t>7)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SC-ECS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136709705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4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HOST </a:t>
                      </a:r>
                      <a:r>
                        <a:rPr lang="ko-KR" altLang="en-US" sz="950"/>
                        <a:t>재지정</a:t>
                      </a:r>
                      <a:r>
                        <a:rPr lang="en-US" altLang="ko-KR" sz="950"/>
                        <a:t>(</a:t>
                      </a:r>
                      <a:r>
                        <a:rPr lang="ko-KR" altLang="en-US" sz="950"/>
                        <a:t>대체 로케이션</a:t>
                      </a:r>
                      <a:r>
                        <a:rPr lang="en-US" altLang="ko-KR" sz="950"/>
                        <a:t>) </a:t>
                      </a:r>
                      <a:r>
                        <a:rPr lang="ko-KR" altLang="en-US" sz="950"/>
                        <a:t>확인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-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-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HOST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222834658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5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/>
                        <a:t>재지정 입고 정상 완료 </a:t>
                      </a:r>
                      <a:r>
                        <a:rPr lang="en-US" altLang="ko-KR" sz="950"/>
                        <a:t>- </a:t>
                      </a:r>
                      <a:r>
                        <a:rPr lang="ko-KR" altLang="en-US" sz="950"/>
                        <a:t>이력 확인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JOB_MST_HIS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-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/>
                        <a:t>검증</a:t>
                      </a:r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3298263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161B7710-FBBC-074D-F7C6-B6B22D8CAEE9}"/>
              </a:ext>
            </a:extLst>
          </p:cNvPr>
          <p:cNvSpPr txBox="1"/>
          <p:nvPr/>
        </p:nvSpPr>
        <p:spPr>
          <a:xfrm>
            <a:off x="203200" y="2159000"/>
            <a:ext cx="9690100" cy="23852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ko-KR" altLang="en-US" sz="950">
                <a:solidFill>
                  <a:srgbClr val="00008B"/>
                </a:solidFill>
              </a:rPr>
              <a:t>알람 주소</a:t>
            </a:r>
            <a:r>
              <a:rPr lang="en-US" altLang="ko-KR" sz="950">
                <a:solidFill>
                  <a:srgbClr val="00008B"/>
                </a:solidFill>
              </a:rPr>
              <a:t>(</a:t>
            </a:r>
            <a:r>
              <a:rPr lang="ko-KR" altLang="en-US" sz="950">
                <a:solidFill>
                  <a:srgbClr val="00008B"/>
                </a:solidFill>
              </a:rPr>
              <a:t>예 </a:t>
            </a:r>
            <a:r>
              <a:rPr lang="en-US" altLang="ko-KR" sz="950">
                <a:solidFill>
                  <a:srgbClr val="00008B"/>
                </a:solidFill>
              </a:rPr>
              <a:t>SC#1): Set M0492(%MX786)/Ack M0963(%MX1539), </a:t>
            </a:r>
            <a:r>
              <a:rPr lang="ko-KR" altLang="en-US" sz="950">
                <a:solidFill>
                  <a:srgbClr val="00008B"/>
                </a:solidFill>
              </a:rPr>
              <a:t>코드 </a:t>
            </a:r>
            <a:r>
              <a:rPr lang="en-US" altLang="ko-KR" sz="950">
                <a:solidFill>
                  <a:srgbClr val="00008B"/>
                </a:solidFill>
              </a:rPr>
              <a:t>D0161(%DW257). SC#2~5</a:t>
            </a:r>
            <a:r>
              <a:rPr lang="ko-KR" altLang="en-US" sz="950">
                <a:solidFill>
                  <a:srgbClr val="00008B"/>
                </a:solidFill>
              </a:rPr>
              <a:t>는 조사본 슬라이드 </a:t>
            </a:r>
            <a:r>
              <a:rPr lang="en-US" altLang="ko-KR" sz="950">
                <a:solidFill>
                  <a:srgbClr val="00008B"/>
                </a:solidFill>
              </a:rPr>
              <a:t>3~6(</a:t>
            </a:r>
            <a:r>
              <a:rPr lang="ko-KR" altLang="en-US" sz="950">
                <a:solidFill>
                  <a:srgbClr val="00008B"/>
                </a:solidFill>
              </a:rPr>
              <a:t>전수 일치</a:t>
            </a:r>
            <a:r>
              <a:rPr lang="en-US" altLang="ko-KR" sz="950">
                <a:solidFill>
                  <a:srgbClr val="00008B"/>
                </a:solidFill>
              </a:rPr>
              <a:t>).</a:t>
            </a:r>
            <a:endParaRPr lang="ko-KR" altLang="en-US" sz="950">
              <a:solidFill>
                <a:srgbClr val="00008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4825789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1FED51E-46C4-F524-D26E-2820BE2C3168}"/>
              </a:ext>
            </a:extLst>
          </p:cNvPr>
          <p:cNvSpPr txBox="1"/>
          <p:nvPr/>
        </p:nvSpPr>
        <p:spPr>
          <a:xfrm>
            <a:off x="228600" y="101600"/>
            <a:ext cx="9639300" cy="3847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1900">
                <a:solidFill>
                  <a:srgbClr val="8B0000"/>
                </a:solidFill>
              </a:rPr>
              <a:t>[TEST 8] </a:t>
            </a:r>
            <a:r>
              <a:rPr lang="ko-KR" altLang="en-US" sz="1900">
                <a:solidFill>
                  <a:srgbClr val="8B0000"/>
                </a:solidFill>
              </a:rPr>
              <a:t>공출고 테스트 </a:t>
            </a:r>
            <a:r>
              <a:rPr lang="en-US" altLang="ko-KR" sz="1900">
                <a:solidFill>
                  <a:srgbClr val="8B0000"/>
                </a:solidFill>
              </a:rPr>
              <a:t>(</a:t>
            </a:r>
            <a:r>
              <a:rPr lang="ko-KR" altLang="en-US" sz="1900">
                <a:solidFill>
                  <a:srgbClr val="8B0000"/>
                </a:solidFill>
              </a:rPr>
              <a:t>에러 </a:t>
            </a:r>
            <a:r>
              <a:rPr lang="en-US" altLang="ko-KR" sz="1900">
                <a:solidFill>
                  <a:srgbClr val="8B0000"/>
                </a:solidFill>
              </a:rPr>
              <a:t>58)</a:t>
            </a:r>
            <a:endParaRPr lang="ko-KR" altLang="en-US" sz="1900">
              <a:solidFill>
                <a:srgbClr val="8B0000"/>
              </a:solidFill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E4D44628-CC09-15FC-98D9-2A2E90CB13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3398592"/>
              </p:ext>
            </p:extLst>
          </p:nvPr>
        </p:nvGraphicFramePr>
        <p:xfrm>
          <a:off x="177800" y="609600"/>
          <a:ext cx="97409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4454">
                  <a:extLst>
                    <a:ext uri="{9D8B030D-6E8A-4147-A177-3AD203B41FA5}">
                      <a16:colId xmlns:a16="http://schemas.microsoft.com/office/drawing/2014/main" val="2522772092"/>
                    </a:ext>
                  </a:extLst>
                </a:gridCol>
                <a:gridCol w="3506724">
                  <a:extLst>
                    <a:ext uri="{9D8B030D-6E8A-4147-A177-3AD203B41FA5}">
                      <a16:colId xmlns:a16="http://schemas.microsoft.com/office/drawing/2014/main" val="4221591549"/>
                    </a:ext>
                  </a:extLst>
                </a:gridCol>
                <a:gridCol w="2532634">
                  <a:extLst>
                    <a:ext uri="{9D8B030D-6E8A-4147-A177-3AD203B41FA5}">
                      <a16:colId xmlns:a16="http://schemas.microsoft.com/office/drawing/2014/main" val="822644526"/>
                    </a:ext>
                  </a:extLst>
                </a:gridCol>
                <a:gridCol w="1948180">
                  <a:extLst>
                    <a:ext uri="{9D8B030D-6E8A-4147-A177-3AD203B41FA5}">
                      <a16:colId xmlns:a16="http://schemas.microsoft.com/office/drawing/2014/main" val="850264953"/>
                    </a:ext>
                  </a:extLst>
                </a:gridCol>
                <a:gridCol w="1168908">
                  <a:extLst>
                    <a:ext uri="{9D8B030D-6E8A-4147-A177-3AD203B41FA5}">
                      <a16:colId xmlns:a16="http://schemas.microsoft.com/office/drawing/2014/main" val="2250613508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 b="1"/>
                        <a:t>단계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 b="1"/>
                        <a:t>동작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 b="1"/>
                        <a:t>신호</a:t>
                      </a:r>
                      <a:r>
                        <a:rPr lang="en-US" altLang="ko-KR" sz="950" b="1"/>
                        <a:t>(</a:t>
                      </a:r>
                      <a:r>
                        <a:rPr lang="ko-KR" altLang="en-US" sz="950" b="1"/>
                        <a:t>구표기</a:t>
                      </a:r>
                      <a:r>
                        <a:rPr lang="en-US" altLang="ko-KR" sz="950" b="1"/>
                        <a:t>)</a:t>
                      </a:r>
                      <a:endParaRPr lang="ko-KR" altLang="en-US" sz="950" b="1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 b="1"/>
                        <a:t>실주소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 b="1"/>
                        <a:t>주체</a:t>
                      </a:r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336107203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1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/>
                        <a:t>빈 로케이션 </a:t>
                      </a:r>
                      <a:r>
                        <a:rPr lang="en-US" altLang="ko-KR" sz="950"/>
                        <a:t>Y </a:t>
                      </a:r>
                      <a:r>
                        <a:rPr lang="ko-KR" altLang="en-US" sz="950"/>
                        <a:t>확인</a:t>
                      </a:r>
                      <a:r>
                        <a:rPr lang="en-US" altLang="ko-KR" sz="950"/>
                        <a:t>(</a:t>
                      </a:r>
                      <a:r>
                        <a:rPr lang="ko-KR" altLang="en-US" sz="950"/>
                        <a:t>선행</a:t>
                      </a:r>
                      <a:r>
                        <a:rPr lang="en-US" altLang="ko-KR" sz="950"/>
                        <a:t>)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-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-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/>
                        <a:t>검증</a:t>
                      </a:r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335246989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2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Y</a:t>
                      </a:r>
                      <a:r>
                        <a:rPr lang="ko-KR" altLang="en-US" sz="950"/>
                        <a:t>에서 출고 지시 주입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/>
                        <a:t>반자동 </a:t>
                      </a:r>
                      <a:r>
                        <a:rPr lang="en-US" altLang="ko-KR" sz="950"/>
                        <a:t>TEST </a:t>
                      </a:r>
                      <a:r>
                        <a:rPr lang="ko-KR" altLang="en-US" sz="950"/>
                        <a:t>직접입력 모드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-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Client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207378321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3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SC </a:t>
                      </a:r>
                      <a:r>
                        <a:rPr lang="ko-KR" altLang="en-US" sz="950"/>
                        <a:t>공출고 감지 </a:t>
                      </a:r>
                      <a:r>
                        <a:rPr lang="en-US" altLang="ko-KR" sz="950"/>
                        <a:t>- </a:t>
                      </a:r>
                      <a:r>
                        <a:rPr lang="ko-KR" altLang="en-US" sz="950"/>
                        <a:t>알람 보고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ALARM_SET_REPORT + </a:t>
                      </a:r>
                      <a:r>
                        <a:rPr lang="ko-KR" altLang="en-US" sz="950"/>
                        <a:t>코드 </a:t>
                      </a:r>
                      <a:r>
                        <a:rPr lang="en-US" altLang="ko-KR" sz="950"/>
                        <a:t>58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/>
                        <a:t>호기별 알람표</a:t>
                      </a:r>
                      <a:r>
                        <a:rPr lang="en-US" altLang="ko-KR" sz="950"/>
                        <a:t>(</a:t>
                      </a:r>
                      <a:r>
                        <a:rPr lang="ko-KR" altLang="en-US" sz="950"/>
                        <a:t>슬라이드</a:t>
                      </a:r>
                      <a:r>
                        <a:rPr lang="en-US" altLang="ko-KR" sz="950"/>
                        <a:t>7)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SC-ECS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67991299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4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HOST </a:t>
                      </a:r>
                      <a:r>
                        <a:rPr lang="ko-KR" altLang="en-US" sz="950"/>
                        <a:t>재지정</a:t>
                      </a:r>
                      <a:r>
                        <a:rPr lang="en-US" altLang="ko-KR" sz="950"/>
                        <a:t>/</a:t>
                      </a:r>
                      <a:r>
                        <a:rPr lang="ko-KR" altLang="en-US" sz="950"/>
                        <a:t>취소 확인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-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-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HOST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154920142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5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/>
                        <a:t>후속 정상 출고로 복구 확인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-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-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/>
                        <a:t>검증</a:t>
                      </a:r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42926775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2618271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8526D8A-C614-E8A2-28AD-B7FA6B7E86C8}"/>
              </a:ext>
            </a:extLst>
          </p:cNvPr>
          <p:cNvSpPr txBox="1"/>
          <p:nvPr/>
        </p:nvSpPr>
        <p:spPr>
          <a:xfrm>
            <a:off x="228600" y="101600"/>
            <a:ext cx="9639300" cy="3847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1900">
                <a:solidFill>
                  <a:srgbClr val="8B0000"/>
                </a:solidFill>
              </a:rPr>
              <a:t>[TEST 9] CV#11 </a:t>
            </a:r>
            <a:r>
              <a:rPr lang="ko-KR" altLang="en-US" sz="1900">
                <a:solidFill>
                  <a:srgbClr val="8B0000"/>
                </a:solidFill>
              </a:rPr>
              <a:t>입출고 모드 테스트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E6D8B789-E1FB-686E-1990-B55C96D284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3553109"/>
              </p:ext>
            </p:extLst>
          </p:nvPr>
        </p:nvGraphicFramePr>
        <p:xfrm>
          <a:off x="177800" y="609600"/>
          <a:ext cx="97409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4454">
                  <a:extLst>
                    <a:ext uri="{9D8B030D-6E8A-4147-A177-3AD203B41FA5}">
                      <a16:colId xmlns:a16="http://schemas.microsoft.com/office/drawing/2014/main" val="1118250437"/>
                    </a:ext>
                  </a:extLst>
                </a:gridCol>
                <a:gridCol w="3506724">
                  <a:extLst>
                    <a:ext uri="{9D8B030D-6E8A-4147-A177-3AD203B41FA5}">
                      <a16:colId xmlns:a16="http://schemas.microsoft.com/office/drawing/2014/main" val="3307277562"/>
                    </a:ext>
                  </a:extLst>
                </a:gridCol>
                <a:gridCol w="2532634">
                  <a:extLst>
                    <a:ext uri="{9D8B030D-6E8A-4147-A177-3AD203B41FA5}">
                      <a16:colId xmlns:a16="http://schemas.microsoft.com/office/drawing/2014/main" val="3859350664"/>
                    </a:ext>
                  </a:extLst>
                </a:gridCol>
                <a:gridCol w="1948180">
                  <a:extLst>
                    <a:ext uri="{9D8B030D-6E8A-4147-A177-3AD203B41FA5}">
                      <a16:colId xmlns:a16="http://schemas.microsoft.com/office/drawing/2014/main" val="3102950017"/>
                    </a:ext>
                  </a:extLst>
                </a:gridCol>
                <a:gridCol w="1168908">
                  <a:extLst>
                    <a:ext uri="{9D8B030D-6E8A-4147-A177-3AD203B41FA5}">
                      <a16:colId xmlns:a16="http://schemas.microsoft.com/office/drawing/2014/main" val="75836254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 b="1"/>
                        <a:t>단계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 b="1"/>
                        <a:t>동작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 b="1"/>
                        <a:t>신호</a:t>
                      </a:r>
                      <a:r>
                        <a:rPr lang="en-US" altLang="ko-KR" sz="950" b="1"/>
                        <a:t>(</a:t>
                      </a:r>
                      <a:r>
                        <a:rPr lang="ko-KR" altLang="en-US" sz="950" b="1"/>
                        <a:t>구표기</a:t>
                      </a:r>
                      <a:r>
                        <a:rPr lang="en-US" altLang="ko-KR" sz="950" b="1"/>
                        <a:t>)</a:t>
                      </a:r>
                      <a:endParaRPr lang="ko-KR" altLang="en-US" sz="950" b="1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 b="1"/>
                        <a:t>실주소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 b="1"/>
                        <a:t>주체</a:t>
                      </a:r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145161244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1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/>
                        <a:t>입고</a:t>
                      </a:r>
                      <a:r>
                        <a:rPr lang="en-US" altLang="ko-KR" sz="950"/>
                        <a:t>(0) </a:t>
                      </a:r>
                      <a:r>
                        <a:rPr lang="ko-KR" altLang="en-US" sz="950"/>
                        <a:t>상태 확인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D0310 = 0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%DW490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ECS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425815699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2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/>
                        <a:t>출고 지시 발행 </a:t>
                      </a:r>
                      <a:r>
                        <a:rPr lang="en-US" altLang="ko-KR" sz="950"/>
                        <a:t>- </a:t>
                      </a:r>
                      <a:r>
                        <a:rPr lang="ko-KR" altLang="en-US" sz="950"/>
                        <a:t>방향 전환 관찰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D0310: 0 - 1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%DW490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ECS-PLC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315251414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3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/>
                        <a:t>반대방향 </a:t>
                      </a:r>
                      <a:r>
                        <a:rPr lang="en-US" altLang="ko-KR" sz="950"/>
                        <a:t>JOB </a:t>
                      </a:r>
                      <a:r>
                        <a:rPr lang="ko-KR" altLang="en-US" sz="950"/>
                        <a:t>잔존 시 전환 대기</a:t>
                      </a:r>
                      <a:r>
                        <a:rPr lang="en-US" altLang="ko-KR" sz="950"/>
                        <a:t>(</a:t>
                      </a:r>
                      <a:r>
                        <a:rPr lang="ko-KR" altLang="en-US" sz="950"/>
                        <a:t>가드</a:t>
                      </a:r>
                      <a:r>
                        <a:rPr lang="en-US" altLang="ko-KR" sz="950"/>
                        <a:t>)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-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-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/>
                        <a:t>검증</a:t>
                      </a:r>
                      <a:r>
                        <a:rPr lang="en-US" altLang="ko-KR" sz="950"/>
                        <a:t>(*)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203844165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4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/>
                        <a:t>전환 후 출고 정상 수행</a:t>
                      </a:r>
                      <a:r>
                        <a:rPr lang="en-US" altLang="ko-KR" sz="950"/>
                        <a:t>(TEST 2)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-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-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/>
                        <a:t>전 구간</a:t>
                      </a:r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365560544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5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/>
                        <a:t>재차 입고 지시 </a:t>
                      </a:r>
                      <a:r>
                        <a:rPr lang="en-US" altLang="ko-KR" sz="950"/>
                        <a:t>- 1 - 0 </a:t>
                      </a:r>
                      <a:r>
                        <a:rPr lang="ko-KR" altLang="en-US" sz="950"/>
                        <a:t>복귀 확인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D0310: 1 - 0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%DW490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ECS-PLC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104262157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9A8A0347-3F69-5C39-FF44-081B7BECD9A6}"/>
              </a:ext>
            </a:extLst>
          </p:cNvPr>
          <p:cNvSpPr txBox="1"/>
          <p:nvPr/>
        </p:nvSpPr>
        <p:spPr>
          <a:xfrm>
            <a:off x="203200" y="2159000"/>
            <a:ext cx="9690100" cy="23852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950">
                <a:solidFill>
                  <a:srgbClr val="00008B"/>
                </a:solidFill>
              </a:rPr>
              <a:t>(*) </a:t>
            </a:r>
            <a:r>
              <a:rPr lang="ko-KR" altLang="en-US" sz="950">
                <a:solidFill>
                  <a:srgbClr val="00008B"/>
                </a:solidFill>
              </a:rPr>
              <a:t>구 </a:t>
            </a:r>
            <a:r>
              <a:rPr lang="en-US" altLang="ko-KR" sz="950">
                <a:solidFill>
                  <a:srgbClr val="00008B"/>
                </a:solidFill>
              </a:rPr>
              <a:t>ECS</a:t>
            </a:r>
            <a:r>
              <a:rPr lang="ko-KR" altLang="en-US" sz="950">
                <a:solidFill>
                  <a:srgbClr val="00008B"/>
                </a:solidFill>
              </a:rPr>
              <a:t>는 전환 가드 미구현</a:t>
            </a:r>
            <a:r>
              <a:rPr lang="en-US" altLang="ko-KR" sz="950">
                <a:solidFill>
                  <a:srgbClr val="00008B"/>
                </a:solidFill>
              </a:rPr>
              <a:t>(ECSDispatcher </a:t>
            </a:r>
            <a:r>
              <a:rPr lang="ko-KR" altLang="en-US" sz="950">
                <a:solidFill>
                  <a:srgbClr val="00008B"/>
                </a:solidFill>
              </a:rPr>
              <a:t>즉시 전환 </a:t>
            </a:r>
            <a:r>
              <a:rPr lang="en-US" altLang="ko-KR" sz="950">
                <a:solidFill>
                  <a:srgbClr val="00008B"/>
                </a:solidFill>
              </a:rPr>
              <a:t>- V1.0 </a:t>
            </a:r>
            <a:r>
              <a:rPr lang="ko-KR" altLang="en-US" sz="950">
                <a:solidFill>
                  <a:srgbClr val="00008B"/>
                </a:solidFill>
              </a:rPr>
              <a:t>구현확인 주석</a:t>
            </a:r>
            <a:r>
              <a:rPr lang="en-US" altLang="ko-KR" sz="950">
                <a:solidFill>
                  <a:srgbClr val="00008B"/>
                </a:solidFill>
              </a:rPr>
              <a:t>). WCS </a:t>
            </a:r>
            <a:r>
              <a:rPr lang="ko-KR" altLang="en-US" sz="950">
                <a:solidFill>
                  <a:srgbClr val="00008B"/>
                </a:solidFill>
              </a:rPr>
              <a:t>구현에서 </a:t>
            </a:r>
            <a:r>
              <a:rPr lang="en-US" altLang="ko-KR" sz="950">
                <a:solidFill>
                  <a:srgbClr val="00008B"/>
                </a:solidFill>
              </a:rPr>
              <a:t>'</a:t>
            </a:r>
            <a:r>
              <a:rPr lang="ko-KR" altLang="en-US" sz="950">
                <a:solidFill>
                  <a:srgbClr val="00008B"/>
                </a:solidFill>
              </a:rPr>
              <a:t>관련 방향 </a:t>
            </a:r>
            <a:r>
              <a:rPr lang="en-US" altLang="ko-KR" sz="950">
                <a:solidFill>
                  <a:srgbClr val="00008B"/>
                </a:solidFill>
              </a:rPr>
              <a:t>JOB </a:t>
            </a:r>
            <a:r>
              <a:rPr lang="ko-KR" altLang="en-US" sz="950">
                <a:solidFill>
                  <a:srgbClr val="00008B"/>
                </a:solidFill>
              </a:rPr>
              <a:t>없을 때만 전환</a:t>
            </a:r>
            <a:r>
              <a:rPr lang="en-US" altLang="ko-KR" sz="950">
                <a:solidFill>
                  <a:srgbClr val="00008B"/>
                </a:solidFill>
              </a:rPr>
              <a:t>' </a:t>
            </a:r>
            <a:r>
              <a:rPr lang="ko-KR" altLang="en-US" sz="950">
                <a:solidFill>
                  <a:srgbClr val="00008B"/>
                </a:solidFill>
              </a:rPr>
              <a:t>충족 여부가 본 테스트의 핵심</a:t>
            </a:r>
            <a:r>
              <a:rPr lang="en-US" altLang="ko-KR" sz="950">
                <a:solidFill>
                  <a:srgbClr val="00008B"/>
                </a:solidFill>
              </a:rPr>
              <a:t>.</a:t>
            </a:r>
            <a:endParaRPr lang="ko-KR" altLang="en-US" sz="950">
              <a:solidFill>
                <a:srgbClr val="00008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54013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6C75764-42C1-8659-2283-761CC03772E8}"/>
              </a:ext>
            </a:extLst>
          </p:cNvPr>
          <p:cNvSpPr txBox="1"/>
          <p:nvPr/>
        </p:nvSpPr>
        <p:spPr>
          <a:xfrm>
            <a:off x="228600" y="101600"/>
            <a:ext cx="9639300" cy="3847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1900">
                <a:solidFill>
                  <a:srgbClr val="8B0000"/>
                </a:solidFill>
              </a:rPr>
              <a:t>[TEST 10] CV#2 </a:t>
            </a:r>
            <a:r>
              <a:rPr lang="ko-KR" altLang="en-US" sz="1900">
                <a:solidFill>
                  <a:srgbClr val="8B0000"/>
                </a:solidFill>
              </a:rPr>
              <a:t>입출고 모드 테스트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EDA575B9-BAFA-92A0-912A-6BE78948BB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9459906"/>
              </p:ext>
            </p:extLst>
          </p:nvPr>
        </p:nvGraphicFramePr>
        <p:xfrm>
          <a:off x="177800" y="609600"/>
          <a:ext cx="97409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4454">
                  <a:extLst>
                    <a:ext uri="{9D8B030D-6E8A-4147-A177-3AD203B41FA5}">
                      <a16:colId xmlns:a16="http://schemas.microsoft.com/office/drawing/2014/main" val="3181539667"/>
                    </a:ext>
                  </a:extLst>
                </a:gridCol>
                <a:gridCol w="3506724">
                  <a:extLst>
                    <a:ext uri="{9D8B030D-6E8A-4147-A177-3AD203B41FA5}">
                      <a16:colId xmlns:a16="http://schemas.microsoft.com/office/drawing/2014/main" val="4080919459"/>
                    </a:ext>
                  </a:extLst>
                </a:gridCol>
                <a:gridCol w="2532634">
                  <a:extLst>
                    <a:ext uri="{9D8B030D-6E8A-4147-A177-3AD203B41FA5}">
                      <a16:colId xmlns:a16="http://schemas.microsoft.com/office/drawing/2014/main" val="3720319059"/>
                    </a:ext>
                  </a:extLst>
                </a:gridCol>
                <a:gridCol w="1948180">
                  <a:extLst>
                    <a:ext uri="{9D8B030D-6E8A-4147-A177-3AD203B41FA5}">
                      <a16:colId xmlns:a16="http://schemas.microsoft.com/office/drawing/2014/main" val="1534298946"/>
                    </a:ext>
                  </a:extLst>
                </a:gridCol>
                <a:gridCol w="1168908">
                  <a:extLst>
                    <a:ext uri="{9D8B030D-6E8A-4147-A177-3AD203B41FA5}">
                      <a16:colId xmlns:a16="http://schemas.microsoft.com/office/drawing/2014/main" val="4196561615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 b="1"/>
                        <a:t>단계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 b="1"/>
                        <a:t>동작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 b="1"/>
                        <a:t>신호</a:t>
                      </a:r>
                      <a:r>
                        <a:rPr lang="en-US" altLang="ko-KR" sz="950" b="1"/>
                        <a:t>(</a:t>
                      </a:r>
                      <a:r>
                        <a:rPr lang="ko-KR" altLang="en-US" sz="950" b="1"/>
                        <a:t>구표기</a:t>
                      </a:r>
                      <a:r>
                        <a:rPr lang="en-US" altLang="ko-KR" sz="950" b="1"/>
                        <a:t>)</a:t>
                      </a:r>
                      <a:endParaRPr lang="ko-KR" altLang="en-US" sz="950" b="1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 b="1"/>
                        <a:t>실주소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 b="1"/>
                        <a:t>주체</a:t>
                      </a:r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22764737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1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/>
                        <a:t>입고</a:t>
                      </a:r>
                      <a:r>
                        <a:rPr lang="en-US" altLang="ko-KR" sz="950"/>
                        <a:t>(0) </a:t>
                      </a:r>
                      <a:r>
                        <a:rPr lang="ko-KR" altLang="en-US" sz="950"/>
                        <a:t>상태 확인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D0301 = 0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%DW481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ECS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130632819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2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/>
                        <a:t>출고 지시 발행 </a:t>
                      </a:r>
                      <a:r>
                        <a:rPr lang="en-US" altLang="ko-KR" sz="950"/>
                        <a:t>- </a:t>
                      </a:r>
                      <a:r>
                        <a:rPr lang="ko-KR" altLang="en-US" sz="950"/>
                        <a:t>방향 전환 관찰</a:t>
                      </a:r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D0301: 0 - 1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%DW481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ECS-PLC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306843072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3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/>
                        <a:t>반대방향 </a:t>
                      </a:r>
                      <a:r>
                        <a:rPr lang="en-US" altLang="ko-KR" sz="950"/>
                        <a:t>JOB </a:t>
                      </a:r>
                      <a:r>
                        <a:rPr lang="ko-KR" altLang="en-US" sz="950"/>
                        <a:t>잔존 시 전환 대기</a:t>
                      </a:r>
                      <a:r>
                        <a:rPr lang="en-US" altLang="ko-KR" sz="950"/>
                        <a:t>(</a:t>
                      </a:r>
                      <a:r>
                        <a:rPr lang="ko-KR" altLang="en-US" sz="950"/>
                        <a:t>가드</a:t>
                      </a:r>
                      <a:r>
                        <a:rPr lang="en-US" altLang="ko-KR" sz="950"/>
                        <a:t>)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-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-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/>
                        <a:t>검증</a:t>
                      </a:r>
                      <a:r>
                        <a:rPr lang="en-US" altLang="ko-KR" sz="950"/>
                        <a:t>(*)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32126855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4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/>
                        <a:t>전환 후 </a:t>
                      </a:r>
                      <a:r>
                        <a:rPr lang="en-US" altLang="ko-KR" sz="950"/>
                        <a:t>1</a:t>
                      </a:r>
                      <a:r>
                        <a:rPr lang="ko-KR" altLang="en-US" sz="950"/>
                        <a:t>호기 출고 수행</a:t>
                      </a:r>
                      <a:r>
                        <a:rPr lang="en-US" altLang="ko-KR" sz="950"/>
                        <a:t>(TEST 2</a:t>
                      </a:r>
                      <a:r>
                        <a:rPr lang="ko-KR" altLang="en-US" sz="950"/>
                        <a:t>의 </a:t>
                      </a:r>
                      <a:r>
                        <a:rPr lang="en-US" altLang="ko-KR" sz="950"/>
                        <a:t>1</a:t>
                      </a:r>
                      <a:r>
                        <a:rPr lang="ko-KR" altLang="en-US" sz="950"/>
                        <a:t>호기 행</a:t>
                      </a:r>
                      <a:r>
                        <a:rPr lang="en-US" altLang="ko-KR" sz="950"/>
                        <a:t>)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C/V#2 #4-#3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R0012-R0010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/>
                        <a:t>전 구간</a:t>
                      </a:r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154509487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5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/>
                        <a:t>재차 입고 지시 </a:t>
                      </a:r>
                      <a:r>
                        <a:rPr lang="en-US" altLang="ko-KR" sz="950"/>
                        <a:t>- </a:t>
                      </a:r>
                      <a:r>
                        <a:rPr lang="ko-KR" altLang="en-US" sz="950"/>
                        <a:t>복귀 확인 </a:t>
                      </a:r>
                      <a:r>
                        <a:rPr lang="en-US" altLang="ko-KR" sz="950"/>
                        <a:t>- 1</a:t>
                      </a:r>
                      <a:r>
                        <a:rPr lang="ko-KR" altLang="en-US" sz="950"/>
                        <a:t>호기 입고</a:t>
                      </a:r>
                      <a:r>
                        <a:rPr lang="en-US" altLang="ko-KR" sz="950"/>
                        <a:t>(TEST 1)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D0301: 1 - 0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50"/>
                        <a:t>%DW481</a:t>
                      </a:r>
                      <a:endParaRPr lang="ko-KR" altLang="en-US" sz="950"/>
                    </a:p>
                  </a:txBody>
                  <a:tcPr marL="25400" marR="25400" marT="12700" marB="1270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50"/>
                        <a:t>전 구간</a:t>
                      </a:r>
                    </a:p>
                  </a:txBody>
                  <a:tcPr marL="25400" marR="25400" marT="12700" marB="12700"/>
                </a:tc>
                <a:extLst>
                  <a:ext uri="{0D108BD9-81ED-4DB2-BD59-A6C34878D82A}">
                    <a16:rowId xmlns:a16="http://schemas.microsoft.com/office/drawing/2014/main" val="2342333580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8D826E9F-E135-0F5F-C936-35207626FA24}"/>
              </a:ext>
            </a:extLst>
          </p:cNvPr>
          <p:cNvSpPr txBox="1"/>
          <p:nvPr/>
        </p:nvSpPr>
        <p:spPr>
          <a:xfrm>
            <a:off x="203200" y="2159000"/>
            <a:ext cx="9690100" cy="23852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950">
                <a:solidFill>
                  <a:srgbClr val="00008B"/>
                </a:solidFill>
              </a:rPr>
              <a:t>C/V#2 = </a:t>
            </a:r>
            <a:r>
              <a:rPr lang="ko-KR" altLang="en-US" sz="950">
                <a:solidFill>
                  <a:srgbClr val="00008B"/>
                </a:solidFill>
              </a:rPr>
              <a:t>트랙 </a:t>
            </a:r>
            <a:r>
              <a:rPr lang="en-US" altLang="ko-KR" sz="950">
                <a:solidFill>
                  <a:srgbClr val="00008B"/>
                </a:solidFill>
              </a:rPr>
              <a:t>3/4 (</a:t>
            </a:r>
            <a:r>
              <a:rPr lang="ko-KR" altLang="en-US" sz="950">
                <a:solidFill>
                  <a:srgbClr val="00008B"/>
                </a:solidFill>
              </a:rPr>
              <a:t>위치</a:t>
            </a:r>
            <a:r>
              <a:rPr lang="en-US" altLang="ko-KR" sz="950">
                <a:solidFill>
                  <a:srgbClr val="00008B"/>
                </a:solidFill>
              </a:rPr>
              <a:t>1=#3 RGV</a:t>
            </a:r>
            <a:r>
              <a:rPr lang="ko-KR" altLang="en-US" sz="950">
                <a:solidFill>
                  <a:srgbClr val="00008B"/>
                </a:solidFill>
              </a:rPr>
              <a:t>측</a:t>
            </a:r>
            <a:r>
              <a:rPr lang="en-US" altLang="ko-KR" sz="950">
                <a:solidFill>
                  <a:srgbClr val="00008B"/>
                </a:solidFill>
              </a:rPr>
              <a:t>). </a:t>
            </a:r>
            <a:r>
              <a:rPr lang="ko-KR" altLang="en-US" sz="950">
                <a:solidFill>
                  <a:srgbClr val="00008B"/>
                </a:solidFill>
              </a:rPr>
              <a:t>겸용 통로이므로 방향 전환 가드가 실효 구간</a:t>
            </a:r>
            <a:r>
              <a:rPr lang="en-US" altLang="ko-KR" sz="950">
                <a:solidFill>
                  <a:srgbClr val="00008B"/>
                </a:solidFill>
              </a:rPr>
              <a:t>.</a:t>
            </a:r>
            <a:endParaRPr lang="ko-KR" altLang="en-US" sz="950">
              <a:solidFill>
                <a:srgbClr val="00008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58138208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기본 디자인">
      <a:majorFont>
        <a:latin typeface="Times New Roman"/>
        <a:ea typeface="굴림"/>
        <a:cs typeface=""/>
      </a:majorFont>
      <a:minorFont>
        <a:latin typeface="Times New Roman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triangl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85725" marR="0" indent="-85725" algn="ctr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800" b="1" i="0" u="none" strike="noStrike" cap="none" normalizeH="0" baseline="0" smtClean="0">
            <a:ln>
              <a:noFill/>
            </a:ln>
            <a:solidFill>
              <a:srgbClr val="000099"/>
            </a:solidFill>
            <a:effectLst/>
            <a:latin typeface="Tahoma" panose="020B0604030504040204" pitchFamily="34" charset="0"/>
            <a:ea typeface="돋움체" panose="020B0609000101010101" pitchFamily="49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triangl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85725" marR="0" indent="-85725" algn="ctr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800" b="1" i="0" u="none" strike="noStrike" cap="none" normalizeH="0" baseline="0" smtClean="0">
            <a:ln>
              <a:noFill/>
            </a:ln>
            <a:solidFill>
              <a:srgbClr val="000099"/>
            </a:solidFill>
            <a:effectLst/>
            <a:latin typeface="Tahoma" panose="020B0604030504040204" pitchFamily="34" charset="0"/>
            <a:ea typeface="돋움체" panose="020B0609000101010101" pitchFamily="49" charset="-127"/>
          </a:defRPr>
        </a:defPPr>
      </a:lst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33596</TotalTime>
  <Words>9234</Words>
  <Application>Microsoft Office PowerPoint</Application>
  <PresentationFormat>사용자 지정</PresentationFormat>
  <Paragraphs>2863</Paragraphs>
  <Slides>43</Slides>
  <Notes>0</Notes>
  <HiddenSlides>0</HiddenSlides>
  <MMClips>0</MMClips>
  <ScaleCrop>false</ScaleCrop>
  <HeadingPairs>
    <vt:vector size="8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43</vt:i4>
      </vt:variant>
    </vt:vector>
  </HeadingPairs>
  <TitlesOfParts>
    <vt:vector size="52" baseType="lpstr">
      <vt:lpstr>굴림</vt:lpstr>
      <vt:lpstr>돋움체</vt:lpstr>
      <vt:lpstr>바탕체</vt:lpstr>
      <vt:lpstr>Arial</vt:lpstr>
      <vt:lpstr>Tahoma</vt:lpstr>
      <vt:lpstr>Times New Roman</vt:lpstr>
      <vt:lpstr>Trebuchet MS</vt:lpstr>
      <vt:lpstr>기본 디자인</vt:lpstr>
      <vt:lpstr>Photo Editor 사진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LG CNS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WISE2 PM작업 계획서</dc:title>
  <dc:creator>WISE3 SM, 운영</dc:creator>
  <cp:lastModifiedBy>USER</cp:lastModifiedBy>
  <cp:revision>1910</cp:revision>
  <cp:lastPrinted>2026-07-07T12:28:32Z</cp:lastPrinted>
  <dcterms:created xsi:type="dcterms:W3CDTF">1999-05-06T22:41:56Z</dcterms:created>
  <dcterms:modified xsi:type="dcterms:W3CDTF">2026-08-19T00:04:11Z</dcterms:modified>
</cp:coreProperties>
</file>