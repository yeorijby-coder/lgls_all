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handoutMasterIdLst>
    <p:handoutMasterId r:id="rId70"/>
  </p:handoutMasterIdLst>
  <p:sldIdLst>
    <p:sldId id="291" r:id="rId2"/>
    <p:sldId id="295" r:id="rId3"/>
    <p:sldId id="367" r:id="rId4"/>
    <p:sldId id="332" r:id="rId5"/>
    <p:sldId id="376" r:id="rId6"/>
    <p:sldId id="377" r:id="rId7"/>
    <p:sldId id="378" r:id="rId8"/>
    <p:sldId id="379" r:id="rId9"/>
    <p:sldId id="380" r:id="rId10"/>
    <p:sldId id="381" r:id="rId11"/>
    <p:sldId id="382" r:id="rId12"/>
    <p:sldId id="390" r:id="rId13"/>
    <p:sldId id="391" r:id="rId14"/>
    <p:sldId id="393" r:id="rId15"/>
    <p:sldId id="394" r:id="rId16"/>
    <p:sldId id="383" r:id="rId17"/>
    <p:sldId id="384" r:id="rId18"/>
    <p:sldId id="385" r:id="rId19"/>
    <p:sldId id="386" r:id="rId20"/>
    <p:sldId id="395" r:id="rId21"/>
    <p:sldId id="396" r:id="rId22"/>
    <p:sldId id="397" r:id="rId23"/>
    <p:sldId id="398" r:id="rId24"/>
    <p:sldId id="399" r:id="rId25"/>
    <p:sldId id="400" r:id="rId26"/>
    <p:sldId id="401" r:id="rId27"/>
    <p:sldId id="402" r:id="rId28"/>
    <p:sldId id="403" r:id="rId29"/>
    <p:sldId id="404" r:id="rId30"/>
    <p:sldId id="405" r:id="rId31"/>
    <p:sldId id="406" r:id="rId32"/>
    <p:sldId id="407" r:id="rId33"/>
    <p:sldId id="408" r:id="rId34"/>
    <p:sldId id="409" r:id="rId35"/>
    <p:sldId id="410" r:id="rId36"/>
    <p:sldId id="411" r:id="rId37"/>
    <p:sldId id="412" r:id="rId38"/>
    <p:sldId id="413" r:id="rId39"/>
    <p:sldId id="414" r:id="rId40"/>
    <p:sldId id="415" r:id="rId41"/>
    <p:sldId id="416" r:id="rId42"/>
    <p:sldId id="417" r:id="rId43"/>
    <p:sldId id="418" r:id="rId44"/>
    <p:sldId id="419" r:id="rId45"/>
    <p:sldId id="420" r:id="rId46"/>
    <p:sldId id="421" r:id="rId47"/>
    <p:sldId id="422" r:id="rId48"/>
    <p:sldId id="423" r:id="rId49"/>
    <p:sldId id="424" r:id="rId50"/>
    <p:sldId id="425" r:id="rId51"/>
    <p:sldId id="426" r:id="rId52"/>
    <p:sldId id="427" r:id="rId53"/>
    <p:sldId id="428" r:id="rId54"/>
    <p:sldId id="429" r:id="rId55"/>
    <p:sldId id="430" r:id="rId56"/>
    <p:sldId id="431" r:id="rId57"/>
    <p:sldId id="432" r:id="rId58"/>
    <p:sldId id="368" r:id="rId59"/>
    <p:sldId id="369" r:id="rId60"/>
    <p:sldId id="370" r:id="rId61"/>
    <p:sldId id="371" r:id="rId62"/>
    <p:sldId id="372" r:id="rId63"/>
    <p:sldId id="373" r:id="rId64"/>
    <p:sldId id="387" r:id="rId65"/>
    <p:sldId id="374" r:id="rId66"/>
    <p:sldId id="375" r:id="rId67"/>
    <p:sldId id="392" r:id="rId68"/>
  </p:sldIdLst>
  <p:sldSz cx="10096500" cy="7239000"/>
  <p:notesSz cx="6888163" cy="10020300"/>
  <p:defaultTextStyle>
    <a:defPPr>
      <a:defRPr lang="ko-KR"/>
    </a:defPPr>
    <a:lvl1pPr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1pPr>
    <a:lvl2pPr marL="4572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2pPr>
    <a:lvl3pPr marL="9144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3pPr>
    <a:lvl4pPr marL="13716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4pPr>
    <a:lvl5pPr marL="18288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5pPr>
    <a:lvl6pPr marL="22860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6pPr>
    <a:lvl7pPr marL="27432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7pPr>
    <a:lvl8pPr marL="32004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8pPr>
    <a:lvl9pPr marL="36576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9">
          <p15:clr>
            <a:srgbClr val="A4A3A4"/>
          </p15:clr>
        </p15:guide>
        <p15:guide id="2" pos="62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57" userDrawn="1">
          <p15:clr>
            <a:srgbClr val="A4A3A4"/>
          </p15:clr>
        </p15:guide>
        <p15:guide id="2" pos="217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  <a:srgbClr val="FFFF66"/>
    <a:srgbClr val="000099"/>
    <a:srgbClr val="DDDDDD"/>
    <a:srgbClr val="FF0000"/>
    <a:srgbClr val="CCECFF"/>
    <a:srgbClr val="99FF66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9532" autoAdjust="0"/>
  </p:normalViewPr>
  <p:slideViewPr>
    <p:cSldViewPr>
      <p:cViewPr varScale="1">
        <p:scale>
          <a:sx n="118" d="100"/>
          <a:sy n="118" d="100"/>
        </p:scale>
        <p:origin x="1086" y="96"/>
      </p:cViewPr>
      <p:guideLst>
        <p:guide orient="horz" pos="239"/>
        <p:guide pos="6219"/>
      </p:guideLst>
    </p:cSldViewPr>
  </p:slideViewPr>
  <p:outlineViewPr>
    <p:cViewPr>
      <p:scale>
        <a:sx n="30" d="100"/>
        <a:sy n="3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8" d="100"/>
          <a:sy n="58" d="100"/>
        </p:scale>
        <p:origin x="-1692" y="-84"/>
      </p:cViewPr>
      <p:guideLst>
        <p:guide orient="horz" pos="3157"/>
        <p:guide pos="217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4A091491-4F15-96A3-F4AA-75CFB0B980F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52FD6E48-4C3C-1DA9-909E-FD0FCBA12B7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A86EAF6D-7E4E-F69E-DCD7-6106C977CD37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1" name="Rectangle 5">
            <a:extLst>
              <a:ext uri="{FF2B5EF4-FFF2-40B4-BE49-F238E27FC236}">
                <a16:creationId xmlns:a16="http://schemas.microsoft.com/office/drawing/2014/main" id="{0E50802D-2C0A-E977-57DB-33C30637590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fld id="{339C05FB-FA2B-4F88-8EA6-890C70A5235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29694B1-E44E-7385-F149-3850EEEFD4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9D8FB482-5B91-89F7-4259-7B0B6DB7765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C65119E3-F094-94A3-FD64-2A02179B46D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22325" y="750888"/>
            <a:ext cx="5246688" cy="37607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A820516F-9668-6465-C71D-81016B6088A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0138" y="4762567"/>
            <a:ext cx="5047888" cy="4506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문자열 유형을 편집하려면 누르십시오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세째 수준</a:t>
            </a:r>
          </a:p>
          <a:p>
            <a:pPr lvl="3"/>
            <a:r>
              <a:rPr lang="ko-KR" altLang="en-US"/>
              <a:t>네째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501FF2BF-5894-5DC6-3712-3BFD6328CA1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C1B7A23B-116E-F42A-5566-0AB5C8C7B5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fld id="{4EFEADEA-B0FA-4618-84E7-47687277083C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58228-5B77-F3C4-635A-D875FED58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2063" y="1184275"/>
            <a:ext cx="7572375" cy="252095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05360E-DFC4-E639-5EED-B65044D0D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2063" y="3802063"/>
            <a:ext cx="7572375" cy="174783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49585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EC07B-7F89-F06E-8C47-9D50E3C0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5819CF-8490-E359-8015-27BD5C651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981593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66FCF-9636-3EF3-CA7D-2E34EEE42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975" y="1804988"/>
            <a:ext cx="8707438" cy="301148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EBDB99-2CE2-BC5E-CEF7-461F9385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975" y="4845050"/>
            <a:ext cx="8707438" cy="1582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63449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547E9-22BE-D05A-FADF-A92A3D0D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79A9A-6D21-D9D5-46B1-FF52B0FD3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1927225"/>
            <a:ext cx="4278312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653B65-7050-AB21-3F25-62F5D85E1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24450" y="1927225"/>
            <a:ext cx="4278313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83437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8D9FA-1BB4-04F9-849D-6C2F4C60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A311BCA-9854-0D4F-2A1A-24F065D50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774825"/>
            <a:ext cx="4271963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CBD71D-5C7A-EA48-1FC4-7178B8C5F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644775"/>
            <a:ext cx="4271963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84C1E3D-8C7F-8155-FAD6-B50AA2A4F6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11750" y="1774825"/>
            <a:ext cx="4292600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0F75519-11BF-CC37-4C68-DB4D6D603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11750" y="2644775"/>
            <a:ext cx="4292600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6247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416D01-85F1-9F87-31F4-D3D5BB89D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258851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7551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2EE21E-328B-F7E4-D23A-F13642BE2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144BF9-1E8B-9628-8AED-F7FE8AC08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6DF0556-0C57-69D0-2B7B-ABC0CCB4CE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15316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2ECBF-ED07-FFB0-5977-1A1B7D6D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8FC85EF-3581-21F2-BCC1-25B5223847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B2217B-B6AD-A06E-3000-A92CC4736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6241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4BA494-2D13-BCBD-57CF-A188F9093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3B6E3C5-3444-4857-7E56-A2587D252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294265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E04CFF-92B2-59AA-7340-A845AC98D5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26300" y="385763"/>
            <a:ext cx="2176463" cy="6134100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98390B-0A76-9D7F-1045-1926DA909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385763"/>
            <a:ext cx="6380162" cy="61341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891147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Text Box 51">
            <a:extLst>
              <a:ext uri="{FF2B5EF4-FFF2-40B4-BE49-F238E27FC236}">
                <a16:creationId xmlns:a16="http://schemas.microsoft.com/office/drawing/2014/main" id="{ADA09847-8CC4-4CF0-C471-518433F8B8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91063" y="6851650"/>
            <a:ext cx="66675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- </a:t>
            </a:r>
            <a:fld id="{554D01F9-B646-46B9-9CBC-4E4014FD6637}" type="slidenum"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pPr/>
              <a:t>‹#›</a:t>
            </a:fld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-</a:t>
            </a:r>
          </a:p>
        </p:txBody>
      </p:sp>
      <p:sp>
        <p:nvSpPr>
          <p:cNvPr id="1076" name="Text Box 52">
            <a:extLst>
              <a:ext uri="{FF2B5EF4-FFF2-40B4-BE49-F238E27FC236}">
                <a16:creationId xmlns:a16="http://schemas.microsoft.com/office/drawing/2014/main" id="{A3F83007-0334-C756-0F4D-A8F42786A4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19075" y="6910388"/>
            <a:ext cx="31019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ECS-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분석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-PLC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사양및시나리오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_LG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생명과학</a:t>
            </a:r>
          </a:p>
        </p:txBody>
      </p:sp>
      <p:sp>
        <p:nvSpPr>
          <p:cNvPr id="1077" name="Line 53">
            <a:extLst>
              <a:ext uri="{FF2B5EF4-FFF2-40B4-BE49-F238E27FC236}">
                <a16:creationId xmlns:a16="http://schemas.microsoft.com/office/drawing/2014/main" id="{EB2DE148-521D-9167-8D75-BC2A84DAF181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3038" y="381000"/>
            <a:ext cx="9699625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78" name="Line 54">
            <a:extLst>
              <a:ext uri="{FF2B5EF4-FFF2-40B4-BE49-F238E27FC236}">
                <a16:creationId xmlns:a16="http://schemas.microsoft.com/office/drawing/2014/main" id="{686BF345-C08F-1EED-4F88-6F8F132C24B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15900" y="6845300"/>
            <a:ext cx="9585325" cy="0"/>
          </a:xfrm>
          <a:prstGeom prst="line">
            <a:avLst/>
          </a:prstGeom>
          <a:noFill/>
          <a:ln w="381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pic>
        <p:nvPicPr>
          <p:cNvPr id="1079" name="Picture 55">
            <a:extLst>
              <a:ext uri="{FF2B5EF4-FFF2-40B4-BE49-F238E27FC236}">
                <a16:creationId xmlns:a16="http://schemas.microsoft.com/office/drawing/2014/main" id="{580494A3-6E62-7ED9-C6FB-E2F544EF63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188" y="6884988"/>
            <a:ext cx="1150937" cy="314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fontAlgn="base" latinLnBrk="1">
        <a:spcBef>
          <a:spcPct val="0"/>
        </a:spcBef>
        <a:spcAft>
          <a:spcPct val="0"/>
        </a:spcAft>
        <a:defRPr kumimoji="1"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2pPr>
      <a:lvl3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3pPr>
      <a:lvl4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4pPr>
      <a:lvl5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0794" name="Group 170">
            <a:extLst>
              <a:ext uri="{FF2B5EF4-FFF2-40B4-BE49-F238E27FC236}">
                <a16:creationId xmlns:a16="http://schemas.microsoft.com/office/drawing/2014/main" id="{BD49BE99-91AE-6901-24E4-CCA44C5596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450420"/>
              </p:ext>
            </p:extLst>
          </p:nvPr>
        </p:nvGraphicFramePr>
        <p:xfrm>
          <a:off x="2133600" y="2298700"/>
          <a:ext cx="5715000" cy="2488320"/>
        </p:xfrm>
        <a:graphic>
          <a:graphicData uri="http://schemas.openxmlformats.org/drawingml/2006/table">
            <a:tbl>
              <a:tblPr/>
              <a:tblGrid>
                <a:gridCol w="885825">
                  <a:extLst>
                    <a:ext uri="{9D8B030D-6E8A-4147-A177-3AD203B41FA5}">
                      <a16:colId xmlns:a16="http://schemas.microsoft.com/office/drawing/2014/main" val="4117672529"/>
                    </a:ext>
                  </a:extLst>
                </a:gridCol>
                <a:gridCol w="887413">
                  <a:extLst>
                    <a:ext uri="{9D8B030D-6E8A-4147-A177-3AD203B41FA5}">
                      <a16:colId xmlns:a16="http://schemas.microsoft.com/office/drawing/2014/main" val="394572018"/>
                    </a:ext>
                  </a:extLst>
                </a:gridCol>
                <a:gridCol w="3941762">
                  <a:extLst>
                    <a:ext uri="{9D8B030D-6E8A-4147-A177-3AD203B41FA5}">
                      <a16:colId xmlns:a16="http://schemas.microsoft.com/office/drawing/2014/main" val="1928396215"/>
                    </a:ext>
                  </a:extLst>
                </a:gridCol>
              </a:tblGrid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프로젝트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LG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 물류창고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871117"/>
                  </a:ext>
                </a:extLst>
              </a:tr>
              <a:tr h="276225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시스템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723014"/>
                  </a:ext>
                </a:extLst>
              </a:tr>
              <a:tr h="252413">
                <a:tc rowSpan="3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방법론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단계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Stage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382275"/>
                  </a:ext>
                </a:extLst>
              </a:tr>
              <a:tr h="2524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Step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3228717"/>
                  </a:ext>
                </a:extLst>
              </a:tr>
              <a:tr h="2587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Task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768679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문서번호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ECS-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-PLC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사양및시나리오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_LG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280542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685403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1.3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348030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작성일자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2009.10.20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762762"/>
                  </a:ext>
                </a:extLst>
              </a:tr>
            </a:tbl>
          </a:graphicData>
        </a:graphic>
      </p:graphicFrame>
      <p:sp>
        <p:nvSpPr>
          <p:cNvPr id="410768" name="Text Box 144">
            <a:extLst>
              <a:ext uri="{FF2B5EF4-FFF2-40B4-BE49-F238E27FC236}">
                <a16:creationId xmlns:a16="http://schemas.microsoft.com/office/drawing/2014/main" id="{E0C2DE7D-97F3-6174-9A3E-BDA015ED06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9575" y="1131888"/>
            <a:ext cx="40528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 eaLnBrk="0" latinLnBrk="0" hangingPunct="0"/>
            <a:r>
              <a:rPr kumimoji="0" lang="en-US" altLang="ko-KR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PLC </a:t>
            </a:r>
            <a:r>
              <a:rPr kumimoji="0" lang="ko-KR" altLang="en-US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사양 및 시나리오</a:t>
            </a:r>
          </a:p>
        </p:txBody>
      </p:sp>
      <p:sp>
        <p:nvSpPr>
          <p:cNvPr id="410769" name="Line 145">
            <a:extLst>
              <a:ext uri="{FF2B5EF4-FFF2-40B4-BE49-F238E27FC236}">
                <a16:creationId xmlns:a16="http://schemas.microsoft.com/office/drawing/2014/main" id="{F22C8420-A13F-F84C-7053-A15ECA6D7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83820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410770" name="Line 146">
            <a:extLst>
              <a:ext uri="{FF2B5EF4-FFF2-40B4-BE49-F238E27FC236}">
                <a16:creationId xmlns:a16="http://schemas.microsoft.com/office/drawing/2014/main" id="{8EF55D35-2BD2-5B8E-E971-0D7A436AD3A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191135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graphicFrame>
        <p:nvGraphicFramePr>
          <p:cNvPr id="410771" name="Group 147">
            <a:extLst>
              <a:ext uri="{FF2B5EF4-FFF2-40B4-BE49-F238E27FC236}">
                <a16:creationId xmlns:a16="http://schemas.microsoft.com/office/drawing/2014/main" id="{54F105E0-0DA5-9AA0-9FC2-FA3AF699553A}"/>
              </a:ext>
            </a:extLst>
          </p:cNvPr>
          <p:cNvGraphicFramePr>
            <a:graphicFrameLocks noGrp="1"/>
          </p:cNvGraphicFramePr>
          <p:nvPr/>
        </p:nvGraphicFramePr>
        <p:xfrm>
          <a:off x="1952625" y="5257800"/>
          <a:ext cx="6024563" cy="932688"/>
        </p:xfrm>
        <a:graphic>
          <a:graphicData uri="http://schemas.openxmlformats.org/drawingml/2006/table">
            <a:tbl>
              <a:tblPr/>
              <a:tblGrid>
                <a:gridCol w="446088">
                  <a:extLst>
                    <a:ext uri="{9D8B030D-6E8A-4147-A177-3AD203B41FA5}">
                      <a16:colId xmlns:a16="http://schemas.microsoft.com/office/drawing/2014/main" val="1714312773"/>
                    </a:ext>
                  </a:extLst>
                </a:gridCol>
                <a:gridCol w="1347787">
                  <a:extLst>
                    <a:ext uri="{9D8B030D-6E8A-4147-A177-3AD203B41FA5}">
                      <a16:colId xmlns:a16="http://schemas.microsoft.com/office/drawing/2014/main" val="2325320396"/>
                    </a:ext>
                  </a:extLst>
                </a:gridCol>
                <a:gridCol w="1347788">
                  <a:extLst>
                    <a:ext uri="{9D8B030D-6E8A-4147-A177-3AD203B41FA5}">
                      <a16:colId xmlns:a16="http://schemas.microsoft.com/office/drawing/2014/main" val="531313632"/>
                    </a:ext>
                  </a:extLst>
                </a:gridCol>
                <a:gridCol w="1368425">
                  <a:extLst>
                    <a:ext uri="{9D8B030D-6E8A-4147-A177-3AD203B41FA5}">
                      <a16:colId xmlns:a16="http://schemas.microsoft.com/office/drawing/2014/main" val="1871917296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2579798885"/>
                    </a:ext>
                  </a:extLst>
                </a:gridCol>
              </a:tblGrid>
              <a:tr h="304800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승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인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서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QA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PM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고객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54138"/>
                  </a:ext>
                </a:extLst>
              </a:tr>
              <a:tr h="6270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415605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1968" name="Group 80">
            <a:extLst>
              <a:ext uri="{FF2B5EF4-FFF2-40B4-BE49-F238E27FC236}">
                <a16:creationId xmlns:a16="http://schemas.microsoft.com/office/drawing/2014/main" id="{F5533128-4144-E923-0D19-DF0166E44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44828"/>
              </p:ext>
            </p:extLst>
          </p:nvPr>
        </p:nvGraphicFramePr>
        <p:xfrm>
          <a:off x="814388" y="1165225"/>
          <a:ext cx="8763000" cy="5972373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765866897"/>
                    </a:ext>
                  </a:extLst>
                </a:gridCol>
                <a:gridCol w="1420812">
                  <a:extLst>
                    <a:ext uri="{9D8B030D-6E8A-4147-A177-3AD203B41FA5}">
                      <a16:colId xmlns:a16="http://schemas.microsoft.com/office/drawing/2014/main" val="2426294999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646908850"/>
                    </a:ext>
                  </a:extLst>
                </a:gridCol>
                <a:gridCol w="1141413">
                  <a:extLst>
                    <a:ext uri="{9D8B030D-6E8A-4147-A177-3AD203B41FA5}">
                      <a16:colId xmlns:a16="http://schemas.microsoft.com/office/drawing/2014/main" val="225164740"/>
                    </a:ext>
                  </a:extLst>
                </a:gridCol>
              </a:tblGrid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변경일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 내용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757830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0.1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2009.10.10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최초 작성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16348"/>
                  </a:ext>
                </a:extLst>
              </a:tr>
              <a:tr h="3000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1.0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2026.07.08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소스코드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검증에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따른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오류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DB(TB_OBSERVABLE)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PLC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주소를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실제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B/W/R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디바이스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전면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구현현황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적색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미구현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부분구현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사항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주석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원문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취소선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병기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116770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1.1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논리 주소(B/W/R)와 실제 XGT 전송(%MX/%DB) 매핑 규칙 부록 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420059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1.2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2026.07.27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C/V#15 피킹존 입고(#30→#32→#31) 시나리오 신규 추가 (Backup 소스 분석 기반)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586940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1.3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2026.08.19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입출고대 →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입고작업 시나리오를 시작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~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(C/V#11 → RGV →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통로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C/V#2 → S/C#1 →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랙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까지 한 장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章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으로 구성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—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기존 슬라이드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(8·9 / 18·19 / 16·17)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를 연장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복제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PLC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조사본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(260818)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 결과 반영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: Alarm Set Code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구표기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D0101→D0161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Ack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M048.3→M096.3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원 표기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(D0310/D0210/D0160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등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가 구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·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DB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와 일치함을 확인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—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취소선 해제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C/V#11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 방향값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'1'→'0'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=0), RGV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명령영역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D0530→D0370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96391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429106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957531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42475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860778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70616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529398"/>
                  </a:ext>
                </a:extLst>
              </a:tr>
            </a:tbl>
          </a:graphicData>
        </a:graphic>
      </p:graphicFrame>
      <p:sp>
        <p:nvSpPr>
          <p:cNvPr id="422005" name="Text Box 117">
            <a:extLst>
              <a:ext uri="{FF2B5EF4-FFF2-40B4-BE49-F238E27FC236}">
                <a16:creationId xmlns:a16="http://schemas.microsoft.com/office/drawing/2014/main" id="{C2BA0204-6CE5-FFBC-58AC-33B20142B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3913" y="596900"/>
            <a:ext cx="10477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개정 이력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098" name="Text Box 2">
            <a:extLst>
              <a:ext uri="{FF2B5EF4-FFF2-40B4-BE49-F238E27FC236}">
                <a16:creationId xmlns:a16="http://schemas.microsoft.com/office/drawing/2014/main" id="{37DE3247-7C38-1AEA-0AB5-053224953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55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물류 창고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Layout</a:t>
            </a:r>
          </a:p>
        </p:txBody>
      </p:sp>
      <p:sp>
        <p:nvSpPr>
          <p:cNvPr id="516099" name="Rectangle 3">
            <a:extLst>
              <a:ext uri="{FF2B5EF4-FFF2-40B4-BE49-F238E27FC236}">
                <a16:creationId xmlns:a16="http://schemas.microsoft.com/office/drawing/2014/main" id="{05A1B9DC-4F55-0A5B-8659-FBAB6ADEC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0" name="Rectangle 4">
            <a:extLst>
              <a:ext uri="{FF2B5EF4-FFF2-40B4-BE49-F238E27FC236}">
                <a16:creationId xmlns:a16="http://schemas.microsoft.com/office/drawing/2014/main" id="{6003198F-BB75-9189-FF50-545DBD523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525" y="523875"/>
            <a:ext cx="8828088" cy="50323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1" name="Text Box 5">
            <a:extLst>
              <a:ext uri="{FF2B5EF4-FFF2-40B4-BE49-F238E27FC236}">
                <a16:creationId xmlns:a16="http://schemas.microsoft.com/office/drawing/2014/main" id="{2DC4B9AD-B14C-8763-5D33-609F1F8F3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3763" y="622300"/>
            <a:ext cx="7921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입고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2" name="Rectangle 6">
            <a:extLst>
              <a:ext uri="{FF2B5EF4-FFF2-40B4-BE49-F238E27FC236}">
                <a16:creationId xmlns:a16="http://schemas.microsoft.com/office/drawing/2014/main" id="{79A911C2-41E2-5271-61C1-2402F97F1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611188"/>
            <a:ext cx="1174750" cy="201612"/>
          </a:xfrm>
          <a:prstGeom prst="rect">
            <a:avLst/>
          </a:prstGeom>
          <a:solidFill>
            <a:srgbClr val="FFFF66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r>
              <a:rPr lang="ko-KR" altLang="en-US" sz="1200" b="0">
                <a:solidFill>
                  <a:schemeClr val="tx1"/>
                </a:solidFill>
              </a:rPr>
              <a:t>범례</a:t>
            </a:r>
          </a:p>
        </p:txBody>
      </p:sp>
      <p:sp>
        <p:nvSpPr>
          <p:cNvPr id="516103" name="Text Box 7">
            <a:extLst>
              <a:ext uri="{FF2B5EF4-FFF2-40B4-BE49-F238E27FC236}">
                <a16:creationId xmlns:a16="http://schemas.microsoft.com/office/drawing/2014/main" id="{D71F758E-7DAC-10AE-69A7-4F2AE34B94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70263" y="622300"/>
            <a:ext cx="798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출고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8" name="Rectangle 12">
            <a:extLst>
              <a:ext uri="{FF2B5EF4-FFF2-40B4-BE49-F238E27FC236}">
                <a16:creationId xmlns:a16="http://schemas.microsoft.com/office/drawing/2014/main" id="{697DE30E-50A6-358E-9EF6-72FED1348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4688" y="639763"/>
            <a:ext cx="179387" cy="179387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9" name="Rectangle 13">
            <a:extLst>
              <a:ext uri="{FF2B5EF4-FFF2-40B4-BE49-F238E27FC236}">
                <a16:creationId xmlns:a16="http://schemas.microsoft.com/office/drawing/2014/main" id="{E6C17DDC-C6B5-1361-C1C5-AF72DAE4A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622300"/>
            <a:ext cx="7080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Conveyor</a:t>
            </a:r>
          </a:p>
        </p:txBody>
      </p:sp>
      <p:sp>
        <p:nvSpPr>
          <p:cNvPr id="516121" name="Rectangle 25">
            <a:extLst>
              <a:ext uri="{FF2B5EF4-FFF2-40B4-BE49-F238E27FC236}">
                <a16:creationId xmlns:a16="http://schemas.microsoft.com/office/drawing/2014/main" id="{A6FE23C2-7AD3-818D-E472-1FB7C3066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6425" y="639763"/>
            <a:ext cx="215900" cy="1444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2" name="Text Box 26">
            <a:extLst>
              <a:ext uri="{FF2B5EF4-FFF2-40B4-BE49-F238E27FC236}">
                <a16:creationId xmlns:a16="http://schemas.microsoft.com/office/drawing/2014/main" id="{9DC1B162-8FF3-D762-9BDB-DD63029F2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3113" y="595313"/>
            <a:ext cx="8048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Hi-Rack</a:t>
            </a:r>
          </a:p>
        </p:txBody>
      </p:sp>
      <p:sp>
        <p:nvSpPr>
          <p:cNvPr id="516123" name="AutoShape 27">
            <a:extLst>
              <a:ext uri="{FF2B5EF4-FFF2-40B4-BE49-F238E27FC236}">
                <a16:creationId xmlns:a16="http://schemas.microsoft.com/office/drawing/2014/main" id="{886BAE89-A2A4-997B-7C4B-801067C3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4675" y="639763"/>
            <a:ext cx="215900" cy="144462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4" name="Rectangle 28">
            <a:extLst>
              <a:ext uri="{FF2B5EF4-FFF2-40B4-BE49-F238E27FC236}">
                <a16:creationId xmlns:a16="http://schemas.microsoft.com/office/drawing/2014/main" id="{D5B720D0-D87F-FD46-A404-1DC12CAE4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5013" y="584200"/>
            <a:ext cx="966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Stacker Crane</a:t>
            </a:r>
          </a:p>
        </p:txBody>
      </p:sp>
      <p:sp>
        <p:nvSpPr>
          <p:cNvPr id="516125" name="AutoShape 29">
            <a:extLst>
              <a:ext uri="{FF2B5EF4-FFF2-40B4-BE49-F238E27FC236}">
                <a16:creationId xmlns:a16="http://schemas.microsoft.com/office/drawing/2014/main" id="{F9D7632B-45ED-F2A4-E025-D816ACB1A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2925" y="639763"/>
            <a:ext cx="179388" cy="179387"/>
          </a:xfrm>
          <a:prstGeom prst="homePlate">
            <a:avLst>
              <a:gd name="adj" fmla="val 25000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6" name="Rectangle 30">
            <a:extLst>
              <a:ext uri="{FF2B5EF4-FFF2-40B4-BE49-F238E27FC236}">
                <a16:creationId xmlns:a16="http://schemas.microsoft.com/office/drawing/2014/main" id="{D45DB635-9082-EB51-3242-E6F8F249F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5800" y="596900"/>
            <a:ext cx="4238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RGV</a:t>
            </a:r>
          </a:p>
        </p:txBody>
      </p:sp>
      <p:sp>
        <p:nvSpPr>
          <p:cNvPr id="516129" name="AutoShape 33">
            <a:extLst>
              <a:ext uri="{FF2B5EF4-FFF2-40B4-BE49-F238E27FC236}">
                <a16:creationId xmlns:a16="http://schemas.microsoft.com/office/drawing/2014/main" id="{8BFF971A-E150-F6E4-721A-8B1CD3785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800" y="63976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30" name="AutoShape 34">
            <a:extLst>
              <a:ext uri="{FF2B5EF4-FFF2-40B4-BE49-F238E27FC236}">
                <a16:creationId xmlns:a16="http://schemas.microsoft.com/office/drawing/2014/main" id="{679BCF4E-3AD0-8DF5-841E-36181F459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950" y="639763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19" name="Rectangle 223">
            <a:extLst>
              <a:ext uri="{FF2B5EF4-FFF2-40B4-BE49-F238E27FC236}">
                <a16:creationId xmlns:a16="http://schemas.microsoft.com/office/drawing/2014/main" id="{C67460DB-0CAD-7DD6-7881-358A481D360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7074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0" name="Rectangle 224">
            <a:extLst>
              <a:ext uri="{FF2B5EF4-FFF2-40B4-BE49-F238E27FC236}">
                <a16:creationId xmlns:a16="http://schemas.microsoft.com/office/drawing/2014/main" id="{04C8C259-CCA3-048B-AEE9-81C8A1FEF5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15914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1" name="Rectangle 225">
            <a:extLst>
              <a:ext uri="{FF2B5EF4-FFF2-40B4-BE49-F238E27FC236}">
                <a16:creationId xmlns:a16="http://schemas.microsoft.com/office/drawing/2014/main" id="{91667842-D36D-CF1D-37C0-1302C392A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96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2" name="Rectangle 226">
            <a:extLst>
              <a:ext uri="{FF2B5EF4-FFF2-40B4-BE49-F238E27FC236}">
                <a16:creationId xmlns:a16="http://schemas.microsoft.com/office/drawing/2014/main" id="{4BC88813-93F3-998B-0665-102DE51A34D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81860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3" name="Rectangle 227">
            <a:extLst>
              <a:ext uri="{FF2B5EF4-FFF2-40B4-BE49-F238E27FC236}">
                <a16:creationId xmlns:a16="http://schemas.microsoft.com/office/drawing/2014/main" id="{0FA79CA1-DB17-1163-68AA-C53001EE8C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323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4" name="Rectangle 228">
            <a:extLst>
              <a:ext uri="{FF2B5EF4-FFF2-40B4-BE49-F238E27FC236}">
                <a16:creationId xmlns:a16="http://schemas.microsoft.com/office/drawing/2014/main" id="{CAED69B2-494C-7E62-03D6-BCEDA463828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04415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5" name="Rectangle 229">
            <a:extLst>
              <a:ext uri="{FF2B5EF4-FFF2-40B4-BE49-F238E27FC236}">
                <a16:creationId xmlns:a16="http://schemas.microsoft.com/office/drawing/2014/main" id="{5C85FCB1-60FF-227F-47AB-C9CAB2EFECB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505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6" name="Rectangle 230">
            <a:extLst>
              <a:ext uri="{FF2B5EF4-FFF2-40B4-BE49-F238E27FC236}">
                <a16:creationId xmlns:a16="http://schemas.microsoft.com/office/drawing/2014/main" id="{EB5F208E-D8DC-A5C0-DBF0-529DD68ADC6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271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7" name="Rectangle 231">
            <a:extLst>
              <a:ext uri="{FF2B5EF4-FFF2-40B4-BE49-F238E27FC236}">
                <a16:creationId xmlns:a16="http://schemas.microsoft.com/office/drawing/2014/main" id="{929E606C-56CD-8EF7-0950-9DD17934A7F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7611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8" name="Rectangle 232">
            <a:extLst>
              <a:ext uri="{FF2B5EF4-FFF2-40B4-BE49-F238E27FC236}">
                <a16:creationId xmlns:a16="http://schemas.microsoft.com/office/drawing/2014/main" id="{EB589355-50CA-4C9C-489D-7E4027CA96FE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498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16349" name="Group 253">
            <a:extLst>
              <a:ext uri="{FF2B5EF4-FFF2-40B4-BE49-F238E27FC236}">
                <a16:creationId xmlns:a16="http://schemas.microsoft.com/office/drawing/2014/main" id="{CE712FD0-BD19-ACBF-E737-84378B1A6385}"/>
              </a:ext>
            </a:extLst>
          </p:cNvPr>
          <p:cNvGrpSpPr>
            <a:grpSpLocks/>
          </p:cNvGrpSpPr>
          <p:nvPr/>
        </p:nvGrpSpPr>
        <p:grpSpPr bwMode="auto">
          <a:xfrm>
            <a:off x="2454275" y="4052888"/>
            <a:ext cx="360363" cy="719137"/>
            <a:chOff x="995" y="2643"/>
            <a:chExt cx="227" cy="453"/>
          </a:xfrm>
        </p:grpSpPr>
        <p:sp>
          <p:nvSpPr>
            <p:cNvPr id="516331" name="Rectangle 235">
              <a:extLst>
                <a:ext uri="{FF2B5EF4-FFF2-40B4-BE49-F238E27FC236}">
                  <a16:creationId xmlns:a16="http://schemas.microsoft.com/office/drawing/2014/main" id="{7DF6DF8A-BF77-93C9-AF0D-E037E9BDB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16332" name="Rectangle 236">
              <a:extLst>
                <a:ext uri="{FF2B5EF4-FFF2-40B4-BE49-F238E27FC236}">
                  <a16:creationId xmlns:a16="http://schemas.microsoft.com/office/drawing/2014/main" id="{B15A9346-A379-C49E-A1A0-4A36AA8972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16350" name="Group 254">
            <a:extLst>
              <a:ext uri="{FF2B5EF4-FFF2-40B4-BE49-F238E27FC236}">
                <a16:creationId xmlns:a16="http://schemas.microsoft.com/office/drawing/2014/main" id="{680E3563-0325-58CA-204F-6469666EA34D}"/>
              </a:ext>
            </a:extLst>
          </p:cNvPr>
          <p:cNvGrpSpPr>
            <a:grpSpLocks/>
          </p:cNvGrpSpPr>
          <p:nvPr/>
        </p:nvGrpSpPr>
        <p:grpSpPr bwMode="auto">
          <a:xfrm>
            <a:off x="2959100" y="4052888"/>
            <a:ext cx="360363" cy="719137"/>
            <a:chOff x="995" y="2643"/>
            <a:chExt cx="227" cy="453"/>
          </a:xfrm>
        </p:grpSpPr>
        <p:sp>
          <p:nvSpPr>
            <p:cNvPr id="516351" name="Rectangle 255">
              <a:extLst>
                <a:ext uri="{FF2B5EF4-FFF2-40B4-BE49-F238E27FC236}">
                  <a16:creationId xmlns:a16="http://schemas.microsoft.com/office/drawing/2014/main" id="{14DA5FB2-D0F9-291E-7C3B-8F36416BAE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6</a:t>
              </a:r>
            </a:p>
          </p:txBody>
        </p:sp>
        <p:sp>
          <p:nvSpPr>
            <p:cNvPr id="516352" name="Rectangle 256">
              <a:extLst>
                <a:ext uri="{FF2B5EF4-FFF2-40B4-BE49-F238E27FC236}">
                  <a16:creationId xmlns:a16="http://schemas.microsoft.com/office/drawing/2014/main" id="{45AB516A-9851-6FD9-4912-C5D6A2EF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5</a:t>
              </a:r>
            </a:p>
          </p:txBody>
        </p:sp>
      </p:grpSp>
      <p:grpSp>
        <p:nvGrpSpPr>
          <p:cNvPr id="516353" name="Group 257">
            <a:extLst>
              <a:ext uri="{FF2B5EF4-FFF2-40B4-BE49-F238E27FC236}">
                <a16:creationId xmlns:a16="http://schemas.microsoft.com/office/drawing/2014/main" id="{514EB9D6-B0FC-3CC4-0E68-6E02E992DCA5}"/>
              </a:ext>
            </a:extLst>
          </p:cNvPr>
          <p:cNvGrpSpPr>
            <a:grpSpLocks/>
          </p:cNvGrpSpPr>
          <p:nvPr/>
        </p:nvGrpSpPr>
        <p:grpSpPr bwMode="auto">
          <a:xfrm>
            <a:off x="3681413" y="4052888"/>
            <a:ext cx="360362" cy="719137"/>
            <a:chOff x="995" y="2643"/>
            <a:chExt cx="227" cy="453"/>
          </a:xfrm>
        </p:grpSpPr>
        <p:sp>
          <p:nvSpPr>
            <p:cNvPr id="516354" name="Rectangle 258">
              <a:extLst>
                <a:ext uri="{FF2B5EF4-FFF2-40B4-BE49-F238E27FC236}">
                  <a16:creationId xmlns:a16="http://schemas.microsoft.com/office/drawing/2014/main" id="{F6CA8D72-CF63-D3C7-7C7E-21BAB47B8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16355" name="Rectangle 259">
              <a:extLst>
                <a:ext uri="{FF2B5EF4-FFF2-40B4-BE49-F238E27FC236}">
                  <a16:creationId xmlns:a16="http://schemas.microsoft.com/office/drawing/2014/main" id="{C5332E07-4150-AB63-DD44-D49D92389D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16356" name="Group 260">
            <a:extLst>
              <a:ext uri="{FF2B5EF4-FFF2-40B4-BE49-F238E27FC236}">
                <a16:creationId xmlns:a16="http://schemas.microsoft.com/office/drawing/2014/main" id="{7E30EDD5-9469-DCA9-CAFC-89A564069DE4}"/>
              </a:ext>
            </a:extLst>
          </p:cNvPr>
          <p:cNvGrpSpPr>
            <a:grpSpLocks/>
          </p:cNvGrpSpPr>
          <p:nvPr/>
        </p:nvGrpSpPr>
        <p:grpSpPr bwMode="auto">
          <a:xfrm>
            <a:off x="4186238" y="4052888"/>
            <a:ext cx="360362" cy="719137"/>
            <a:chOff x="995" y="2643"/>
            <a:chExt cx="227" cy="453"/>
          </a:xfrm>
        </p:grpSpPr>
        <p:sp>
          <p:nvSpPr>
            <p:cNvPr id="516357" name="Rectangle 261">
              <a:extLst>
                <a:ext uri="{FF2B5EF4-FFF2-40B4-BE49-F238E27FC236}">
                  <a16:creationId xmlns:a16="http://schemas.microsoft.com/office/drawing/2014/main" id="{87F77462-804E-D68F-4DE4-284A07805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10</a:t>
              </a:r>
            </a:p>
          </p:txBody>
        </p:sp>
        <p:sp>
          <p:nvSpPr>
            <p:cNvPr id="516358" name="Rectangle 262">
              <a:extLst>
                <a:ext uri="{FF2B5EF4-FFF2-40B4-BE49-F238E27FC236}">
                  <a16:creationId xmlns:a16="http://schemas.microsoft.com/office/drawing/2014/main" id="{5B4BA63A-E411-EEE3-1E16-8F7473D86B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9</a:t>
              </a:r>
            </a:p>
          </p:txBody>
        </p:sp>
      </p:grpSp>
      <p:grpSp>
        <p:nvGrpSpPr>
          <p:cNvPr id="516359" name="Group 263">
            <a:extLst>
              <a:ext uri="{FF2B5EF4-FFF2-40B4-BE49-F238E27FC236}">
                <a16:creationId xmlns:a16="http://schemas.microsoft.com/office/drawing/2014/main" id="{1C749775-16C3-3FEC-98F0-5B830357AFB1}"/>
              </a:ext>
            </a:extLst>
          </p:cNvPr>
          <p:cNvGrpSpPr>
            <a:grpSpLocks/>
          </p:cNvGrpSpPr>
          <p:nvPr/>
        </p:nvGrpSpPr>
        <p:grpSpPr bwMode="auto">
          <a:xfrm>
            <a:off x="4908550" y="4052888"/>
            <a:ext cx="360363" cy="719137"/>
            <a:chOff x="995" y="2643"/>
            <a:chExt cx="227" cy="453"/>
          </a:xfrm>
        </p:grpSpPr>
        <p:sp>
          <p:nvSpPr>
            <p:cNvPr id="516360" name="Rectangle 264">
              <a:extLst>
                <a:ext uri="{FF2B5EF4-FFF2-40B4-BE49-F238E27FC236}">
                  <a16:creationId xmlns:a16="http://schemas.microsoft.com/office/drawing/2014/main" id="{B4BFE1E6-26CC-3F7B-25D6-22C4D90043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16361" name="Rectangle 265">
              <a:extLst>
                <a:ext uri="{FF2B5EF4-FFF2-40B4-BE49-F238E27FC236}">
                  <a16:creationId xmlns:a16="http://schemas.microsoft.com/office/drawing/2014/main" id="{55B2E481-8408-D020-05E3-482537744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16362" name="Group 266">
            <a:extLst>
              <a:ext uri="{FF2B5EF4-FFF2-40B4-BE49-F238E27FC236}">
                <a16:creationId xmlns:a16="http://schemas.microsoft.com/office/drawing/2014/main" id="{B311EB62-F1A7-9F0E-A954-EA2946E32BB9}"/>
              </a:ext>
            </a:extLst>
          </p:cNvPr>
          <p:cNvGrpSpPr>
            <a:grpSpLocks/>
          </p:cNvGrpSpPr>
          <p:nvPr/>
        </p:nvGrpSpPr>
        <p:grpSpPr bwMode="auto">
          <a:xfrm>
            <a:off x="5413375" y="4052888"/>
            <a:ext cx="360363" cy="719137"/>
            <a:chOff x="995" y="2643"/>
            <a:chExt cx="227" cy="453"/>
          </a:xfrm>
        </p:grpSpPr>
        <p:sp>
          <p:nvSpPr>
            <p:cNvPr id="516363" name="Rectangle 267">
              <a:extLst>
                <a:ext uri="{FF2B5EF4-FFF2-40B4-BE49-F238E27FC236}">
                  <a16:creationId xmlns:a16="http://schemas.microsoft.com/office/drawing/2014/main" id="{EAD6E30C-D0B8-E80D-AE37-35E7647533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14</a:t>
              </a:r>
            </a:p>
          </p:txBody>
        </p:sp>
        <p:sp>
          <p:nvSpPr>
            <p:cNvPr id="516364" name="Rectangle 268">
              <a:extLst>
                <a:ext uri="{FF2B5EF4-FFF2-40B4-BE49-F238E27FC236}">
                  <a16:creationId xmlns:a16="http://schemas.microsoft.com/office/drawing/2014/main" id="{2E6436EE-54B0-C0FD-E78A-8E32A58619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13</a:t>
              </a:r>
            </a:p>
          </p:txBody>
        </p:sp>
      </p:grpSp>
      <p:grpSp>
        <p:nvGrpSpPr>
          <p:cNvPr id="516365" name="Group 269">
            <a:extLst>
              <a:ext uri="{FF2B5EF4-FFF2-40B4-BE49-F238E27FC236}">
                <a16:creationId xmlns:a16="http://schemas.microsoft.com/office/drawing/2014/main" id="{37B7ED21-00E7-DADF-6A93-95892169BF3F}"/>
              </a:ext>
            </a:extLst>
          </p:cNvPr>
          <p:cNvGrpSpPr>
            <a:grpSpLocks/>
          </p:cNvGrpSpPr>
          <p:nvPr/>
        </p:nvGrpSpPr>
        <p:grpSpPr bwMode="auto">
          <a:xfrm>
            <a:off x="6135688" y="4052888"/>
            <a:ext cx="360362" cy="719137"/>
            <a:chOff x="995" y="2643"/>
            <a:chExt cx="227" cy="453"/>
          </a:xfrm>
        </p:grpSpPr>
        <p:sp>
          <p:nvSpPr>
            <p:cNvPr id="516366" name="Rectangle 270">
              <a:extLst>
                <a:ext uri="{FF2B5EF4-FFF2-40B4-BE49-F238E27FC236}">
                  <a16:creationId xmlns:a16="http://schemas.microsoft.com/office/drawing/2014/main" id="{97C19909-FC45-F247-CCD0-8FBC98426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16367" name="Rectangle 271">
              <a:extLst>
                <a:ext uri="{FF2B5EF4-FFF2-40B4-BE49-F238E27FC236}">
                  <a16:creationId xmlns:a16="http://schemas.microsoft.com/office/drawing/2014/main" id="{2F899EE3-FA32-EE55-E115-09A0DEA775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16368" name="Group 272">
            <a:extLst>
              <a:ext uri="{FF2B5EF4-FFF2-40B4-BE49-F238E27FC236}">
                <a16:creationId xmlns:a16="http://schemas.microsoft.com/office/drawing/2014/main" id="{2747E228-F043-8F2F-7D48-9B1E6E580098}"/>
              </a:ext>
            </a:extLst>
          </p:cNvPr>
          <p:cNvGrpSpPr>
            <a:grpSpLocks/>
          </p:cNvGrpSpPr>
          <p:nvPr/>
        </p:nvGrpSpPr>
        <p:grpSpPr bwMode="auto">
          <a:xfrm>
            <a:off x="6640513" y="4052888"/>
            <a:ext cx="360362" cy="719137"/>
            <a:chOff x="995" y="2643"/>
            <a:chExt cx="227" cy="453"/>
          </a:xfrm>
        </p:grpSpPr>
        <p:sp>
          <p:nvSpPr>
            <p:cNvPr id="516369" name="Rectangle 273">
              <a:extLst>
                <a:ext uri="{FF2B5EF4-FFF2-40B4-BE49-F238E27FC236}">
                  <a16:creationId xmlns:a16="http://schemas.microsoft.com/office/drawing/2014/main" id="{DF702A75-28A7-54EB-7D7B-7FEA93F2E4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18</a:t>
              </a:r>
            </a:p>
          </p:txBody>
        </p:sp>
        <p:sp>
          <p:nvSpPr>
            <p:cNvPr id="516370" name="Rectangle 274">
              <a:extLst>
                <a:ext uri="{FF2B5EF4-FFF2-40B4-BE49-F238E27FC236}">
                  <a16:creationId xmlns:a16="http://schemas.microsoft.com/office/drawing/2014/main" id="{0744A9C6-9CE8-ACC1-1D27-AD2A8DBB8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17</a:t>
              </a:r>
            </a:p>
          </p:txBody>
        </p:sp>
      </p:grpSp>
      <p:grpSp>
        <p:nvGrpSpPr>
          <p:cNvPr id="516371" name="Group 275">
            <a:extLst>
              <a:ext uri="{FF2B5EF4-FFF2-40B4-BE49-F238E27FC236}">
                <a16:creationId xmlns:a16="http://schemas.microsoft.com/office/drawing/2014/main" id="{C89F13C0-AC4E-5E7B-80EF-A28EED11ECAC}"/>
              </a:ext>
            </a:extLst>
          </p:cNvPr>
          <p:cNvGrpSpPr>
            <a:grpSpLocks/>
          </p:cNvGrpSpPr>
          <p:nvPr/>
        </p:nvGrpSpPr>
        <p:grpSpPr bwMode="auto">
          <a:xfrm>
            <a:off x="7362825" y="4052888"/>
            <a:ext cx="360363" cy="719137"/>
            <a:chOff x="995" y="2643"/>
            <a:chExt cx="227" cy="453"/>
          </a:xfrm>
        </p:grpSpPr>
        <p:sp>
          <p:nvSpPr>
            <p:cNvPr id="516372" name="Rectangle 276">
              <a:extLst>
                <a:ext uri="{FF2B5EF4-FFF2-40B4-BE49-F238E27FC236}">
                  <a16:creationId xmlns:a16="http://schemas.microsoft.com/office/drawing/2014/main" id="{7FDA514A-15B4-AB65-DD2D-E6D6438DD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16373" name="Rectangle 277">
              <a:extLst>
                <a:ext uri="{FF2B5EF4-FFF2-40B4-BE49-F238E27FC236}">
                  <a16:creationId xmlns:a16="http://schemas.microsoft.com/office/drawing/2014/main" id="{8ACAAE1F-88A5-B1FC-CCC1-1AE0A8326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16374" name="Group 278">
            <a:extLst>
              <a:ext uri="{FF2B5EF4-FFF2-40B4-BE49-F238E27FC236}">
                <a16:creationId xmlns:a16="http://schemas.microsoft.com/office/drawing/2014/main" id="{0F37DE8F-9A03-C832-C659-D3464ACC2AF1}"/>
              </a:ext>
            </a:extLst>
          </p:cNvPr>
          <p:cNvGrpSpPr>
            <a:grpSpLocks/>
          </p:cNvGrpSpPr>
          <p:nvPr/>
        </p:nvGrpSpPr>
        <p:grpSpPr bwMode="auto">
          <a:xfrm>
            <a:off x="8154988" y="4052888"/>
            <a:ext cx="360362" cy="719137"/>
            <a:chOff x="995" y="2643"/>
            <a:chExt cx="227" cy="453"/>
          </a:xfrm>
        </p:grpSpPr>
        <p:sp>
          <p:nvSpPr>
            <p:cNvPr id="516375" name="Rectangle 279">
              <a:extLst>
                <a:ext uri="{FF2B5EF4-FFF2-40B4-BE49-F238E27FC236}">
                  <a16:creationId xmlns:a16="http://schemas.microsoft.com/office/drawing/2014/main" id="{814B2DED-FC86-ECC1-5F48-A63930841F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16376" name="Rectangle 280">
              <a:extLst>
                <a:ext uri="{FF2B5EF4-FFF2-40B4-BE49-F238E27FC236}">
                  <a16:creationId xmlns:a16="http://schemas.microsoft.com/office/drawing/2014/main" id="{980A7461-766B-17CD-11F6-5DE2222B5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grpSp>
        <p:nvGrpSpPr>
          <p:cNvPr id="516377" name="Group 281">
            <a:extLst>
              <a:ext uri="{FF2B5EF4-FFF2-40B4-BE49-F238E27FC236}">
                <a16:creationId xmlns:a16="http://schemas.microsoft.com/office/drawing/2014/main" id="{1368373A-7D78-4272-DA6C-77A4564795AC}"/>
              </a:ext>
            </a:extLst>
          </p:cNvPr>
          <p:cNvGrpSpPr>
            <a:grpSpLocks/>
          </p:cNvGrpSpPr>
          <p:nvPr/>
        </p:nvGrpSpPr>
        <p:grpSpPr bwMode="auto">
          <a:xfrm>
            <a:off x="2441575" y="5484813"/>
            <a:ext cx="360363" cy="719137"/>
            <a:chOff x="995" y="2643"/>
            <a:chExt cx="227" cy="453"/>
          </a:xfrm>
        </p:grpSpPr>
        <p:sp>
          <p:nvSpPr>
            <p:cNvPr id="516378" name="Rectangle 282">
              <a:extLst>
                <a:ext uri="{FF2B5EF4-FFF2-40B4-BE49-F238E27FC236}">
                  <a16:creationId xmlns:a16="http://schemas.microsoft.com/office/drawing/2014/main" id="{BBFB5767-36EC-69C0-86AB-A1CCD66DE9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25</a:t>
              </a:r>
            </a:p>
          </p:txBody>
        </p:sp>
        <p:sp>
          <p:nvSpPr>
            <p:cNvPr id="516379" name="Rectangle 283">
              <a:extLst>
                <a:ext uri="{FF2B5EF4-FFF2-40B4-BE49-F238E27FC236}">
                  <a16:creationId xmlns:a16="http://schemas.microsoft.com/office/drawing/2014/main" id="{9160F8BD-0917-CA93-2516-A70E350B4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26</a:t>
              </a:r>
            </a:p>
          </p:txBody>
        </p:sp>
      </p:grpSp>
      <p:grpSp>
        <p:nvGrpSpPr>
          <p:cNvPr id="516380" name="Group 284">
            <a:extLst>
              <a:ext uri="{FF2B5EF4-FFF2-40B4-BE49-F238E27FC236}">
                <a16:creationId xmlns:a16="http://schemas.microsoft.com/office/drawing/2014/main" id="{D78A1B29-939B-893E-46D1-B074E78C62B0}"/>
              </a:ext>
            </a:extLst>
          </p:cNvPr>
          <p:cNvGrpSpPr>
            <a:grpSpLocks/>
          </p:cNvGrpSpPr>
          <p:nvPr/>
        </p:nvGrpSpPr>
        <p:grpSpPr bwMode="auto">
          <a:xfrm>
            <a:off x="1911350" y="5483225"/>
            <a:ext cx="360363" cy="719138"/>
            <a:chOff x="995" y="2643"/>
            <a:chExt cx="227" cy="453"/>
          </a:xfrm>
        </p:grpSpPr>
        <p:sp>
          <p:nvSpPr>
            <p:cNvPr id="516381" name="Rectangle 285">
              <a:extLst>
                <a:ext uri="{FF2B5EF4-FFF2-40B4-BE49-F238E27FC236}">
                  <a16:creationId xmlns:a16="http://schemas.microsoft.com/office/drawing/2014/main" id="{D323B009-AFA4-8BEC-93FB-A8396F80E7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23</a:t>
              </a:r>
            </a:p>
          </p:txBody>
        </p:sp>
        <p:sp>
          <p:nvSpPr>
            <p:cNvPr id="516382" name="Rectangle 286">
              <a:extLst>
                <a:ext uri="{FF2B5EF4-FFF2-40B4-BE49-F238E27FC236}">
                  <a16:creationId xmlns:a16="http://schemas.microsoft.com/office/drawing/2014/main" id="{A0E74CAA-7B61-2722-6AC8-F6CF3E620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24</a:t>
              </a:r>
            </a:p>
          </p:txBody>
        </p:sp>
      </p:grpSp>
      <p:sp>
        <p:nvSpPr>
          <p:cNvPr id="516386" name="Line 290">
            <a:extLst>
              <a:ext uri="{FF2B5EF4-FFF2-40B4-BE49-F238E27FC236}">
                <a16:creationId xmlns:a16="http://schemas.microsoft.com/office/drawing/2014/main" id="{C5C33603-F7E3-0D06-7F9E-739F8C4A46E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5138" y="5173663"/>
            <a:ext cx="676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6388" name="Rectangle 292">
            <a:extLst>
              <a:ext uri="{FF2B5EF4-FFF2-40B4-BE49-F238E27FC236}">
                <a16:creationId xmlns:a16="http://schemas.microsoft.com/office/drawing/2014/main" id="{2492B8D1-3BB4-2478-CBB6-26A87AAAF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27</a:t>
            </a:r>
          </a:p>
        </p:txBody>
      </p:sp>
      <p:sp>
        <p:nvSpPr>
          <p:cNvPr id="516389" name="Rectangle 293">
            <a:extLst>
              <a:ext uri="{FF2B5EF4-FFF2-40B4-BE49-F238E27FC236}">
                <a16:creationId xmlns:a16="http://schemas.microsoft.com/office/drawing/2014/main" id="{21B74FE6-3DD6-7F01-A153-758DCE8B1F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31</a:t>
            </a:r>
          </a:p>
        </p:txBody>
      </p:sp>
      <p:sp>
        <p:nvSpPr>
          <p:cNvPr id="516390" name="AutoShape 294">
            <a:extLst>
              <a:ext uri="{FF2B5EF4-FFF2-40B4-BE49-F238E27FC236}">
                <a16:creationId xmlns:a16="http://schemas.microsoft.com/office/drawing/2014/main" id="{037279C8-F874-2F2A-A5FD-67BFCF9C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2075" y="4987925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91" name="AutoShape 295">
            <a:extLst>
              <a:ext uri="{FF2B5EF4-FFF2-40B4-BE49-F238E27FC236}">
                <a16:creationId xmlns:a16="http://schemas.microsoft.com/office/drawing/2014/main" id="{34CF9AA5-C4F0-8D20-E880-E1D435CC94D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2406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1</a:t>
            </a:r>
          </a:p>
        </p:txBody>
      </p:sp>
      <p:sp>
        <p:nvSpPr>
          <p:cNvPr id="516392" name="AutoShape 296">
            <a:extLst>
              <a:ext uri="{FF2B5EF4-FFF2-40B4-BE49-F238E27FC236}">
                <a16:creationId xmlns:a16="http://schemas.microsoft.com/office/drawing/2014/main" id="{4A360B95-846B-E52D-A2A8-566DB0E466C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248026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2</a:t>
            </a:r>
          </a:p>
        </p:txBody>
      </p:sp>
      <p:sp>
        <p:nvSpPr>
          <p:cNvPr id="516393" name="AutoShape 297">
            <a:extLst>
              <a:ext uri="{FF2B5EF4-FFF2-40B4-BE49-F238E27FC236}">
                <a16:creationId xmlns:a16="http://schemas.microsoft.com/office/drawing/2014/main" id="{220A276F-7E93-EEA2-151F-66BB494BC90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6405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3</a:t>
            </a:r>
          </a:p>
        </p:txBody>
      </p:sp>
      <p:sp>
        <p:nvSpPr>
          <p:cNvPr id="516394" name="AutoShape 298">
            <a:extLst>
              <a:ext uri="{FF2B5EF4-FFF2-40B4-BE49-F238E27FC236}">
                <a16:creationId xmlns:a16="http://schemas.microsoft.com/office/drawing/2014/main" id="{BA4CCB96-635C-5FAC-C3AC-531BC969656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1341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4</a:t>
            </a:r>
          </a:p>
        </p:txBody>
      </p:sp>
      <p:sp>
        <p:nvSpPr>
          <p:cNvPr id="516395" name="AutoShape 299">
            <a:extLst>
              <a:ext uri="{FF2B5EF4-FFF2-40B4-BE49-F238E27FC236}">
                <a16:creationId xmlns:a16="http://schemas.microsoft.com/office/drawing/2014/main" id="{49EFC46F-0891-0265-1AAB-96CFEDF34C2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93420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5</a:t>
            </a:r>
          </a:p>
        </p:txBody>
      </p:sp>
      <p:grpSp>
        <p:nvGrpSpPr>
          <p:cNvPr id="516396" name="Group 300">
            <a:extLst>
              <a:ext uri="{FF2B5EF4-FFF2-40B4-BE49-F238E27FC236}">
                <a16:creationId xmlns:a16="http://schemas.microsoft.com/office/drawing/2014/main" id="{E23514F4-37EA-7EE9-71A6-66CD98D4F08E}"/>
              </a:ext>
            </a:extLst>
          </p:cNvPr>
          <p:cNvGrpSpPr>
            <a:grpSpLocks/>
          </p:cNvGrpSpPr>
          <p:nvPr/>
        </p:nvGrpSpPr>
        <p:grpSpPr bwMode="auto">
          <a:xfrm>
            <a:off x="1735138" y="4051300"/>
            <a:ext cx="360362" cy="719138"/>
            <a:chOff x="995" y="2643"/>
            <a:chExt cx="227" cy="453"/>
          </a:xfrm>
        </p:grpSpPr>
        <p:sp>
          <p:nvSpPr>
            <p:cNvPr id="516397" name="Rectangle 301">
              <a:extLst>
                <a:ext uri="{FF2B5EF4-FFF2-40B4-BE49-F238E27FC236}">
                  <a16:creationId xmlns:a16="http://schemas.microsoft.com/office/drawing/2014/main" id="{AD0A7022-270C-87B6-F675-DAE0079C7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  <p:sp>
          <p:nvSpPr>
            <p:cNvPr id="516398" name="Rectangle 302">
              <a:extLst>
                <a:ext uri="{FF2B5EF4-FFF2-40B4-BE49-F238E27FC236}">
                  <a16:creationId xmlns:a16="http://schemas.microsoft.com/office/drawing/2014/main" id="{989A05A8-B48F-B5C5-BA1B-972437969A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</p:grpSp>
      <p:sp>
        <p:nvSpPr>
          <p:cNvPr id="516399" name="Rectangle 303">
            <a:extLst>
              <a:ext uri="{FF2B5EF4-FFF2-40B4-BE49-F238E27FC236}">
                <a16:creationId xmlns:a16="http://schemas.microsoft.com/office/drawing/2014/main" id="{096B6D7B-C601-F390-E732-7F58603B1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8163" y="4483100"/>
            <a:ext cx="249237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1</a:t>
            </a:r>
          </a:p>
        </p:txBody>
      </p:sp>
      <p:sp>
        <p:nvSpPr>
          <p:cNvPr id="516400" name="Rectangle 304">
            <a:extLst>
              <a:ext uri="{FF2B5EF4-FFF2-40B4-BE49-F238E27FC236}">
                <a16:creationId xmlns:a16="http://schemas.microsoft.com/office/drawing/2014/main" id="{F0AE8762-EB52-B774-52C7-A6BB4EB44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7525" y="4124325"/>
            <a:ext cx="2492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</a:t>
            </a:r>
          </a:p>
        </p:txBody>
      </p:sp>
      <p:sp>
        <p:nvSpPr>
          <p:cNvPr id="516401" name="AutoShape 305">
            <a:extLst>
              <a:ext uri="{FF2B5EF4-FFF2-40B4-BE49-F238E27FC236}">
                <a16:creationId xmlns:a16="http://schemas.microsoft.com/office/drawing/2014/main" id="{B357DDFB-FA35-E37C-4503-58996B4B9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3300" y="4592638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2" name="AutoShape 306">
            <a:extLst>
              <a:ext uri="{FF2B5EF4-FFF2-40B4-BE49-F238E27FC236}">
                <a16:creationId xmlns:a16="http://schemas.microsoft.com/office/drawing/2014/main" id="{375496A9-D124-F48F-29A3-F0E555438B0D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252663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3" name="AutoShape 307">
            <a:extLst>
              <a:ext uri="{FF2B5EF4-FFF2-40B4-BE49-F238E27FC236}">
                <a16:creationId xmlns:a16="http://schemas.microsoft.com/office/drawing/2014/main" id="{9012B3F1-E21C-3CA3-CCC5-9586492AE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263" y="4581525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4" name="AutoShape 308">
            <a:extLst>
              <a:ext uri="{FF2B5EF4-FFF2-40B4-BE49-F238E27FC236}">
                <a16:creationId xmlns:a16="http://schemas.microsoft.com/office/drawing/2014/main" id="{96E3DD81-4CBB-6604-CEB8-1C80B226768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309938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5" name="AutoShape 309">
            <a:extLst>
              <a:ext uri="{FF2B5EF4-FFF2-40B4-BE49-F238E27FC236}">
                <a16:creationId xmlns:a16="http://schemas.microsoft.com/office/drawing/2014/main" id="{B0F9A5F2-BBBA-01F7-FF35-7A980880B9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459740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6" name="AutoShape 310">
            <a:extLst>
              <a:ext uri="{FF2B5EF4-FFF2-40B4-BE49-F238E27FC236}">
                <a16:creationId xmlns:a16="http://schemas.microsoft.com/office/drawing/2014/main" id="{0FB769E0-2B1C-712B-3C39-B8F21CEFC69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537075" y="408940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7" name="AutoShape 311">
            <a:extLst>
              <a:ext uri="{FF2B5EF4-FFF2-40B4-BE49-F238E27FC236}">
                <a16:creationId xmlns:a16="http://schemas.microsoft.com/office/drawing/2014/main" id="{A80C8865-D14F-F13B-8EE9-A129E19E7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1063" y="45799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8" name="AutoShape 312">
            <a:extLst>
              <a:ext uri="{FF2B5EF4-FFF2-40B4-BE49-F238E27FC236}">
                <a16:creationId xmlns:a16="http://schemas.microsoft.com/office/drawing/2014/main" id="{DFC66818-BAFC-5DDE-E979-0F08AE4E6B8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5773738" y="4071938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9" name="AutoShape 313">
            <a:extLst>
              <a:ext uri="{FF2B5EF4-FFF2-40B4-BE49-F238E27FC236}">
                <a16:creationId xmlns:a16="http://schemas.microsoft.com/office/drawing/2014/main" id="{BF9A7E4F-3E72-93AE-888C-713C4BDAD3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0263" y="4572000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0" name="AutoShape 314">
            <a:extLst>
              <a:ext uri="{FF2B5EF4-FFF2-40B4-BE49-F238E27FC236}">
                <a16:creationId xmlns:a16="http://schemas.microsoft.com/office/drawing/2014/main" id="{02A51CF8-1E63-4883-B1C7-DD220C1CA1B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992938" y="40640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1" name="AutoShape 315">
            <a:extLst>
              <a:ext uri="{FF2B5EF4-FFF2-40B4-BE49-F238E27FC236}">
                <a16:creationId xmlns:a16="http://schemas.microsoft.com/office/drawing/2014/main" id="{1A98E2C9-ACBE-F115-2D02-419EF01D0633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04238" y="404971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2" name="AutoShape 316">
            <a:extLst>
              <a:ext uri="{FF2B5EF4-FFF2-40B4-BE49-F238E27FC236}">
                <a16:creationId xmlns:a16="http://schemas.microsoft.com/office/drawing/2014/main" id="{B0FC8E67-50C4-D3A5-1B6E-49BA37000F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504238" y="46148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3" name="AutoShape 317">
            <a:extLst>
              <a:ext uri="{FF2B5EF4-FFF2-40B4-BE49-F238E27FC236}">
                <a16:creationId xmlns:a16="http://schemas.microsoft.com/office/drawing/2014/main" id="{07B1CD5A-59CD-EEF2-A777-576F49EE332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697038" y="54864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4" name="AutoShape 318">
            <a:extLst>
              <a:ext uri="{FF2B5EF4-FFF2-40B4-BE49-F238E27FC236}">
                <a16:creationId xmlns:a16="http://schemas.microsoft.com/office/drawing/2014/main" id="{2997A501-9832-FA02-2145-C0ECB7872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6225" y="60388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5" name="AutoShape 319">
            <a:extLst>
              <a:ext uri="{FF2B5EF4-FFF2-40B4-BE49-F238E27FC236}">
                <a16:creationId xmlns:a16="http://schemas.microsoft.com/office/drawing/2014/main" id="{6B6EBC79-9366-C983-4DC7-AA3E1B4B3BD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482975" y="5487988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6" name="AutoShape 320">
            <a:extLst>
              <a:ext uri="{FF2B5EF4-FFF2-40B4-BE49-F238E27FC236}">
                <a16:creationId xmlns:a16="http://schemas.microsoft.com/office/drawing/2014/main" id="{C1A491D3-C4E4-D57C-414D-266615B6E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1888" y="565308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7" name="Text Box 321">
            <a:extLst>
              <a:ext uri="{FF2B5EF4-FFF2-40B4-BE49-F238E27FC236}">
                <a16:creationId xmlns:a16="http://schemas.microsoft.com/office/drawing/2014/main" id="{97842149-66B8-79DB-EB85-23DCAF4137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6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#1</a:t>
            </a:r>
          </a:p>
        </p:txBody>
      </p:sp>
      <p:sp>
        <p:nvSpPr>
          <p:cNvPr id="516418" name="Text Box 322">
            <a:extLst>
              <a:ext uri="{FF2B5EF4-FFF2-40B4-BE49-F238E27FC236}">
                <a16:creationId xmlns:a16="http://schemas.microsoft.com/office/drawing/2014/main" id="{CC2C63C1-4D41-5ABA-6028-EBC5AEC03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#2</a:t>
            </a:r>
          </a:p>
        </p:txBody>
      </p:sp>
      <p:sp>
        <p:nvSpPr>
          <p:cNvPr id="516419" name="Text Box 323">
            <a:extLst>
              <a:ext uri="{FF2B5EF4-FFF2-40B4-BE49-F238E27FC236}">
                <a16:creationId xmlns:a16="http://schemas.microsoft.com/office/drawing/2014/main" id="{C5560472-E2E2-773E-4C16-ED5BCF1C93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4213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#3</a:t>
            </a:r>
          </a:p>
        </p:txBody>
      </p:sp>
      <p:sp>
        <p:nvSpPr>
          <p:cNvPr id="516420" name="Text Box 324">
            <a:extLst>
              <a:ext uri="{FF2B5EF4-FFF2-40B4-BE49-F238E27FC236}">
                <a16:creationId xmlns:a16="http://schemas.microsoft.com/office/drawing/2014/main" id="{0FA639CD-E793-206B-74A9-E57CDAFBF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817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#4</a:t>
            </a:r>
          </a:p>
        </p:txBody>
      </p:sp>
      <p:sp>
        <p:nvSpPr>
          <p:cNvPr id="516421" name="Text Box 325">
            <a:extLst>
              <a:ext uri="{FF2B5EF4-FFF2-40B4-BE49-F238E27FC236}">
                <a16:creationId xmlns:a16="http://schemas.microsoft.com/office/drawing/2014/main" id="{A2EFCEC2-0C7F-810F-13FE-E97D8CDE2F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2138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#5</a:t>
            </a:r>
          </a:p>
        </p:txBody>
      </p:sp>
      <p:sp>
        <p:nvSpPr>
          <p:cNvPr id="516422" name="Text Box 326">
            <a:extLst>
              <a:ext uri="{FF2B5EF4-FFF2-40B4-BE49-F238E27FC236}">
                <a16:creationId xmlns:a16="http://schemas.microsoft.com/office/drawing/2014/main" id="{261216B2-6A1A-0D94-8EDB-F1742D06C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0700" y="5175250"/>
            <a:ext cx="5794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RGV #1</a:t>
            </a:r>
          </a:p>
        </p:txBody>
      </p:sp>
      <p:sp>
        <p:nvSpPr>
          <p:cNvPr id="516423" name="Text Box 327">
            <a:extLst>
              <a:ext uri="{FF2B5EF4-FFF2-40B4-BE49-F238E27FC236}">
                <a16:creationId xmlns:a16="http://schemas.microsoft.com/office/drawing/2014/main" id="{4311D5AB-BD9D-EF12-AD63-ED397E9DBC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96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 dirty="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</a:t>
            </a:r>
          </a:p>
        </p:txBody>
      </p:sp>
      <p:sp>
        <p:nvSpPr>
          <p:cNvPr id="516424" name="Text Box 328">
            <a:extLst>
              <a:ext uri="{FF2B5EF4-FFF2-40B4-BE49-F238E27FC236}">
                <a16:creationId xmlns:a16="http://schemas.microsoft.com/office/drawing/2014/main" id="{C242E16E-E63C-E05C-6FC9-C9022334E0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04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16425" name="Text Box 329">
            <a:extLst>
              <a:ext uri="{FF2B5EF4-FFF2-40B4-BE49-F238E27FC236}">
                <a16:creationId xmlns:a16="http://schemas.microsoft.com/office/drawing/2014/main" id="{3344A418-BB22-F351-4E83-0383AD89C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67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#3</a:t>
            </a:r>
          </a:p>
        </p:txBody>
      </p:sp>
      <p:sp>
        <p:nvSpPr>
          <p:cNvPr id="516426" name="Text Box 330">
            <a:extLst>
              <a:ext uri="{FF2B5EF4-FFF2-40B4-BE49-F238E27FC236}">
                <a16:creationId xmlns:a16="http://schemas.microsoft.com/office/drawing/2014/main" id="{C432412F-EE95-DBD3-304E-43489DD4A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83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#4</a:t>
            </a:r>
          </a:p>
        </p:txBody>
      </p:sp>
      <p:sp>
        <p:nvSpPr>
          <p:cNvPr id="516427" name="Text Box 331">
            <a:extLst>
              <a:ext uri="{FF2B5EF4-FFF2-40B4-BE49-F238E27FC236}">
                <a16:creationId xmlns:a16="http://schemas.microsoft.com/office/drawing/2014/main" id="{38EC1195-1D2B-D3A0-E57B-DE9E9B0B6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23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#6</a:t>
            </a:r>
          </a:p>
        </p:txBody>
      </p:sp>
      <p:sp>
        <p:nvSpPr>
          <p:cNvPr id="516428" name="Text Box 332">
            <a:extLst>
              <a:ext uri="{FF2B5EF4-FFF2-40B4-BE49-F238E27FC236}">
                <a16:creationId xmlns:a16="http://schemas.microsoft.com/office/drawing/2014/main" id="{ABE63F22-5AEC-EB77-9F21-C593AAAD61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30675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#5</a:t>
            </a:r>
          </a:p>
        </p:txBody>
      </p:sp>
      <p:sp>
        <p:nvSpPr>
          <p:cNvPr id="516429" name="Text Box 333">
            <a:extLst>
              <a:ext uri="{FF2B5EF4-FFF2-40B4-BE49-F238E27FC236}">
                <a16:creationId xmlns:a16="http://schemas.microsoft.com/office/drawing/2014/main" id="{32E124CA-DB70-55A8-E3E2-A4917E305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55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#7</a:t>
            </a:r>
          </a:p>
        </p:txBody>
      </p:sp>
      <p:sp>
        <p:nvSpPr>
          <p:cNvPr id="516430" name="Text Box 334">
            <a:extLst>
              <a:ext uri="{FF2B5EF4-FFF2-40B4-BE49-F238E27FC236}">
                <a16:creationId xmlns:a16="http://schemas.microsoft.com/office/drawing/2014/main" id="{D1EA3D98-EF3E-8AB1-929A-37D5AA9ABC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63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#8</a:t>
            </a:r>
          </a:p>
        </p:txBody>
      </p:sp>
      <p:sp>
        <p:nvSpPr>
          <p:cNvPr id="516431" name="Text Box 335">
            <a:extLst>
              <a:ext uri="{FF2B5EF4-FFF2-40B4-BE49-F238E27FC236}">
                <a16:creationId xmlns:a16="http://schemas.microsoft.com/office/drawing/2014/main" id="{D748CC0F-36E4-9C38-FCAD-825A28D79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8600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#9</a:t>
            </a:r>
          </a:p>
        </p:txBody>
      </p:sp>
      <p:sp>
        <p:nvSpPr>
          <p:cNvPr id="516432" name="Text Box 336">
            <a:extLst>
              <a:ext uri="{FF2B5EF4-FFF2-40B4-BE49-F238E27FC236}">
                <a16:creationId xmlns:a16="http://schemas.microsoft.com/office/drawing/2014/main" id="{67A195B5-4189-FF36-F958-A83E8D57F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77088" y="4772025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#10</a:t>
            </a:r>
          </a:p>
        </p:txBody>
      </p:sp>
      <p:sp>
        <p:nvSpPr>
          <p:cNvPr id="516433" name="Text Box 337">
            <a:extLst>
              <a:ext uri="{FF2B5EF4-FFF2-40B4-BE49-F238E27FC236}">
                <a16:creationId xmlns:a16="http://schemas.microsoft.com/office/drawing/2014/main" id="{66220C77-DCFE-FBFD-06E6-173FBCABC8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0688" y="47736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16434" name="Text Box 338">
            <a:extLst>
              <a:ext uri="{FF2B5EF4-FFF2-40B4-BE49-F238E27FC236}">
                <a16:creationId xmlns:a16="http://schemas.microsoft.com/office/drawing/2014/main" id="{8851687E-1A1D-60F2-ACAA-DBDBCB5AFA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6413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#12</a:t>
            </a:r>
          </a:p>
        </p:txBody>
      </p:sp>
      <p:sp>
        <p:nvSpPr>
          <p:cNvPr id="516435" name="Text Box 339">
            <a:extLst>
              <a:ext uri="{FF2B5EF4-FFF2-40B4-BE49-F238E27FC236}">
                <a16:creationId xmlns:a16="http://schemas.microsoft.com/office/drawing/2014/main" id="{62006D53-72F5-584B-A771-9435DFFB32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52675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#13</a:t>
            </a:r>
          </a:p>
        </p:txBody>
      </p:sp>
      <p:sp>
        <p:nvSpPr>
          <p:cNvPr id="516436" name="Text Box 340">
            <a:extLst>
              <a:ext uri="{FF2B5EF4-FFF2-40B4-BE49-F238E27FC236}">
                <a16:creationId xmlns:a16="http://schemas.microsoft.com/office/drawing/2014/main" id="{595F0789-C974-8372-E488-378849BF41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16437" name="Text Box 341">
            <a:extLst>
              <a:ext uri="{FF2B5EF4-FFF2-40B4-BE49-F238E27FC236}">
                <a16:creationId xmlns:a16="http://schemas.microsoft.com/office/drawing/2014/main" id="{32CB2DE1-897E-556B-B2CD-D9D964F85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16438" name="Rectangle 342">
            <a:extLst>
              <a:ext uri="{FF2B5EF4-FFF2-40B4-BE49-F238E27FC236}">
                <a16:creationId xmlns:a16="http://schemas.microsoft.com/office/drawing/2014/main" id="{322AB216-2243-7372-99E2-6F93D75BE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8075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39" name="Rectangle 343">
            <a:extLst>
              <a:ext uri="{FF2B5EF4-FFF2-40B4-BE49-F238E27FC236}">
                <a16:creationId xmlns:a16="http://schemas.microsoft.com/office/drawing/2014/main" id="{A30C50A6-FD6D-6407-C7BF-53051EC49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613" y="4730750"/>
            <a:ext cx="360362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0" name="Rectangle 344">
            <a:extLst>
              <a:ext uri="{FF2B5EF4-FFF2-40B4-BE49-F238E27FC236}">
                <a16:creationId xmlns:a16="http://schemas.microsoft.com/office/drawing/2014/main" id="{09DCD2A8-4AB1-E0B9-8A2C-F3D6370C6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0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1" name="Rectangle 345">
            <a:extLst>
              <a:ext uri="{FF2B5EF4-FFF2-40B4-BE49-F238E27FC236}">
                <a16:creationId xmlns:a16="http://schemas.microsoft.com/office/drawing/2014/main" id="{9940D1EB-DC2B-F4F3-3B8B-83E2A560D4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2575" y="47132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2" name="Rectangle 346">
            <a:extLst>
              <a:ext uri="{FF2B5EF4-FFF2-40B4-BE49-F238E27FC236}">
                <a16:creationId xmlns:a16="http://schemas.microsoft.com/office/drawing/2014/main" id="{161A4144-2215-FE42-8960-3945EB241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4" name="Rectangle 348">
            <a:extLst>
              <a:ext uri="{FF2B5EF4-FFF2-40B4-BE49-F238E27FC236}">
                <a16:creationId xmlns:a16="http://schemas.microsoft.com/office/drawing/2014/main" id="{4FF8DCAA-5610-668D-0E93-72BBF28DD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15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5" name="Rectangle 349">
            <a:extLst>
              <a:ext uri="{FF2B5EF4-FFF2-40B4-BE49-F238E27FC236}">
                <a16:creationId xmlns:a16="http://schemas.microsoft.com/office/drawing/2014/main" id="{9FC39159-9669-C2C5-2420-18FD940F0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48300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6" name="Rectangle 350">
            <a:extLst>
              <a:ext uri="{FF2B5EF4-FFF2-40B4-BE49-F238E27FC236}">
                <a16:creationId xmlns:a16="http://schemas.microsoft.com/office/drawing/2014/main" id="{B130C821-6D8D-CAD4-5736-62D9C3A83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498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7" name="Rectangle 351">
            <a:extLst>
              <a:ext uri="{FF2B5EF4-FFF2-40B4-BE49-F238E27FC236}">
                <a16:creationId xmlns:a16="http://schemas.microsoft.com/office/drawing/2014/main" id="{56DBB8D6-9A23-CBE1-B3DE-80411302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9245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28</a:t>
            </a:r>
          </a:p>
        </p:txBody>
      </p:sp>
      <p:sp>
        <p:nvSpPr>
          <p:cNvPr id="516448" name="Rectangle 352">
            <a:extLst>
              <a:ext uri="{FF2B5EF4-FFF2-40B4-BE49-F238E27FC236}">
                <a16:creationId xmlns:a16="http://schemas.microsoft.com/office/drawing/2014/main" id="{E8B30052-5012-06DE-3B34-AFA4CD814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16449" name="Rectangle 353">
            <a:extLst>
              <a:ext uri="{FF2B5EF4-FFF2-40B4-BE49-F238E27FC236}">
                <a16:creationId xmlns:a16="http://schemas.microsoft.com/office/drawing/2014/main" id="{0DF7D935-28A9-C43D-D2AE-FDE29AA642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16451" name="Text Box 355">
            <a:extLst>
              <a:ext uri="{FF2B5EF4-FFF2-40B4-BE49-F238E27FC236}">
                <a16:creationId xmlns:a16="http://schemas.microsoft.com/office/drawing/2014/main" id="{86734399-7AD6-BEF2-1CD9-34A11C1C2A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3688" y="21034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실온창고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6 * 10 *14</a:t>
            </a:r>
          </a:p>
        </p:txBody>
      </p:sp>
      <p:sp>
        <p:nvSpPr>
          <p:cNvPr id="516452" name="Text Box 356">
            <a:extLst>
              <a:ext uri="{FF2B5EF4-FFF2-40B4-BE49-F238E27FC236}">
                <a16:creationId xmlns:a16="http://schemas.microsoft.com/office/drawing/2014/main" id="{508AA981-2B0F-91DF-1191-251F1B7A07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0" y="19637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냉동창고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4 * 10 *14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58" name="Text Box 2">
            <a:extLst>
              <a:ext uri="{FF2B5EF4-FFF2-40B4-BE49-F238E27FC236}">
                <a16:creationId xmlns:a16="http://schemas.microsoft.com/office/drawing/2014/main" id="{D85EFFBB-5CB6-2D56-A5F5-E2CD22531C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13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시스템 구성도</a:t>
            </a:r>
          </a:p>
        </p:txBody>
      </p:sp>
      <p:sp>
        <p:nvSpPr>
          <p:cNvPr id="480259" name="Rectangle 3">
            <a:extLst>
              <a:ext uri="{FF2B5EF4-FFF2-40B4-BE49-F238E27FC236}">
                <a16:creationId xmlns:a16="http://schemas.microsoft.com/office/drawing/2014/main" id="{6679386D-A124-E2CE-9E40-740E224F6E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80" name="Line 224">
            <a:extLst>
              <a:ext uri="{FF2B5EF4-FFF2-40B4-BE49-F238E27FC236}">
                <a16:creationId xmlns:a16="http://schemas.microsoft.com/office/drawing/2014/main" id="{05EC4AF1-EC2D-1B64-78AA-7530F6A7E0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65350" y="4119563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499" name="Group 243">
            <a:extLst>
              <a:ext uri="{FF2B5EF4-FFF2-40B4-BE49-F238E27FC236}">
                <a16:creationId xmlns:a16="http://schemas.microsoft.com/office/drawing/2014/main" id="{09E9B3EB-FB24-663A-EA03-D6B741579081}"/>
              </a:ext>
            </a:extLst>
          </p:cNvPr>
          <p:cNvGrpSpPr>
            <a:grpSpLocks/>
          </p:cNvGrpSpPr>
          <p:nvPr/>
        </p:nvGrpSpPr>
        <p:grpSpPr bwMode="auto">
          <a:xfrm>
            <a:off x="1808163" y="4384675"/>
            <a:ext cx="635000" cy="674688"/>
            <a:chOff x="824" y="2178"/>
            <a:chExt cx="400" cy="425"/>
          </a:xfrm>
        </p:grpSpPr>
        <p:sp>
          <p:nvSpPr>
            <p:cNvPr id="480479" name="Rectangle 223">
              <a:extLst>
                <a:ext uri="{FF2B5EF4-FFF2-40B4-BE49-F238E27FC236}">
                  <a16:creationId xmlns:a16="http://schemas.microsoft.com/office/drawing/2014/main" id="{0F47BECE-45DC-B8DC-06C4-42A7BFCC56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4" y="2178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#1</a:t>
              </a:r>
            </a:p>
          </p:txBody>
        </p:sp>
        <p:pic>
          <p:nvPicPr>
            <p:cNvPr id="480481" name="Picture 225">
              <a:extLst>
                <a:ext uri="{FF2B5EF4-FFF2-40B4-BE49-F238E27FC236}">
                  <a16:creationId xmlns:a16="http://schemas.microsoft.com/office/drawing/2014/main" id="{BAFD555F-4569-BF63-DBEE-859E82ACB2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" y="2344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3" name="Line 227">
            <a:extLst>
              <a:ext uri="{FF2B5EF4-FFF2-40B4-BE49-F238E27FC236}">
                <a16:creationId xmlns:a16="http://schemas.microsoft.com/office/drawing/2014/main" id="{A116508E-676A-91B8-9CD1-C1BBDCAE202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242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0" name="Group 244">
            <a:extLst>
              <a:ext uri="{FF2B5EF4-FFF2-40B4-BE49-F238E27FC236}">
                <a16:creationId xmlns:a16="http://schemas.microsoft.com/office/drawing/2014/main" id="{AEFA7D0A-6F70-FDC6-9795-235E46BD0312}"/>
              </a:ext>
            </a:extLst>
          </p:cNvPr>
          <p:cNvGrpSpPr>
            <a:grpSpLocks/>
          </p:cNvGrpSpPr>
          <p:nvPr/>
        </p:nvGrpSpPr>
        <p:grpSpPr bwMode="auto">
          <a:xfrm>
            <a:off x="2917825" y="4384675"/>
            <a:ext cx="635000" cy="674688"/>
            <a:chOff x="1554" y="2205"/>
            <a:chExt cx="400" cy="425"/>
          </a:xfrm>
        </p:grpSpPr>
        <p:sp>
          <p:nvSpPr>
            <p:cNvPr id="480482" name="Rectangle 226">
              <a:extLst>
                <a:ext uri="{FF2B5EF4-FFF2-40B4-BE49-F238E27FC236}">
                  <a16:creationId xmlns:a16="http://schemas.microsoft.com/office/drawing/2014/main" id="{6AA5CED1-2091-2677-DAD6-837E79BE9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#2</a:t>
              </a:r>
            </a:p>
          </p:txBody>
        </p:sp>
        <p:pic>
          <p:nvPicPr>
            <p:cNvPr id="480484" name="Picture 228">
              <a:extLst>
                <a:ext uri="{FF2B5EF4-FFF2-40B4-BE49-F238E27FC236}">
                  <a16:creationId xmlns:a16="http://schemas.microsoft.com/office/drawing/2014/main" id="{32D7D25C-F863-102C-BE8F-47C7785FC3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6" name="Line 230">
            <a:extLst>
              <a:ext uri="{FF2B5EF4-FFF2-40B4-BE49-F238E27FC236}">
                <a16:creationId xmlns:a16="http://schemas.microsoft.com/office/drawing/2014/main" id="{F4695960-FF4E-A8B8-D1D3-0C0B78AA4D4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037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1" name="Group 245">
            <a:extLst>
              <a:ext uri="{FF2B5EF4-FFF2-40B4-BE49-F238E27FC236}">
                <a16:creationId xmlns:a16="http://schemas.microsoft.com/office/drawing/2014/main" id="{19CF6D63-3F0C-1A22-987B-487E780D5A2E}"/>
              </a:ext>
            </a:extLst>
          </p:cNvPr>
          <p:cNvGrpSpPr>
            <a:grpSpLocks/>
          </p:cNvGrpSpPr>
          <p:nvPr/>
        </p:nvGrpSpPr>
        <p:grpSpPr bwMode="auto">
          <a:xfrm>
            <a:off x="4027488" y="4384675"/>
            <a:ext cx="635000" cy="674688"/>
            <a:chOff x="2234" y="2205"/>
            <a:chExt cx="400" cy="425"/>
          </a:xfrm>
        </p:grpSpPr>
        <p:sp>
          <p:nvSpPr>
            <p:cNvPr id="480485" name="Rectangle 229">
              <a:extLst>
                <a:ext uri="{FF2B5EF4-FFF2-40B4-BE49-F238E27FC236}">
                  <a16:creationId xmlns:a16="http://schemas.microsoft.com/office/drawing/2014/main" id="{31FA6A9F-E269-8FB1-9C83-174B6CAF6C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3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#3</a:t>
              </a:r>
            </a:p>
          </p:txBody>
        </p:sp>
        <p:pic>
          <p:nvPicPr>
            <p:cNvPr id="480487" name="Picture 231">
              <a:extLst>
                <a:ext uri="{FF2B5EF4-FFF2-40B4-BE49-F238E27FC236}">
                  <a16:creationId xmlns:a16="http://schemas.microsoft.com/office/drawing/2014/main" id="{E8E15F21-1D52-6E5E-F674-F6F8E34DBF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9" name="Line 233">
            <a:extLst>
              <a:ext uri="{FF2B5EF4-FFF2-40B4-BE49-F238E27FC236}">
                <a16:creationId xmlns:a16="http://schemas.microsoft.com/office/drawing/2014/main" id="{13D519B1-4200-8866-5A9D-BA8122B9436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4813" y="4129088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2" name="Group 246">
            <a:extLst>
              <a:ext uri="{FF2B5EF4-FFF2-40B4-BE49-F238E27FC236}">
                <a16:creationId xmlns:a16="http://schemas.microsoft.com/office/drawing/2014/main" id="{0AEEA71D-9C8D-58AE-DDB7-26AAA2E73546}"/>
              </a:ext>
            </a:extLst>
          </p:cNvPr>
          <p:cNvGrpSpPr>
            <a:grpSpLocks/>
          </p:cNvGrpSpPr>
          <p:nvPr/>
        </p:nvGrpSpPr>
        <p:grpSpPr bwMode="auto">
          <a:xfrm>
            <a:off x="5138738" y="4384675"/>
            <a:ext cx="635000" cy="674688"/>
            <a:chOff x="2915" y="2160"/>
            <a:chExt cx="400" cy="425"/>
          </a:xfrm>
        </p:grpSpPr>
        <p:sp>
          <p:nvSpPr>
            <p:cNvPr id="480488" name="Rectangle 232">
              <a:extLst>
                <a:ext uri="{FF2B5EF4-FFF2-40B4-BE49-F238E27FC236}">
                  <a16:creationId xmlns:a16="http://schemas.microsoft.com/office/drawing/2014/main" id="{99927BF1-F224-96AD-EF28-7A908C567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#4</a:t>
              </a:r>
            </a:p>
          </p:txBody>
        </p:sp>
        <p:pic>
          <p:nvPicPr>
            <p:cNvPr id="480490" name="Picture 234">
              <a:extLst>
                <a:ext uri="{FF2B5EF4-FFF2-40B4-BE49-F238E27FC236}">
                  <a16:creationId xmlns:a16="http://schemas.microsoft.com/office/drawing/2014/main" id="{97924756-FDC9-7459-A8BF-08C8796D94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2" name="Line 236">
            <a:extLst>
              <a:ext uri="{FF2B5EF4-FFF2-40B4-BE49-F238E27FC236}">
                <a16:creationId xmlns:a16="http://schemas.microsoft.com/office/drawing/2014/main" id="{F97F505D-B09E-6040-E1DA-E785B0B4F7F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64313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3" name="Group 247">
            <a:extLst>
              <a:ext uri="{FF2B5EF4-FFF2-40B4-BE49-F238E27FC236}">
                <a16:creationId xmlns:a16="http://schemas.microsoft.com/office/drawing/2014/main" id="{AA151169-E0C8-F4CC-0174-DEE090531576}"/>
              </a:ext>
            </a:extLst>
          </p:cNvPr>
          <p:cNvGrpSpPr>
            <a:grpSpLocks/>
          </p:cNvGrpSpPr>
          <p:nvPr/>
        </p:nvGrpSpPr>
        <p:grpSpPr bwMode="auto">
          <a:xfrm>
            <a:off x="6248400" y="4384675"/>
            <a:ext cx="635000" cy="674688"/>
            <a:chOff x="3595" y="2205"/>
            <a:chExt cx="400" cy="425"/>
          </a:xfrm>
        </p:grpSpPr>
        <p:sp>
          <p:nvSpPr>
            <p:cNvPr id="480491" name="Rectangle 235">
              <a:extLst>
                <a:ext uri="{FF2B5EF4-FFF2-40B4-BE49-F238E27FC236}">
                  <a16:creationId xmlns:a16="http://schemas.microsoft.com/office/drawing/2014/main" id="{E1A2FC67-67F2-DA56-1545-C15FD969E2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5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#5</a:t>
              </a:r>
            </a:p>
          </p:txBody>
        </p:sp>
        <p:pic>
          <p:nvPicPr>
            <p:cNvPr id="480493" name="Picture 237">
              <a:extLst>
                <a:ext uri="{FF2B5EF4-FFF2-40B4-BE49-F238E27FC236}">
                  <a16:creationId xmlns:a16="http://schemas.microsoft.com/office/drawing/2014/main" id="{03C1F653-2AEF-67F8-7898-74D0A5594A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4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7" name="Line 241">
            <a:extLst>
              <a:ext uri="{FF2B5EF4-FFF2-40B4-BE49-F238E27FC236}">
                <a16:creationId xmlns:a16="http://schemas.microsoft.com/office/drawing/2014/main" id="{218504B8-C4AB-CBC0-B3A4-D9D137465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0613" y="3854450"/>
            <a:ext cx="0" cy="284163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98" name="Line 242">
            <a:extLst>
              <a:ext uri="{FF2B5EF4-FFF2-40B4-BE49-F238E27FC236}">
                <a16:creationId xmlns:a16="http://schemas.microsoft.com/office/drawing/2014/main" id="{32838406-AAA8-0BF3-6D07-F6D85F18B0F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63763" y="4124325"/>
            <a:ext cx="4410075" cy="190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5" name="Group 249">
            <a:extLst>
              <a:ext uri="{FF2B5EF4-FFF2-40B4-BE49-F238E27FC236}">
                <a16:creationId xmlns:a16="http://schemas.microsoft.com/office/drawing/2014/main" id="{9474B67C-C67B-6EF8-5349-68A7A71EF202}"/>
              </a:ext>
            </a:extLst>
          </p:cNvPr>
          <p:cNvGrpSpPr>
            <a:grpSpLocks/>
          </p:cNvGrpSpPr>
          <p:nvPr/>
        </p:nvGrpSpPr>
        <p:grpSpPr bwMode="auto">
          <a:xfrm>
            <a:off x="4616450" y="3187700"/>
            <a:ext cx="635000" cy="674688"/>
            <a:chOff x="2915" y="2160"/>
            <a:chExt cx="400" cy="425"/>
          </a:xfrm>
        </p:grpSpPr>
        <p:sp>
          <p:nvSpPr>
            <p:cNvPr id="480506" name="Rectangle 250">
              <a:extLst>
                <a:ext uri="{FF2B5EF4-FFF2-40B4-BE49-F238E27FC236}">
                  <a16:creationId xmlns:a16="http://schemas.microsoft.com/office/drawing/2014/main" id="{57BA7FC6-2947-5326-D512-766EF5062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Master PLC</a:t>
              </a:r>
            </a:p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(C/V PlC)</a:t>
              </a:r>
            </a:p>
          </p:txBody>
        </p:sp>
        <p:pic>
          <p:nvPicPr>
            <p:cNvPr id="480507" name="Picture 251">
              <a:extLst>
                <a:ext uri="{FF2B5EF4-FFF2-40B4-BE49-F238E27FC236}">
                  <a16:creationId xmlns:a16="http://schemas.microsoft.com/office/drawing/2014/main" id="{82FE602F-7DD0-0F58-38A7-51A6D6DC2F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08" name="Rectangle 252">
            <a:extLst>
              <a:ext uri="{FF2B5EF4-FFF2-40B4-BE49-F238E27FC236}">
                <a16:creationId xmlns:a16="http://schemas.microsoft.com/office/drawing/2014/main" id="{1CED6FDE-EA74-173E-9D36-B55327810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5163" y="147955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 PC</a:t>
            </a:r>
          </a:p>
        </p:txBody>
      </p:sp>
      <p:grpSp>
        <p:nvGrpSpPr>
          <p:cNvPr id="480515" name="Group 259">
            <a:extLst>
              <a:ext uri="{FF2B5EF4-FFF2-40B4-BE49-F238E27FC236}">
                <a16:creationId xmlns:a16="http://schemas.microsoft.com/office/drawing/2014/main" id="{C9C7134F-42ED-545D-E2A5-D12FA1130316}"/>
              </a:ext>
            </a:extLst>
          </p:cNvPr>
          <p:cNvGrpSpPr>
            <a:grpSpLocks/>
          </p:cNvGrpSpPr>
          <p:nvPr/>
        </p:nvGrpSpPr>
        <p:grpSpPr bwMode="auto">
          <a:xfrm>
            <a:off x="3421063" y="1766888"/>
            <a:ext cx="768350" cy="625475"/>
            <a:chOff x="-1119" y="1017"/>
            <a:chExt cx="739" cy="679"/>
          </a:xfrm>
        </p:grpSpPr>
        <p:graphicFrame>
          <p:nvGraphicFramePr>
            <p:cNvPr id="480516" name="Object 260">
              <a:extLst>
                <a:ext uri="{FF2B5EF4-FFF2-40B4-BE49-F238E27FC236}">
                  <a16:creationId xmlns:a16="http://schemas.microsoft.com/office/drawing/2014/main" id="{88DAE815-D08E-EFD1-8900-78BDB8C70F9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16" name="Object 260">
                          <a:extLst>
                            <a:ext uri="{FF2B5EF4-FFF2-40B4-BE49-F238E27FC236}">
                              <a16:creationId xmlns:a16="http://schemas.microsoft.com/office/drawing/2014/main" id="{88DAE815-D08E-EFD1-8900-78BDB8C70F9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17" name="Picture 261" descr="DLN Carte Gigabit Ethernet Fibre Multi 1000 base SX pour bus PCI">
              <a:extLst>
                <a:ext uri="{FF2B5EF4-FFF2-40B4-BE49-F238E27FC236}">
                  <a16:creationId xmlns:a16="http://schemas.microsoft.com/office/drawing/2014/main" id="{F615CB5F-6A4A-2324-DBA2-813C44A447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19" name="Line 263">
            <a:extLst>
              <a:ext uri="{FF2B5EF4-FFF2-40B4-BE49-F238E27FC236}">
                <a16:creationId xmlns:a16="http://schemas.microsoft.com/office/drawing/2014/main" id="{295B5D39-C79C-9DD0-F5B9-85F2CA76903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671763" y="2827338"/>
            <a:ext cx="4408487" cy="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0" name="Line 264">
            <a:extLst>
              <a:ext uri="{FF2B5EF4-FFF2-40B4-BE49-F238E27FC236}">
                <a16:creationId xmlns:a16="http://schemas.microsoft.com/office/drawing/2014/main" id="{7B0390FF-88CD-7512-8359-E7D1733214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84600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1" name="Line 265">
            <a:extLst>
              <a:ext uri="{FF2B5EF4-FFF2-40B4-BE49-F238E27FC236}">
                <a16:creationId xmlns:a16="http://schemas.microsoft.com/office/drawing/2014/main" id="{78B98512-723C-EAA6-7EAA-622EE048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3788" y="2827338"/>
            <a:ext cx="0" cy="360362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2" name="Rectangle 266">
            <a:extLst>
              <a:ext uri="{FF2B5EF4-FFF2-40B4-BE49-F238E27FC236}">
                <a16:creationId xmlns:a16="http://schemas.microsoft.com/office/drawing/2014/main" id="{87D6AF23-A265-540A-B533-D1A5A4151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3475" y="2611438"/>
            <a:ext cx="11191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  <p:sp>
        <p:nvSpPr>
          <p:cNvPr id="480523" name="Rectangle 267">
            <a:extLst>
              <a:ext uri="{FF2B5EF4-FFF2-40B4-BE49-F238E27FC236}">
                <a16:creationId xmlns:a16="http://schemas.microsoft.com/office/drawing/2014/main" id="{F81F2C54-840C-58AE-67F7-33A10BF87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88" y="146050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</a:p>
        </p:txBody>
      </p:sp>
      <p:grpSp>
        <p:nvGrpSpPr>
          <p:cNvPr id="480524" name="Group 268">
            <a:extLst>
              <a:ext uri="{FF2B5EF4-FFF2-40B4-BE49-F238E27FC236}">
                <a16:creationId xmlns:a16="http://schemas.microsoft.com/office/drawing/2014/main" id="{75D6C9A9-FE1F-21DE-3671-99D23C4C3FAF}"/>
              </a:ext>
            </a:extLst>
          </p:cNvPr>
          <p:cNvGrpSpPr>
            <a:grpSpLocks/>
          </p:cNvGrpSpPr>
          <p:nvPr/>
        </p:nvGrpSpPr>
        <p:grpSpPr bwMode="auto">
          <a:xfrm>
            <a:off x="5513388" y="1747838"/>
            <a:ext cx="768350" cy="625475"/>
            <a:chOff x="-1119" y="1017"/>
            <a:chExt cx="739" cy="679"/>
          </a:xfrm>
        </p:grpSpPr>
        <p:graphicFrame>
          <p:nvGraphicFramePr>
            <p:cNvPr id="480525" name="Object 269">
              <a:extLst>
                <a:ext uri="{FF2B5EF4-FFF2-40B4-BE49-F238E27FC236}">
                  <a16:creationId xmlns:a16="http://schemas.microsoft.com/office/drawing/2014/main" id="{8C3215E3-0549-29AC-C103-05A283BBD82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25" name="Object 269">
                          <a:extLst>
                            <a:ext uri="{FF2B5EF4-FFF2-40B4-BE49-F238E27FC236}">
                              <a16:creationId xmlns:a16="http://schemas.microsoft.com/office/drawing/2014/main" id="{8C3215E3-0549-29AC-C103-05A283BBD82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26" name="Picture 270" descr="DLN Carte Gigabit Ethernet Fibre Multi 1000 base SX pour bus PCI">
              <a:extLst>
                <a:ext uri="{FF2B5EF4-FFF2-40B4-BE49-F238E27FC236}">
                  <a16:creationId xmlns:a16="http://schemas.microsoft.com/office/drawing/2014/main" id="{0FD93B7E-EC1D-BE47-B8CD-C99581B22D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27" name="Line 271">
            <a:extLst>
              <a:ext uri="{FF2B5EF4-FFF2-40B4-BE49-F238E27FC236}">
                <a16:creationId xmlns:a16="http://schemas.microsoft.com/office/drawing/2014/main" id="{C8C9725F-4CC9-D027-8058-36E0B54889A7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5188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8" name="Rectangle 272">
            <a:extLst>
              <a:ext uri="{FF2B5EF4-FFF2-40B4-BE49-F238E27FC236}">
                <a16:creationId xmlns:a16="http://schemas.microsoft.com/office/drawing/2014/main" id="{57C201E4-FE33-3841-85EF-140B7807C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3835400"/>
            <a:ext cx="111918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314" name="Text Box 2">
            <a:extLst>
              <a:ext uri="{FF2B5EF4-FFF2-40B4-BE49-F238E27FC236}">
                <a16:creationId xmlns:a16="http://schemas.microsoft.com/office/drawing/2014/main" id="{BEE5FBC4-F963-CBF3-D597-F709FA95A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48456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(Common Rule)</a:t>
            </a:r>
          </a:p>
        </p:txBody>
      </p:sp>
      <p:sp>
        <p:nvSpPr>
          <p:cNvPr id="525315" name="Rectangle 3">
            <a:extLst>
              <a:ext uri="{FF2B5EF4-FFF2-40B4-BE49-F238E27FC236}">
                <a16:creationId xmlns:a16="http://schemas.microsoft.com/office/drawing/2014/main" id="{7271D321-5CCD-613A-8770-5FAB180F35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54" name="Rectangle 42">
            <a:extLst>
              <a:ext uri="{FF2B5EF4-FFF2-40B4-BE49-F238E27FC236}">
                <a16:creationId xmlns:a16="http://schemas.microsoft.com/office/drawing/2014/main" id="{BA277D7E-FFF8-2179-16B1-A3F289F83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</a:t>
            </a:r>
          </a:p>
        </p:txBody>
      </p:sp>
      <p:sp>
        <p:nvSpPr>
          <p:cNvPr id="525355" name="AutoShape 43">
            <a:extLst>
              <a:ext uri="{FF2B5EF4-FFF2-40B4-BE49-F238E27FC236}">
                <a16:creationId xmlns:a16="http://schemas.microsoft.com/office/drawing/2014/main" id="{C8982F9E-2F71-7BCB-BCBB-4FFC72E70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 PLC</a:t>
            </a:r>
          </a:p>
        </p:txBody>
      </p:sp>
      <p:sp>
        <p:nvSpPr>
          <p:cNvPr id="525356" name="Oval 44">
            <a:extLst>
              <a:ext uri="{FF2B5EF4-FFF2-40B4-BE49-F238E27FC236}">
                <a16:creationId xmlns:a16="http://schemas.microsoft.com/office/drawing/2014/main" id="{C3E43EA0-3CEE-0871-31AF-74AC87A7A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Trigger</a:t>
            </a:r>
          </a:p>
        </p:txBody>
      </p:sp>
      <p:sp>
        <p:nvSpPr>
          <p:cNvPr id="525357" name="Rectangle 45">
            <a:extLst>
              <a:ext uri="{FF2B5EF4-FFF2-40B4-BE49-F238E27FC236}">
                <a16:creationId xmlns:a16="http://schemas.microsoft.com/office/drawing/2014/main" id="{A6FF5094-D8C8-2E96-A9E5-BBD80B194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2733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Set</a:t>
            </a:r>
          </a:p>
        </p:txBody>
      </p:sp>
      <p:sp>
        <p:nvSpPr>
          <p:cNvPr id="525358" name="Rectangle 46">
            <a:extLst>
              <a:ext uri="{FF2B5EF4-FFF2-40B4-BE49-F238E27FC236}">
                <a16:creationId xmlns:a16="http://schemas.microsoft.com/office/drawing/2014/main" id="{5883DBB1-A4C9-BA46-6222-68EEAFAEF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Reset</a:t>
            </a:r>
          </a:p>
        </p:txBody>
      </p:sp>
      <p:sp>
        <p:nvSpPr>
          <p:cNvPr id="525359" name="Rectangle 47">
            <a:extLst>
              <a:ext uri="{FF2B5EF4-FFF2-40B4-BE49-F238E27FC236}">
                <a16:creationId xmlns:a16="http://schemas.microsoft.com/office/drawing/2014/main" id="{8F58943F-9A41-E53A-42C0-E694286F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 Read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 Read</a:t>
            </a:r>
          </a:p>
        </p:txBody>
      </p:sp>
      <p:sp>
        <p:nvSpPr>
          <p:cNvPr id="525360" name="AutoShape 48">
            <a:extLst>
              <a:ext uri="{FF2B5EF4-FFF2-40B4-BE49-F238E27FC236}">
                <a16:creationId xmlns:a16="http://schemas.microsoft.com/office/drawing/2014/main" id="{DDABA139-9FB1-716B-9825-25D93CD08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5361" name="Oval 49">
            <a:extLst>
              <a:ext uri="{FF2B5EF4-FFF2-40B4-BE49-F238E27FC236}">
                <a16:creationId xmlns:a16="http://schemas.microsoft.com/office/drawing/2014/main" id="{7B9B1542-94AE-E0DA-8359-BC4BE5496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Handler</a:t>
            </a:r>
          </a:p>
        </p:txBody>
      </p:sp>
      <p:sp>
        <p:nvSpPr>
          <p:cNvPr id="525362" name="Rectangle 50">
            <a:extLst>
              <a:ext uri="{FF2B5EF4-FFF2-40B4-BE49-F238E27FC236}">
                <a16:creationId xmlns:a16="http://schemas.microsoft.com/office/drawing/2014/main" id="{7FA4691F-D020-E985-920B-92606940F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Ack SET</a:t>
            </a:r>
          </a:p>
        </p:txBody>
      </p:sp>
      <p:sp>
        <p:nvSpPr>
          <p:cNvPr id="525363" name="Line 51">
            <a:extLst>
              <a:ext uri="{FF2B5EF4-FFF2-40B4-BE49-F238E27FC236}">
                <a16:creationId xmlns:a16="http://schemas.microsoft.com/office/drawing/2014/main" id="{8FDFC85F-60B9-B730-84F3-CD1500836DB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34163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4" name="Line 52">
            <a:extLst>
              <a:ext uri="{FF2B5EF4-FFF2-40B4-BE49-F238E27FC236}">
                <a16:creationId xmlns:a16="http://schemas.microsoft.com/office/drawing/2014/main" id="{9380A86C-6210-5358-0D87-1A6C1D7C2CD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26543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5" name="AutoShape 53">
            <a:extLst>
              <a:ext uri="{FF2B5EF4-FFF2-40B4-BE49-F238E27FC236}">
                <a16:creationId xmlns:a16="http://schemas.microsoft.com/office/drawing/2014/main" id="{7C43705D-6C8A-E064-0B29-8C7CE3BFCE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1971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Check</a:t>
            </a:r>
          </a:p>
        </p:txBody>
      </p:sp>
      <p:sp>
        <p:nvSpPr>
          <p:cNvPr id="525366" name="Line 54">
            <a:extLst>
              <a:ext uri="{FF2B5EF4-FFF2-40B4-BE49-F238E27FC236}">
                <a16:creationId xmlns:a16="http://schemas.microsoft.com/office/drawing/2014/main" id="{A8531972-FEF3-4848-1659-1E77312ED1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18161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7" name="Line 55">
            <a:extLst>
              <a:ext uri="{FF2B5EF4-FFF2-40B4-BE49-F238E27FC236}">
                <a16:creationId xmlns:a16="http://schemas.microsoft.com/office/drawing/2014/main" id="{87ABBE8A-1145-165A-DA82-C0A1601825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1438" y="18161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8" name="Line 56">
            <a:extLst>
              <a:ext uri="{FF2B5EF4-FFF2-40B4-BE49-F238E27FC236}">
                <a16:creationId xmlns:a16="http://schemas.microsoft.com/office/drawing/2014/main" id="{5561025D-BF6A-98C7-72FC-AD18C090A7AC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24257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9" name="Line 57">
            <a:extLst>
              <a:ext uri="{FF2B5EF4-FFF2-40B4-BE49-F238E27FC236}">
                <a16:creationId xmlns:a16="http://schemas.microsoft.com/office/drawing/2014/main" id="{EE6C7376-4CB2-7449-B858-F1CF24AE615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3111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0" name="Line 58">
            <a:extLst>
              <a:ext uri="{FF2B5EF4-FFF2-40B4-BE49-F238E27FC236}">
                <a16:creationId xmlns:a16="http://schemas.microsoft.com/office/drawing/2014/main" id="{C9C4D586-FFC3-FC2F-2F13-0911741C882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67238" y="3873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1" name="Line 59">
            <a:extLst>
              <a:ext uri="{FF2B5EF4-FFF2-40B4-BE49-F238E27FC236}">
                <a16:creationId xmlns:a16="http://schemas.microsoft.com/office/drawing/2014/main" id="{C817CD94-A7C8-7D38-AC12-07139E56812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3038" y="673100"/>
            <a:ext cx="0" cy="3810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2" name="Text Box 60">
            <a:extLst>
              <a:ext uri="{FF2B5EF4-FFF2-40B4-BE49-F238E27FC236}">
                <a16:creationId xmlns:a16="http://schemas.microsoft.com/office/drawing/2014/main" id="{E15D5C41-4842-B496-5795-7580C1610B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8838" y="4059238"/>
            <a:ext cx="119221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Event Reset</a:t>
            </a:r>
          </a:p>
        </p:txBody>
      </p:sp>
      <p:sp>
        <p:nvSpPr>
          <p:cNvPr id="525373" name="Rectangle 61">
            <a:extLst>
              <a:ext uri="{FF2B5EF4-FFF2-40B4-BE49-F238E27FC236}">
                <a16:creationId xmlns:a16="http://schemas.microsoft.com/office/drawing/2014/main" id="{FD054BD3-F046-B161-A5E4-363B10AB6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5815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4" name="Rectangle 62">
            <a:extLst>
              <a:ext uri="{FF2B5EF4-FFF2-40B4-BE49-F238E27FC236}">
                <a16:creationId xmlns:a16="http://schemas.microsoft.com/office/drawing/2014/main" id="{0955DD6C-7026-9AA2-E64A-3F53E0D70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5375" name="Rectangle 63">
            <a:extLst>
              <a:ext uri="{FF2B5EF4-FFF2-40B4-BE49-F238E27FC236}">
                <a16:creationId xmlns:a16="http://schemas.microsoft.com/office/drawing/2014/main" id="{41F31728-01B7-AB8B-56DB-ED11EBF7B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5275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6" name="Rectangle 64">
            <a:extLst>
              <a:ext uri="{FF2B5EF4-FFF2-40B4-BE49-F238E27FC236}">
                <a16:creationId xmlns:a16="http://schemas.microsoft.com/office/drawing/2014/main" id="{4B6005EF-B6E1-EBE0-66AC-831657554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2475" y="45815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7" name="Rectangle 65">
            <a:extLst>
              <a:ext uri="{FF2B5EF4-FFF2-40B4-BE49-F238E27FC236}">
                <a16:creationId xmlns:a16="http://schemas.microsoft.com/office/drawing/2014/main" id="{3236DE47-DA18-8776-725E-FD4824D2D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56483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Status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Read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 ACK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8" name="Rectangle 66">
            <a:extLst>
              <a:ext uri="{FF2B5EF4-FFF2-40B4-BE49-F238E27FC236}">
                <a16:creationId xmlns:a16="http://schemas.microsoft.com/office/drawing/2014/main" id="{1114CC01-988B-A7AC-B071-0CE185385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5379" name="Rectangle 67">
            <a:extLst>
              <a:ext uri="{FF2B5EF4-FFF2-40B4-BE49-F238E27FC236}">
                <a16:creationId xmlns:a16="http://schemas.microsoft.com/office/drawing/2014/main" id="{316140D1-29D7-7EFC-0AE8-EE4D5E4B1F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68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0" name="Rectangle 68">
            <a:extLst>
              <a:ext uri="{FF2B5EF4-FFF2-40B4-BE49-F238E27FC236}">
                <a16:creationId xmlns:a16="http://schemas.microsoft.com/office/drawing/2014/main" id="{042346AC-A6AE-702E-7304-381FF7DE8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4063" y="5648325"/>
            <a:ext cx="3579812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1" name="Line 69">
            <a:extLst>
              <a:ext uri="{FF2B5EF4-FFF2-40B4-BE49-F238E27FC236}">
                <a16:creationId xmlns:a16="http://schemas.microsoft.com/office/drawing/2014/main" id="{9196879B-F976-48C8-98D1-BA6AB264571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1911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2" name="Line 70">
            <a:extLst>
              <a:ext uri="{FF2B5EF4-FFF2-40B4-BE49-F238E27FC236}">
                <a16:creationId xmlns:a16="http://schemas.microsoft.com/office/drawing/2014/main" id="{F3CD8FD8-E98D-FD7E-5575-8C7AA7F01E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3" name="Line 71">
            <a:extLst>
              <a:ext uri="{FF2B5EF4-FFF2-40B4-BE49-F238E27FC236}">
                <a16:creationId xmlns:a16="http://schemas.microsoft.com/office/drawing/2014/main" id="{6A892AC0-5A9C-E35D-D03B-C300CD1A5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4" name="Line 72">
            <a:extLst>
              <a:ext uri="{FF2B5EF4-FFF2-40B4-BE49-F238E27FC236}">
                <a16:creationId xmlns:a16="http://schemas.microsoft.com/office/drawing/2014/main" id="{4AEA6419-EB4C-F65C-B057-9985322D2D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8769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5" name="Line 73">
            <a:extLst>
              <a:ext uri="{FF2B5EF4-FFF2-40B4-BE49-F238E27FC236}">
                <a16:creationId xmlns:a16="http://schemas.microsoft.com/office/drawing/2014/main" id="{00552744-73DC-28F0-25E0-7D7BC1C36C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6" name="Line 74">
            <a:extLst>
              <a:ext uri="{FF2B5EF4-FFF2-40B4-BE49-F238E27FC236}">
                <a16:creationId xmlns:a16="http://schemas.microsoft.com/office/drawing/2014/main" id="{9B135832-3157-07E9-524C-EBF8D42912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191125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7" name="Line 75">
            <a:extLst>
              <a:ext uri="{FF2B5EF4-FFF2-40B4-BE49-F238E27FC236}">
                <a16:creationId xmlns:a16="http://schemas.microsoft.com/office/drawing/2014/main" id="{B36EA38C-0007-84D7-EF01-BC743E096F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724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8" name="Line 76">
            <a:extLst>
              <a:ext uri="{FF2B5EF4-FFF2-40B4-BE49-F238E27FC236}">
                <a16:creationId xmlns:a16="http://schemas.microsoft.com/office/drawing/2014/main" id="{8BCE9C58-E520-8E6A-5047-78B7068E7B1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1828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9" name="Line 77">
            <a:extLst>
              <a:ext uri="{FF2B5EF4-FFF2-40B4-BE49-F238E27FC236}">
                <a16:creationId xmlns:a16="http://schemas.microsoft.com/office/drawing/2014/main" id="{F39D942C-B65C-DFC1-5999-946A5DFECCB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63341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0" name="Line 78">
            <a:extLst>
              <a:ext uri="{FF2B5EF4-FFF2-40B4-BE49-F238E27FC236}">
                <a16:creationId xmlns:a16="http://schemas.microsoft.com/office/drawing/2014/main" id="{9BCB26F4-F7B1-0979-B2F9-0FF3E9564D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9875" y="61817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1" name="Line 79">
            <a:extLst>
              <a:ext uri="{FF2B5EF4-FFF2-40B4-BE49-F238E27FC236}">
                <a16:creationId xmlns:a16="http://schemas.microsoft.com/office/drawing/2014/main" id="{D7F37AB8-06E0-694C-CA91-511DAF73A34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9875" y="61817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2" name="Line 80">
            <a:extLst>
              <a:ext uri="{FF2B5EF4-FFF2-40B4-BE49-F238E27FC236}">
                <a16:creationId xmlns:a16="http://schemas.microsoft.com/office/drawing/2014/main" id="{22646FDB-6889-83E9-B5FD-E3FF579238E4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1817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3" name="Line 81">
            <a:extLst>
              <a:ext uri="{FF2B5EF4-FFF2-40B4-BE49-F238E27FC236}">
                <a16:creationId xmlns:a16="http://schemas.microsoft.com/office/drawing/2014/main" id="{8BDF0736-17C5-6C34-44D5-B97F769640B5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334125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4" name="Line 82">
            <a:extLst>
              <a:ext uri="{FF2B5EF4-FFF2-40B4-BE49-F238E27FC236}">
                <a16:creationId xmlns:a16="http://schemas.microsoft.com/office/drawing/2014/main" id="{5CD36B1E-9395-CA8D-03F7-6F3C50F75A8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5" name="Line 83">
            <a:extLst>
              <a:ext uri="{FF2B5EF4-FFF2-40B4-BE49-F238E27FC236}">
                <a16:creationId xmlns:a16="http://schemas.microsoft.com/office/drawing/2014/main" id="{5D9045F7-617D-CD1C-EDAF-55D650AFF0B2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27813" y="5876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6" name="Line 84">
            <a:extLst>
              <a:ext uri="{FF2B5EF4-FFF2-40B4-BE49-F238E27FC236}">
                <a16:creationId xmlns:a16="http://schemas.microsoft.com/office/drawing/2014/main" id="{EE388297-DE0C-AF43-9989-4C867FD6E56A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189538"/>
            <a:ext cx="3175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7" name="Line 85">
            <a:extLst>
              <a:ext uri="{FF2B5EF4-FFF2-40B4-BE49-F238E27FC236}">
                <a16:creationId xmlns:a16="http://schemas.microsoft.com/office/drawing/2014/main" id="{1962E68A-2FED-C6FF-DACE-99427DFCB6C4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8" name="Line 86">
            <a:extLst>
              <a:ext uri="{FF2B5EF4-FFF2-40B4-BE49-F238E27FC236}">
                <a16:creationId xmlns:a16="http://schemas.microsoft.com/office/drawing/2014/main" id="{65D66A5A-4CC8-B3E9-A4AB-888AE23A55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9" name="Line 87">
            <a:extLst>
              <a:ext uri="{FF2B5EF4-FFF2-40B4-BE49-F238E27FC236}">
                <a16:creationId xmlns:a16="http://schemas.microsoft.com/office/drawing/2014/main" id="{B3655822-071D-1C39-E0CB-901364248387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0" name="Line 88">
            <a:extLst>
              <a:ext uri="{FF2B5EF4-FFF2-40B4-BE49-F238E27FC236}">
                <a16:creationId xmlns:a16="http://schemas.microsoft.com/office/drawing/2014/main" id="{A36312FA-BFBD-2B73-8E45-2B6C27E85B90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5343525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1" name="Line 89">
            <a:extLst>
              <a:ext uri="{FF2B5EF4-FFF2-40B4-BE49-F238E27FC236}">
                <a16:creationId xmlns:a16="http://schemas.microsoft.com/office/drawing/2014/main" id="{5D35965F-A723-0B4C-4F5A-BABFAC96B135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60293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2" name="Line 90">
            <a:extLst>
              <a:ext uri="{FF2B5EF4-FFF2-40B4-BE49-F238E27FC236}">
                <a16:creationId xmlns:a16="http://schemas.microsoft.com/office/drawing/2014/main" id="{A2782D0D-1E15-BC04-6C0A-3B20C84FE510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762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3" name="AutoShape 91">
            <a:extLst>
              <a:ext uri="{FF2B5EF4-FFF2-40B4-BE49-F238E27FC236}">
                <a16:creationId xmlns:a16="http://schemas.microsoft.com/office/drawing/2014/main" id="{E96388AA-D2CC-323A-ABCE-7AB162A38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75" y="5724525"/>
            <a:ext cx="1219200" cy="304800"/>
          </a:xfrm>
          <a:prstGeom prst="hexagon">
            <a:avLst>
              <a:gd name="adj" fmla="val 62500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5404" name="Rectangle 92">
            <a:extLst>
              <a:ext uri="{FF2B5EF4-FFF2-40B4-BE49-F238E27FC236}">
                <a16:creationId xmlns:a16="http://schemas.microsoft.com/office/drawing/2014/main" id="{B6A745F2-7527-5FA3-A5E6-8FFE69951C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3275" y="59102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338" name="Text Box 2">
            <a:extLst>
              <a:ext uri="{FF2B5EF4-FFF2-40B4-BE49-F238E27FC236}">
                <a16:creationId xmlns:a16="http://schemas.microsoft.com/office/drawing/2014/main" id="{61335332-0869-85A3-1C57-EE8AF8CFF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1052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</a:t>
            </a:r>
            <a:r>
              <a:rPr lang="en-US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Set/Reset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26339" name="Rectangle 3">
            <a:extLst>
              <a:ext uri="{FF2B5EF4-FFF2-40B4-BE49-F238E27FC236}">
                <a16:creationId xmlns:a16="http://schemas.microsoft.com/office/drawing/2014/main" id="{55E4865C-813A-099F-E801-4B63131E6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391" name="Rectangle 55">
            <a:extLst>
              <a:ext uri="{FF2B5EF4-FFF2-40B4-BE49-F238E27FC236}">
                <a16:creationId xmlns:a16="http://schemas.microsoft.com/office/drawing/2014/main" id="{552EDAC9-8AF4-F14C-67C4-DC99EBF0E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 Write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 Write</a:t>
            </a:r>
          </a:p>
        </p:txBody>
      </p:sp>
      <p:sp>
        <p:nvSpPr>
          <p:cNvPr id="526392" name="Oval 56">
            <a:extLst>
              <a:ext uri="{FF2B5EF4-FFF2-40B4-BE49-F238E27FC236}">
                <a16:creationId xmlns:a16="http://schemas.microsoft.com/office/drawing/2014/main" id="{AA61ADD0-E360-E5A4-7C12-008E5A63E8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Trigger</a:t>
            </a:r>
          </a:p>
        </p:txBody>
      </p:sp>
      <p:sp>
        <p:nvSpPr>
          <p:cNvPr id="526393" name="Rectangle 57">
            <a:extLst>
              <a:ext uri="{FF2B5EF4-FFF2-40B4-BE49-F238E27FC236}">
                <a16:creationId xmlns:a16="http://schemas.microsoft.com/office/drawing/2014/main" id="{4825B555-5E08-D46D-AD83-ACE2C0D18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2639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Set</a:t>
            </a:r>
          </a:p>
        </p:txBody>
      </p:sp>
      <p:sp>
        <p:nvSpPr>
          <p:cNvPr id="526396" name="Oval 60">
            <a:extLst>
              <a:ext uri="{FF2B5EF4-FFF2-40B4-BE49-F238E27FC236}">
                <a16:creationId xmlns:a16="http://schemas.microsoft.com/office/drawing/2014/main" id="{6A1C895F-232D-8A79-2533-5C07200E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Handler</a:t>
            </a:r>
          </a:p>
        </p:txBody>
      </p:sp>
      <p:sp>
        <p:nvSpPr>
          <p:cNvPr id="526397" name="Rectangle 61">
            <a:extLst>
              <a:ext uri="{FF2B5EF4-FFF2-40B4-BE49-F238E27FC236}">
                <a16:creationId xmlns:a16="http://schemas.microsoft.com/office/drawing/2014/main" id="{E21B0007-797B-E3D3-B2C5-D40708FA0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</a:t>
            </a:r>
          </a:p>
        </p:txBody>
      </p:sp>
      <p:sp>
        <p:nvSpPr>
          <p:cNvPr id="526398" name="AutoShape 62">
            <a:extLst>
              <a:ext uri="{FF2B5EF4-FFF2-40B4-BE49-F238E27FC236}">
                <a16:creationId xmlns:a16="http://schemas.microsoft.com/office/drawing/2014/main" id="{1BD1C052-0CF1-ABB9-22A2-2C8100E84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1877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Check</a:t>
            </a:r>
          </a:p>
        </p:txBody>
      </p:sp>
      <p:sp>
        <p:nvSpPr>
          <p:cNvPr id="526399" name="Rectangle 63">
            <a:extLst>
              <a:ext uri="{FF2B5EF4-FFF2-40B4-BE49-F238E27FC236}">
                <a16:creationId xmlns:a16="http://schemas.microsoft.com/office/drawing/2014/main" id="{BF54531E-BBE2-F5A3-8EAC-CBDB8942C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Reset</a:t>
            </a:r>
          </a:p>
        </p:txBody>
      </p:sp>
      <p:sp>
        <p:nvSpPr>
          <p:cNvPr id="526403" name="Rectangle 67">
            <a:extLst>
              <a:ext uri="{FF2B5EF4-FFF2-40B4-BE49-F238E27FC236}">
                <a16:creationId xmlns:a16="http://schemas.microsoft.com/office/drawing/2014/main" id="{2A6C26B4-65C7-48A6-214F-4D7070A6B9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895475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Enable</a:t>
            </a:r>
          </a:p>
        </p:txBody>
      </p:sp>
      <p:sp>
        <p:nvSpPr>
          <p:cNvPr id="526404" name="AutoShape 68">
            <a:extLst>
              <a:ext uri="{FF2B5EF4-FFF2-40B4-BE49-F238E27FC236}">
                <a16:creationId xmlns:a16="http://schemas.microsoft.com/office/drawing/2014/main" id="{62D2C7CE-86BF-7DB0-1780-4AE79814B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M-PLC</a:t>
            </a:r>
          </a:p>
        </p:txBody>
      </p:sp>
      <p:sp>
        <p:nvSpPr>
          <p:cNvPr id="526405" name="AutoShape 69">
            <a:extLst>
              <a:ext uri="{FF2B5EF4-FFF2-40B4-BE49-F238E27FC236}">
                <a16:creationId xmlns:a16="http://schemas.microsoft.com/office/drawing/2014/main" id="{ECFE7904-5217-1EEC-30D6-5E35932E00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6406" name="Line 70">
            <a:extLst>
              <a:ext uri="{FF2B5EF4-FFF2-40B4-BE49-F238E27FC236}">
                <a16:creationId xmlns:a16="http://schemas.microsoft.com/office/drawing/2014/main" id="{3AAC3DE2-7853-FED2-1128-ED84BDBC6A1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11763" y="739775"/>
            <a:ext cx="34925" cy="36718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07" name="Rectangle 71">
            <a:extLst>
              <a:ext uri="{FF2B5EF4-FFF2-40B4-BE49-F238E27FC236}">
                <a16:creationId xmlns:a16="http://schemas.microsoft.com/office/drawing/2014/main" id="{F9678FE8-A9AD-8449-1A0F-BB7CA5CE8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4150" y="4556125"/>
            <a:ext cx="1525588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Enable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Start/End</a:t>
            </a:r>
          </a:p>
        </p:txBody>
      </p:sp>
      <p:sp>
        <p:nvSpPr>
          <p:cNvPr id="526408" name="Rectangle 72">
            <a:extLst>
              <a:ext uri="{FF2B5EF4-FFF2-40B4-BE49-F238E27FC236}">
                <a16:creationId xmlns:a16="http://schemas.microsoft.com/office/drawing/2014/main" id="{AFF6DA6E-69BF-4E84-D944-FB43190A5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218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6409" name="Rectangle 73">
            <a:extLst>
              <a:ext uri="{FF2B5EF4-FFF2-40B4-BE49-F238E27FC236}">
                <a16:creationId xmlns:a16="http://schemas.microsoft.com/office/drawing/2014/main" id="{74CF76F2-54D0-6ED4-0FC5-B882D12C6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973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0" name="Rectangle 74">
            <a:extLst>
              <a:ext uri="{FF2B5EF4-FFF2-40B4-BE49-F238E27FC236}">
                <a16:creationId xmlns:a16="http://schemas.microsoft.com/office/drawing/2014/main" id="{69DB5BF7-0642-3252-E6A1-DD18012A1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45561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1" name="Rectangle 75">
            <a:extLst>
              <a:ext uri="{FF2B5EF4-FFF2-40B4-BE49-F238E27FC236}">
                <a16:creationId xmlns:a16="http://schemas.microsoft.com/office/drawing/2014/main" id="{75099C91-9E58-CDDD-A884-25B0D5F0B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0" y="5622925"/>
            <a:ext cx="1533525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Write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Strobe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6412" name="Rectangle 76">
            <a:extLst>
              <a:ext uri="{FF2B5EF4-FFF2-40B4-BE49-F238E27FC236}">
                <a16:creationId xmlns:a16="http://schemas.microsoft.com/office/drawing/2014/main" id="{1E94BFB0-EE95-8221-3A81-AC0BC504E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0600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6413" name="Rectangle 77">
            <a:extLst>
              <a:ext uri="{FF2B5EF4-FFF2-40B4-BE49-F238E27FC236}">
                <a16:creationId xmlns:a16="http://schemas.microsoft.com/office/drawing/2014/main" id="{50462E4B-0AA1-3E54-8EA5-85A21D3F3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1325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4" name="Rectangle 78">
            <a:extLst>
              <a:ext uri="{FF2B5EF4-FFF2-40B4-BE49-F238E27FC236}">
                <a16:creationId xmlns:a16="http://schemas.microsoft.com/office/drawing/2014/main" id="{D66F42A2-90C7-2B60-42B2-A91DF58A5B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525" y="5622925"/>
            <a:ext cx="3579813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5" name="Line 79">
            <a:extLst>
              <a:ext uri="{FF2B5EF4-FFF2-40B4-BE49-F238E27FC236}">
                <a16:creationId xmlns:a16="http://schemas.microsoft.com/office/drawing/2014/main" id="{32F24929-0FBC-B060-93B1-BC8CD8C12C2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8515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6" name="Line 80">
            <a:extLst>
              <a:ext uri="{FF2B5EF4-FFF2-40B4-BE49-F238E27FC236}">
                <a16:creationId xmlns:a16="http://schemas.microsoft.com/office/drawing/2014/main" id="{CD19955D-2F37-5620-CBDC-610C9046AD94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7" name="Line 81">
            <a:extLst>
              <a:ext uri="{FF2B5EF4-FFF2-40B4-BE49-F238E27FC236}">
                <a16:creationId xmlns:a16="http://schemas.microsoft.com/office/drawing/2014/main" id="{E442C45E-EDC5-B7BA-3F73-E684B5F6F30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6308725"/>
            <a:ext cx="1752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8" name="Line 82">
            <a:extLst>
              <a:ext uri="{FF2B5EF4-FFF2-40B4-BE49-F238E27FC236}">
                <a16:creationId xmlns:a16="http://schemas.microsoft.com/office/drawing/2014/main" id="{441B862A-1A23-39DD-5810-4D02B673C37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59538" y="61563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9" name="Line 83">
            <a:extLst>
              <a:ext uri="{FF2B5EF4-FFF2-40B4-BE49-F238E27FC236}">
                <a16:creationId xmlns:a16="http://schemas.microsoft.com/office/drawing/2014/main" id="{2AFEC207-DF0B-ACD0-9EDE-6E78BF964B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9538" y="6156325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0" name="Line 84">
            <a:extLst>
              <a:ext uri="{FF2B5EF4-FFF2-40B4-BE49-F238E27FC236}">
                <a16:creationId xmlns:a16="http://schemas.microsoft.com/office/drawing/2014/main" id="{5170D48E-FE63-1F86-BE64-B53C5C0AE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3087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1" name="Line 85">
            <a:extLst>
              <a:ext uri="{FF2B5EF4-FFF2-40B4-BE49-F238E27FC236}">
                <a16:creationId xmlns:a16="http://schemas.microsoft.com/office/drawing/2014/main" id="{F912A352-83B2-688B-1672-16756F2D52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2" name="Line 86">
            <a:extLst>
              <a:ext uri="{FF2B5EF4-FFF2-40B4-BE49-F238E27FC236}">
                <a16:creationId xmlns:a16="http://schemas.microsoft.com/office/drawing/2014/main" id="{F57AEAC9-EACA-4BF6-B184-7E1BF6763DB8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467475" y="5851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3" name="Line 87">
            <a:extLst>
              <a:ext uri="{FF2B5EF4-FFF2-40B4-BE49-F238E27FC236}">
                <a16:creationId xmlns:a16="http://schemas.microsoft.com/office/drawing/2014/main" id="{234F481A-9ADD-B5BD-9866-03D4102FF59F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07175" y="5392738"/>
            <a:ext cx="6350" cy="450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4" name="Line 88">
            <a:extLst>
              <a:ext uri="{FF2B5EF4-FFF2-40B4-BE49-F238E27FC236}">
                <a16:creationId xmlns:a16="http://schemas.microsoft.com/office/drawing/2014/main" id="{62E69435-85EE-F267-923E-8CF07F4942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1938" y="5241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5" name="AutoShape 89">
            <a:extLst>
              <a:ext uri="{FF2B5EF4-FFF2-40B4-BE49-F238E27FC236}">
                <a16:creationId xmlns:a16="http://schemas.microsoft.com/office/drawing/2014/main" id="{076B4F6C-8FA2-224D-9719-5E4E070FD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0338" y="5699125"/>
            <a:ext cx="914400" cy="304800"/>
          </a:xfrm>
          <a:prstGeom prst="hexagon">
            <a:avLst>
              <a:gd name="adj" fmla="val 46875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6426" name="AutoShape 90">
            <a:extLst>
              <a:ext uri="{FF2B5EF4-FFF2-40B4-BE49-F238E27FC236}">
                <a16:creationId xmlns:a16="http://schemas.microsoft.com/office/drawing/2014/main" id="{F74537ED-34D6-2059-9FA4-F8FF6F6EF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819275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Enable Check</a:t>
            </a:r>
          </a:p>
        </p:txBody>
      </p:sp>
      <p:sp>
        <p:nvSpPr>
          <p:cNvPr id="526428" name="Rectangle 92">
            <a:extLst>
              <a:ext uri="{FF2B5EF4-FFF2-40B4-BE49-F238E27FC236}">
                <a16:creationId xmlns:a16="http://schemas.microsoft.com/office/drawing/2014/main" id="{A9757517-FF2E-20C2-08CF-8C42E55D4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Start</a:t>
            </a:r>
          </a:p>
        </p:txBody>
      </p:sp>
      <p:sp>
        <p:nvSpPr>
          <p:cNvPr id="526431" name="Line 95">
            <a:extLst>
              <a:ext uri="{FF2B5EF4-FFF2-40B4-BE49-F238E27FC236}">
                <a16:creationId xmlns:a16="http://schemas.microsoft.com/office/drawing/2014/main" id="{737299E1-BEA4-36FB-8A82-5C4E45561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4784725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2" name="Line 96">
            <a:extLst>
              <a:ext uri="{FF2B5EF4-FFF2-40B4-BE49-F238E27FC236}">
                <a16:creationId xmlns:a16="http://schemas.microsoft.com/office/drawing/2014/main" id="{7C13F1DC-2450-8660-7A7B-894844CF453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4784725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3" name="Line 97">
            <a:extLst>
              <a:ext uri="{FF2B5EF4-FFF2-40B4-BE49-F238E27FC236}">
                <a16:creationId xmlns:a16="http://schemas.microsoft.com/office/drawing/2014/main" id="{74F91AA3-3784-17BC-A2AB-A1B8107DD37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56991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4" name="Line 98">
            <a:extLst>
              <a:ext uri="{FF2B5EF4-FFF2-40B4-BE49-F238E27FC236}">
                <a16:creationId xmlns:a16="http://schemas.microsoft.com/office/drawing/2014/main" id="{BD60FCA3-9F2C-7F92-49D0-3B5873276AD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2419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5" name="Line 99">
            <a:extLst>
              <a:ext uri="{FF2B5EF4-FFF2-40B4-BE49-F238E27FC236}">
                <a16:creationId xmlns:a16="http://schemas.microsoft.com/office/drawing/2014/main" id="{C1675E71-5570-5EE0-489C-FCF4630B37CC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6" name="Line 100">
            <a:extLst>
              <a:ext uri="{FF2B5EF4-FFF2-40B4-BE49-F238E27FC236}">
                <a16:creationId xmlns:a16="http://schemas.microsoft.com/office/drawing/2014/main" id="{44F0CEFE-9437-039B-93B4-B1C528D07E3B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7" name="Line 101">
            <a:extLst>
              <a:ext uri="{FF2B5EF4-FFF2-40B4-BE49-F238E27FC236}">
                <a16:creationId xmlns:a16="http://schemas.microsoft.com/office/drawing/2014/main" id="{4AADD432-9931-F928-EDF9-F2AD7BAA93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5241925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8" name="Line 102">
            <a:extLst>
              <a:ext uri="{FF2B5EF4-FFF2-40B4-BE49-F238E27FC236}">
                <a16:creationId xmlns:a16="http://schemas.microsoft.com/office/drawing/2014/main" id="{FA437D6E-400F-5605-0172-A757CBFCF4D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6003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9" name="Line 103">
            <a:extLst>
              <a:ext uri="{FF2B5EF4-FFF2-40B4-BE49-F238E27FC236}">
                <a16:creationId xmlns:a16="http://schemas.microsoft.com/office/drawing/2014/main" id="{A4B0AFB1-3B59-AD0E-61E9-C0A3B5EC9D8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0" name="Line 104">
            <a:extLst>
              <a:ext uri="{FF2B5EF4-FFF2-40B4-BE49-F238E27FC236}">
                <a16:creationId xmlns:a16="http://schemas.microsoft.com/office/drawing/2014/main" id="{FC45F83E-4FB5-10C2-6FBB-48BFC45206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9371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1" name="Line 105">
            <a:extLst>
              <a:ext uri="{FF2B5EF4-FFF2-40B4-BE49-F238E27FC236}">
                <a16:creationId xmlns:a16="http://schemas.microsoft.com/office/drawing/2014/main" id="{28B2B627-E104-6045-8F0A-FFC5E70A0E8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4338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2" name="Line 106">
            <a:extLst>
              <a:ext uri="{FF2B5EF4-FFF2-40B4-BE49-F238E27FC236}">
                <a16:creationId xmlns:a16="http://schemas.microsoft.com/office/drawing/2014/main" id="{43E48476-B6E9-FE72-01DD-38EF5E9D4546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241925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3" name="Line 107">
            <a:extLst>
              <a:ext uri="{FF2B5EF4-FFF2-40B4-BE49-F238E27FC236}">
                <a16:creationId xmlns:a16="http://schemas.microsoft.com/office/drawing/2014/main" id="{ADAE6C80-831F-3FE6-AF8F-A3157A4F7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4" name="Line 108">
            <a:extLst>
              <a:ext uri="{FF2B5EF4-FFF2-40B4-BE49-F238E27FC236}">
                <a16:creationId xmlns:a16="http://schemas.microsoft.com/office/drawing/2014/main" id="{BF99980A-EC02-5879-27EC-4AB8FADB2746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9738" y="47847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6" name="Text Box 110">
            <a:extLst>
              <a:ext uri="{FF2B5EF4-FFF2-40B4-BE49-F238E27FC236}">
                <a16:creationId xmlns:a16="http://schemas.microsoft.com/office/drawing/2014/main" id="{B2C6A965-1CF4-4F2E-CCD8-9E0604D7B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3900" y="3870325"/>
            <a:ext cx="11223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Cmd Start</a:t>
            </a:r>
          </a:p>
        </p:txBody>
      </p:sp>
      <p:sp>
        <p:nvSpPr>
          <p:cNvPr id="526447" name="Line 111">
            <a:extLst>
              <a:ext uri="{FF2B5EF4-FFF2-40B4-BE49-F238E27FC236}">
                <a16:creationId xmlns:a16="http://schemas.microsoft.com/office/drawing/2014/main" id="{7B12633C-EE95-FD5E-CE96-6161B25141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8" name="Line 112">
            <a:extLst>
              <a:ext uri="{FF2B5EF4-FFF2-40B4-BE49-F238E27FC236}">
                <a16:creationId xmlns:a16="http://schemas.microsoft.com/office/drawing/2014/main" id="{A59B7149-651D-AB06-0B53-FE2F119B8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1563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9" name="Line 113">
            <a:extLst>
              <a:ext uri="{FF2B5EF4-FFF2-40B4-BE49-F238E27FC236}">
                <a16:creationId xmlns:a16="http://schemas.microsoft.com/office/drawing/2014/main" id="{1FB6EEE6-4A4E-4191-EA2B-50FFC2809FF9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2750" y="4937125"/>
            <a:ext cx="1588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0" name="Line 114">
            <a:extLst>
              <a:ext uri="{FF2B5EF4-FFF2-40B4-BE49-F238E27FC236}">
                <a16:creationId xmlns:a16="http://schemas.microsoft.com/office/drawing/2014/main" id="{2C1F44BC-0080-EA66-C33A-B0862896781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61325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1" name="Line 115">
            <a:extLst>
              <a:ext uri="{FF2B5EF4-FFF2-40B4-BE49-F238E27FC236}">
                <a16:creationId xmlns:a16="http://schemas.microsoft.com/office/drawing/2014/main" id="{96343445-D9D5-A3E0-F710-B6ED23B41056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8925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2" name="Line 116">
            <a:extLst>
              <a:ext uri="{FF2B5EF4-FFF2-40B4-BE49-F238E27FC236}">
                <a16:creationId xmlns:a16="http://schemas.microsoft.com/office/drawing/2014/main" id="{E6D65223-0D97-32F6-F498-E3E3BE000D4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7338" y="49371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3" name="Rectangle 117">
            <a:extLst>
              <a:ext uri="{FF2B5EF4-FFF2-40B4-BE49-F238E27FC236}">
                <a16:creationId xmlns:a16="http://schemas.microsoft.com/office/drawing/2014/main" id="{1AAE39D3-DF22-B3EF-26D5-278702347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338" y="58848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  <p:cxnSp>
        <p:nvCxnSpPr>
          <p:cNvPr id="526454" name="AutoShape 118">
            <a:extLst>
              <a:ext uri="{FF2B5EF4-FFF2-40B4-BE49-F238E27FC236}">
                <a16:creationId xmlns:a16="http://schemas.microsoft.com/office/drawing/2014/main" id="{9332A222-57A6-2B2A-588A-3207AC114369}"/>
              </a:ext>
            </a:extLst>
          </p:cNvPr>
          <p:cNvCxnSpPr>
            <a:cxnSpLocks noChangeShapeType="1"/>
            <a:stCxn id="526396" idx="4"/>
            <a:endCxn id="526403" idx="0"/>
          </p:cNvCxnSpPr>
          <p:nvPr/>
        </p:nvCxnSpPr>
        <p:spPr bwMode="auto">
          <a:xfrm>
            <a:off x="3763963" y="17049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5" name="AutoShape 119">
            <a:extLst>
              <a:ext uri="{FF2B5EF4-FFF2-40B4-BE49-F238E27FC236}">
                <a16:creationId xmlns:a16="http://schemas.microsoft.com/office/drawing/2014/main" id="{9C285781-E03F-127A-7559-BC825C8022B5}"/>
              </a:ext>
            </a:extLst>
          </p:cNvPr>
          <p:cNvCxnSpPr>
            <a:cxnSpLocks noChangeShapeType="1"/>
            <a:stCxn id="526392" idx="4"/>
            <a:endCxn id="526426" idx="0"/>
          </p:cNvCxnSpPr>
          <p:nvPr/>
        </p:nvCxnSpPr>
        <p:spPr bwMode="auto">
          <a:xfrm>
            <a:off x="6430963" y="1704975"/>
            <a:ext cx="0" cy="1143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6" name="AutoShape 120">
            <a:extLst>
              <a:ext uri="{FF2B5EF4-FFF2-40B4-BE49-F238E27FC236}">
                <a16:creationId xmlns:a16="http://schemas.microsoft.com/office/drawing/2014/main" id="{EC40D708-C48F-E9F5-A854-481F0A8A46CF}"/>
              </a:ext>
            </a:extLst>
          </p:cNvPr>
          <p:cNvCxnSpPr>
            <a:cxnSpLocks noChangeShapeType="1"/>
            <a:stCxn id="526403" idx="3"/>
            <a:endCxn id="526426" idx="1"/>
          </p:cNvCxnSpPr>
          <p:nvPr/>
        </p:nvCxnSpPr>
        <p:spPr bwMode="auto">
          <a:xfrm>
            <a:off x="4449763" y="20478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7" name="AutoShape 121">
            <a:extLst>
              <a:ext uri="{FF2B5EF4-FFF2-40B4-BE49-F238E27FC236}">
                <a16:creationId xmlns:a16="http://schemas.microsoft.com/office/drawing/2014/main" id="{175089AC-F917-B48F-B916-7B59FCE36ACF}"/>
              </a:ext>
            </a:extLst>
          </p:cNvPr>
          <p:cNvCxnSpPr>
            <a:cxnSpLocks noChangeShapeType="1"/>
            <a:stCxn id="526426" idx="2"/>
            <a:endCxn id="526391" idx="0"/>
          </p:cNvCxnSpPr>
          <p:nvPr/>
        </p:nvCxnSpPr>
        <p:spPr bwMode="auto">
          <a:xfrm>
            <a:off x="6430963" y="22764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8" name="AutoShape 122">
            <a:extLst>
              <a:ext uri="{FF2B5EF4-FFF2-40B4-BE49-F238E27FC236}">
                <a16:creationId xmlns:a16="http://schemas.microsoft.com/office/drawing/2014/main" id="{92288879-3B00-A543-F1F0-BE6146694F7A}"/>
              </a:ext>
            </a:extLst>
          </p:cNvPr>
          <p:cNvCxnSpPr>
            <a:cxnSpLocks noChangeShapeType="1"/>
            <a:stCxn id="526391" idx="1"/>
            <a:endCxn id="526397" idx="3"/>
          </p:cNvCxnSpPr>
          <p:nvPr/>
        </p:nvCxnSpPr>
        <p:spPr bwMode="auto">
          <a:xfrm flipH="1">
            <a:off x="4449763" y="27336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9" name="AutoShape 123">
            <a:extLst>
              <a:ext uri="{FF2B5EF4-FFF2-40B4-BE49-F238E27FC236}">
                <a16:creationId xmlns:a16="http://schemas.microsoft.com/office/drawing/2014/main" id="{4B37FE47-F220-6331-3D2D-296DEC5FE958}"/>
              </a:ext>
            </a:extLst>
          </p:cNvPr>
          <p:cNvCxnSpPr>
            <a:cxnSpLocks noChangeShapeType="1"/>
            <a:stCxn id="526391" idx="2"/>
            <a:endCxn id="526393" idx="0"/>
          </p:cNvCxnSpPr>
          <p:nvPr/>
        </p:nvCxnSpPr>
        <p:spPr bwMode="auto">
          <a:xfrm>
            <a:off x="6430963" y="3000375"/>
            <a:ext cx="0" cy="26352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0" name="AutoShape 124">
            <a:extLst>
              <a:ext uri="{FF2B5EF4-FFF2-40B4-BE49-F238E27FC236}">
                <a16:creationId xmlns:a16="http://schemas.microsoft.com/office/drawing/2014/main" id="{865B7BF4-2582-B3EF-918D-35CA48496B52}"/>
              </a:ext>
            </a:extLst>
          </p:cNvPr>
          <p:cNvCxnSpPr>
            <a:cxnSpLocks noChangeShapeType="1"/>
            <a:stCxn id="526393" idx="1"/>
            <a:endCxn id="526398" idx="3"/>
          </p:cNvCxnSpPr>
          <p:nvPr/>
        </p:nvCxnSpPr>
        <p:spPr bwMode="auto">
          <a:xfrm flipH="1">
            <a:off x="4449763" y="3416300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1" name="AutoShape 125">
            <a:extLst>
              <a:ext uri="{FF2B5EF4-FFF2-40B4-BE49-F238E27FC236}">
                <a16:creationId xmlns:a16="http://schemas.microsoft.com/office/drawing/2014/main" id="{7A24518A-4088-9711-ED11-19C56CD8B60B}"/>
              </a:ext>
            </a:extLst>
          </p:cNvPr>
          <p:cNvCxnSpPr>
            <a:cxnSpLocks noChangeShapeType="1"/>
            <a:stCxn id="526398" idx="2"/>
            <a:endCxn id="526428" idx="0"/>
          </p:cNvCxnSpPr>
          <p:nvPr/>
        </p:nvCxnSpPr>
        <p:spPr bwMode="auto">
          <a:xfrm>
            <a:off x="3763963" y="3644900"/>
            <a:ext cx="0" cy="2619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2" name="AutoShape 126">
            <a:extLst>
              <a:ext uri="{FF2B5EF4-FFF2-40B4-BE49-F238E27FC236}">
                <a16:creationId xmlns:a16="http://schemas.microsoft.com/office/drawing/2014/main" id="{01205F6D-3C73-EAD1-4F0A-3D93BDB38F90}"/>
              </a:ext>
            </a:extLst>
          </p:cNvPr>
          <p:cNvCxnSpPr>
            <a:cxnSpLocks noChangeShapeType="1"/>
            <a:stCxn id="526428" idx="3"/>
            <a:endCxn id="526399" idx="1"/>
          </p:cNvCxnSpPr>
          <p:nvPr/>
        </p:nvCxnSpPr>
        <p:spPr bwMode="auto">
          <a:xfrm>
            <a:off x="4449763" y="4059238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362" name="Text Box 2">
            <a:extLst>
              <a:ext uri="{FF2B5EF4-FFF2-40B4-BE49-F238E27FC236}">
                <a16:creationId xmlns:a16="http://schemas.microsoft.com/office/drawing/2014/main" id="{D0D12115-782B-DC5E-D68E-C4BA2409AF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527363" name="Rectangle 3">
            <a:extLst>
              <a:ext uri="{FF2B5EF4-FFF2-40B4-BE49-F238E27FC236}">
                <a16:creationId xmlns:a16="http://schemas.microsoft.com/office/drawing/2014/main" id="{456ABD7D-81A0-1B45-7F64-AC29325B9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7427" name="Rectangle 67">
            <a:extLst>
              <a:ext uri="{FF2B5EF4-FFF2-40B4-BE49-F238E27FC236}">
                <a16:creationId xmlns:a16="http://schemas.microsoft.com/office/drawing/2014/main" id="{F1211DFC-538A-5648-01A9-209A2B278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28" name="Rectangle 68">
            <a:extLst>
              <a:ext uri="{FF2B5EF4-FFF2-40B4-BE49-F238E27FC236}">
                <a16:creationId xmlns:a16="http://schemas.microsoft.com/office/drawing/2014/main" id="{888E47B8-B6E5-BADA-3AC5-0C275E2EB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29" name="Group 69">
            <a:extLst>
              <a:ext uri="{FF2B5EF4-FFF2-40B4-BE49-F238E27FC236}">
                <a16:creationId xmlns:a16="http://schemas.microsoft.com/office/drawing/2014/main" id="{EAB63EF2-758D-6131-C504-2A38F283A8F9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527430" name="Line 70">
              <a:extLst>
                <a:ext uri="{FF2B5EF4-FFF2-40B4-BE49-F238E27FC236}">
                  <a16:creationId xmlns:a16="http://schemas.microsoft.com/office/drawing/2014/main" id="{ACEA43A5-33D7-E32B-A453-A4762890C7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31" name="Line 71">
              <a:extLst>
                <a:ext uri="{FF2B5EF4-FFF2-40B4-BE49-F238E27FC236}">
                  <a16:creationId xmlns:a16="http://schemas.microsoft.com/office/drawing/2014/main" id="{3F1ABFDC-9DD3-8D9F-C2C4-CBC3559EB3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32" name="Text Box 72">
            <a:extLst>
              <a:ext uri="{FF2B5EF4-FFF2-40B4-BE49-F238E27FC236}">
                <a16:creationId xmlns:a16="http://schemas.microsoft.com/office/drawing/2014/main" id="{D2BAEF05-2F71-36D3-4402-94351B1D2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33" name="Line 73">
            <a:extLst>
              <a:ext uri="{FF2B5EF4-FFF2-40B4-BE49-F238E27FC236}">
                <a16:creationId xmlns:a16="http://schemas.microsoft.com/office/drawing/2014/main" id="{199FF78D-AB65-AD69-6175-910DD5146CF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4" name="Text Box 74">
            <a:extLst>
              <a:ext uri="{FF2B5EF4-FFF2-40B4-BE49-F238E27FC236}">
                <a16:creationId xmlns:a16="http://schemas.microsoft.com/office/drawing/2014/main" id="{77D186C5-80A8-BF4A-E61B-88291D671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2" y="942975"/>
            <a:ext cx="151048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35" name="Freeform 75">
            <a:extLst>
              <a:ext uri="{FF2B5EF4-FFF2-40B4-BE49-F238E27FC236}">
                <a16:creationId xmlns:a16="http://schemas.microsoft.com/office/drawing/2014/main" id="{A6C72968-A5FF-530E-E166-A66388309CDE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6" name="AutoShape 76">
            <a:extLst>
              <a:ext uri="{FF2B5EF4-FFF2-40B4-BE49-F238E27FC236}">
                <a16:creationId xmlns:a16="http://schemas.microsoft.com/office/drawing/2014/main" id="{9368DAB3-9673-0BA3-E371-6217062E6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37" name="Line 77">
            <a:extLst>
              <a:ext uri="{FF2B5EF4-FFF2-40B4-BE49-F238E27FC236}">
                <a16:creationId xmlns:a16="http://schemas.microsoft.com/office/drawing/2014/main" id="{450A3739-A885-41A1-5C15-69ED99DBD6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8" name="Line 78">
            <a:extLst>
              <a:ext uri="{FF2B5EF4-FFF2-40B4-BE49-F238E27FC236}">
                <a16:creationId xmlns:a16="http://schemas.microsoft.com/office/drawing/2014/main" id="{32680347-EA37-25FE-7E72-2AD6658762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9" name="Line 79">
            <a:extLst>
              <a:ext uri="{FF2B5EF4-FFF2-40B4-BE49-F238E27FC236}">
                <a16:creationId xmlns:a16="http://schemas.microsoft.com/office/drawing/2014/main" id="{EA11B230-1203-2017-8585-899397549C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40" name="Text Box 80">
            <a:extLst>
              <a:ext uri="{FF2B5EF4-FFF2-40B4-BE49-F238E27FC236}">
                <a16:creationId xmlns:a16="http://schemas.microsoft.com/office/drawing/2014/main" id="{EE4ADBA8-D5E5-C1B9-1285-836BD127D1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1" name="Text Box 81">
            <a:extLst>
              <a:ext uri="{FF2B5EF4-FFF2-40B4-BE49-F238E27FC236}">
                <a16:creationId xmlns:a16="http://schemas.microsoft.com/office/drawing/2014/main" id="{9FF81F12-C1D1-FC7E-E3B7-9663544905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42" name="Text Box 82">
            <a:extLst>
              <a:ext uri="{FF2B5EF4-FFF2-40B4-BE49-F238E27FC236}">
                <a16:creationId xmlns:a16="http://schemas.microsoft.com/office/drawing/2014/main" id="{98A28D41-943C-4A7A-BDD1-47150B8386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3" name="Text Box 83">
            <a:extLst>
              <a:ext uri="{FF2B5EF4-FFF2-40B4-BE49-F238E27FC236}">
                <a16:creationId xmlns:a16="http://schemas.microsoft.com/office/drawing/2014/main" id="{3DBDAC5F-8828-7211-4051-866F9AD87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858" y="2012950"/>
            <a:ext cx="16660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44" name="Text Box 84">
            <a:extLst>
              <a:ext uri="{FF2B5EF4-FFF2-40B4-BE49-F238E27FC236}">
                <a16:creationId xmlns:a16="http://schemas.microsoft.com/office/drawing/2014/main" id="{233211B3-520F-444D-56A6-3091B7631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0063" y="165417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%MX1539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45" name="Text Box 85">
            <a:extLst>
              <a:ext uri="{FF2B5EF4-FFF2-40B4-BE49-F238E27FC236}">
                <a16:creationId xmlns:a16="http://schemas.microsoft.com/office/drawing/2014/main" id="{C17A3CCA-80B0-35FF-585C-24ED5D6FC0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0622" y="2349500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sz="1000" b="0">
                <a:solidFill/>
                <a:latin typeface="Times New Roman"/>
              </a:rPr>
              <a:t>M096.3 %MX1539 OFF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7446" name="Rectangle 86">
            <a:extLst>
              <a:ext uri="{FF2B5EF4-FFF2-40B4-BE49-F238E27FC236}">
                <a16:creationId xmlns:a16="http://schemas.microsoft.com/office/drawing/2014/main" id="{36A2FDFF-4FFA-6BCF-7436-B504AD2AA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47" name="Rectangle 87">
            <a:extLst>
              <a:ext uri="{FF2B5EF4-FFF2-40B4-BE49-F238E27FC236}">
                <a16:creationId xmlns:a16="http://schemas.microsoft.com/office/drawing/2014/main" id="{1530EBF5-A695-AFAB-874E-2E4CF1A85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48" name="Group 88">
            <a:extLst>
              <a:ext uri="{FF2B5EF4-FFF2-40B4-BE49-F238E27FC236}">
                <a16:creationId xmlns:a16="http://schemas.microsoft.com/office/drawing/2014/main" id="{E12E233E-505C-D2DC-1928-B49D42EBE48F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527449" name="Line 89">
              <a:extLst>
                <a:ext uri="{FF2B5EF4-FFF2-40B4-BE49-F238E27FC236}">
                  <a16:creationId xmlns:a16="http://schemas.microsoft.com/office/drawing/2014/main" id="{F01FD255-930F-5A31-1382-C281198E44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50" name="Line 90">
              <a:extLst>
                <a:ext uri="{FF2B5EF4-FFF2-40B4-BE49-F238E27FC236}">
                  <a16:creationId xmlns:a16="http://schemas.microsoft.com/office/drawing/2014/main" id="{0F85A9AE-E672-543E-8E77-7DA90513F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51" name="Text Box 91">
            <a:extLst>
              <a:ext uri="{FF2B5EF4-FFF2-40B4-BE49-F238E27FC236}">
                <a16:creationId xmlns:a16="http://schemas.microsoft.com/office/drawing/2014/main" id="{B7936660-0D63-9564-4DA5-FDC879E576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52" name="Line 92">
            <a:extLst>
              <a:ext uri="{FF2B5EF4-FFF2-40B4-BE49-F238E27FC236}">
                <a16:creationId xmlns:a16="http://schemas.microsoft.com/office/drawing/2014/main" id="{490B3D12-DAC3-1F5B-D637-15DAAAD502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3" name="Text Box 93">
            <a:extLst>
              <a:ext uri="{FF2B5EF4-FFF2-40B4-BE49-F238E27FC236}">
                <a16:creationId xmlns:a16="http://schemas.microsoft.com/office/drawing/2014/main" id="{01AF6B43-4E3D-D1DE-E7B5-6E7D41CD7C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4111625"/>
            <a:ext cx="11811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54" name="Freeform 94">
            <a:extLst>
              <a:ext uri="{FF2B5EF4-FFF2-40B4-BE49-F238E27FC236}">
                <a16:creationId xmlns:a16="http://schemas.microsoft.com/office/drawing/2014/main" id="{008BF4DB-B94F-A324-7A3B-53418810D54F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5" name="AutoShape 95">
            <a:extLst>
              <a:ext uri="{FF2B5EF4-FFF2-40B4-BE49-F238E27FC236}">
                <a16:creationId xmlns:a16="http://schemas.microsoft.com/office/drawing/2014/main" id="{879BA9EA-785A-CA74-0749-8E1ED53BA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56" name="Line 96">
            <a:extLst>
              <a:ext uri="{FF2B5EF4-FFF2-40B4-BE49-F238E27FC236}">
                <a16:creationId xmlns:a16="http://schemas.microsoft.com/office/drawing/2014/main" id="{C9C4A87D-F1CE-02DE-F061-DAF985D4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7" name="Line 97">
            <a:extLst>
              <a:ext uri="{FF2B5EF4-FFF2-40B4-BE49-F238E27FC236}">
                <a16:creationId xmlns:a16="http://schemas.microsoft.com/office/drawing/2014/main" id="{A1A1B805-528D-E712-FE54-7C9F7CFD47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8" name="Line 98">
            <a:extLst>
              <a:ext uri="{FF2B5EF4-FFF2-40B4-BE49-F238E27FC236}">
                <a16:creationId xmlns:a16="http://schemas.microsoft.com/office/drawing/2014/main" id="{35CE0E40-19F9-051D-83BA-92929B11B2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9" name="Text Box 99">
            <a:extLst>
              <a:ext uri="{FF2B5EF4-FFF2-40B4-BE49-F238E27FC236}">
                <a16:creationId xmlns:a16="http://schemas.microsoft.com/office/drawing/2014/main" id="{F948A269-EE8D-F3DF-DA4A-1ED529ACDB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0" name="Text Box 100">
            <a:extLst>
              <a:ext uri="{FF2B5EF4-FFF2-40B4-BE49-F238E27FC236}">
                <a16:creationId xmlns:a16="http://schemas.microsoft.com/office/drawing/2014/main" id="{B857FC21-E8B3-3B4D-F44E-798721CC63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61" name="Text Box 101">
            <a:extLst>
              <a:ext uri="{FF2B5EF4-FFF2-40B4-BE49-F238E27FC236}">
                <a16:creationId xmlns:a16="http://schemas.microsoft.com/office/drawing/2014/main" id="{DF1EFDAD-F516-6D74-4EEF-D2AF17F814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2" name="Text Box 102">
            <a:extLst>
              <a:ext uri="{FF2B5EF4-FFF2-40B4-BE49-F238E27FC236}">
                <a16:creationId xmlns:a16="http://schemas.microsoft.com/office/drawing/2014/main" id="{D4BDC533-52EB-1220-E36E-B96F007AFD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51816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63" name="Text Box 103">
            <a:extLst>
              <a:ext uri="{FF2B5EF4-FFF2-40B4-BE49-F238E27FC236}">
                <a16:creationId xmlns:a16="http://schemas.microsoft.com/office/drawing/2014/main" id="{23339D22-FFFC-B396-BD59-9F8A6CAB6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8789" y="4814888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64" name="Text Box 104">
            <a:extLst>
              <a:ext uri="{FF2B5EF4-FFF2-40B4-BE49-F238E27FC236}">
                <a16:creationId xmlns:a16="http://schemas.microsoft.com/office/drawing/2014/main" id="{9234E92F-CE84-5653-67B9-2E33BA1CD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5486400"/>
            <a:ext cx="13385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9AAF84D0-61CF-4C07-4E55-FD3E9DB84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880062"/>
              </p:ext>
            </p:extLst>
          </p:nvPr>
        </p:nvGraphicFramePr>
        <p:xfrm>
          <a:off x="1984375" y="2989263"/>
          <a:ext cx="5943600" cy="579120"/>
        </p:xfrm>
        <a:graphic>
          <a:graphicData uri="http://schemas.openxmlformats.org/drawingml/2006/table">
            <a:tbl>
              <a:tblPr/>
              <a:tblGrid>
                <a:gridCol w="1010412">
                  <a:extLst>
                    <a:ext uri="{9D8B030D-6E8A-4147-A177-3AD203B41FA5}">
                      <a16:colId xmlns:a16="http://schemas.microsoft.com/office/drawing/2014/main" val="4206246713"/>
                    </a:ext>
                  </a:extLst>
                </a:gridCol>
                <a:gridCol w="1842516">
                  <a:extLst>
                    <a:ext uri="{9D8B030D-6E8A-4147-A177-3AD203B41FA5}">
                      <a16:colId xmlns:a16="http://schemas.microsoft.com/office/drawing/2014/main" val="2703345280"/>
                    </a:ext>
                  </a:extLst>
                </a:gridCol>
                <a:gridCol w="653796">
                  <a:extLst>
                    <a:ext uri="{9D8B030D-6E8A-4147-A177-3AD203B41FA5}">
                      <a16:colId xmlns:a16="http://schemas.microsoft.com/office/drawing/2014/main" val="558744564"/>
                    </a:ext>
                  </a:extLst>
                </a:gridCol>
                <a:gridCol w="2436876">
                  <a:extLst>
                    <a:ext uri="{9D8B030D-6E8A-4147-A177-3AD203B41FA5}">
                      <a16:colId xmlns:a16="http://schemas.microsoft.com/office/drawing/2014/main" val="2879662386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824316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900" b="0" i="0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D0161 </a:t>
                      </a:r>
                      <a:r>
                        <a:rPr lang="en-US" sz="900" b="1" i="0" strike="noStrike">
                          <a:solidFill>
                            <a:srgbClr val="00008B"/>
                          </a:solidFill>
                          <a:latin typeface="Times New Roman"/>
                        </a:rPr>
                        <a:t>→ %DW257(%DB514)</a:t>
                      </a:r>
                      <a:endParaRPr sz="900" b="1" i="0" strike="noStrike" dirty="0">
                        <a:solidFill>
                          <a:srgbClr val="00008B"/>
                        </a:solidFill>
                        <a:latin typeface="Times New Roman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기준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  S/C #2~5 : D0171 · D0181 · D0191 · D0201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8B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→  %DW273 · 289 · 305 · 321</a:t>
                      </a: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8B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772005"/>
                  </a:ext>
                </a:extLst>
              </a:tr>
            </a:tbl>
          </a:graphicData>
        </a:graphic>
      </p:graphicFrame>
      <p:sp>
        <p:nvSpPr>
          <p:cNvPr id="527482" name="Rectangle 122">
            <a:extLst>
              <a:ext uri="{FF2B5EF4-FFF2-40B4-BE49-F238E27FC236}">
                <a16:creationId xmlns:a16="http://schemas.microsoft.com/office/drawing/2014/main" id="{5C979EB5-FD49-E2D6-CB3F-15A61DF4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C62B64D7-4DAD-7B3F-F36D-01DD22E1B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349500"/>
              </p:ext>
            </p:extLst>
          </p:nvPr>
        </p:nvGraphicFramePr>
        <p:xfrm>
          <a:off x="1984375" y="6127750"/>
          <a:ext cx="5943600" cy="640080"/>
        </p:xfrm>
        <a:graphic>
          <a:graphicData uri="http://schemas.openxmlformats.org/drawingml/2006/table">
            <a:tbl>
              <a:tblPr/>
              <a:tblGrid>
                <a:gridCol w="1010412">
                  <a:extLst>
                    <a:ext uri="{9D8B030D-6E8A-4147-A177-3AD203B41FA5}">
                      <a16:colId xmlns:a16="http://schemas.microsoft.com/office/drawing/2014/main" val="108357239"/>
                    </a:ext>
                  </a:extLst>
                </a:gridCol>
                <a:gridCol w="1842516">
                  <a:extLst>
                    <a:ext uri="{9D8B030D-6E8A-4147-A177-3AD203B41FA5}">
                      <a16:colId xmlns:a16="http://schemas.microsoft.com/office/drawing/2014/main" val="1946780744"/>
                    </a:ext>
                  </a:extLst>
                </a:gridCol>
                <a:gridCol w="653796">
                  <a:extLst>
                    <a:ext uri="{9D8B030D-6E8A-4147-A177-3AD203B41FA5}">
                      <a16:colId xmlns:a16="http://schemas.microsoft.com/office/drawing/2014/main" val="1012692710"/>
                    </a:ext>
                  </a:extLst>
                </a:gridCol>
                <a:gridCol w="2436876">
                  <a:extLst>
                    <a:ext uri="{9D8B030D-6E8A-4147-A177-3AD203B41FA5}">
                      <a16:colId xmlns:a16="http://schemas.microsoft.com/office/drawing/2014/main" val="1645647310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188851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900" b="0" i="0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D0162 </a:t>
                      </a:r>
                      <a:r>
                        <a:rPr lang="en-US" sz="900" b="1" i="0" strike="noStrike">
                          <a:solidFill>
                            <a:srgbClr val="00008B"/>
                          </a:solidFill>
                          <a:latin typeface="Times New Roman"/>
                        </a:rPr>
                        <a:t>→ %DW258(%DB516)</a:t>
                      </a:r>
                      <a:endParaRPr sz="900" b="1" i="0" strike="noStrike" dirty="0">
                        <a:solidFill>
                          <a:srgbClr val="00008B"/>
                        </a:solidFill>
                        <a:latin typeface="Times New Roman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 </a:t>
                      </a:r>
                      <a:r>
                        <a:rPr kumimoji="1" lang="ko-KR" altLang="en-US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기준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  S/C #2~5 : D0172 · D0182 · D0192 · D0202  </a:t>
                      </a: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rgbClr val="00008B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→  %DW274 · 290 · 306 · 322</a:t>
                      </a: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rgbClr val="00008B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32411"/>
                  </a:ext>
                </a:extLst>
              </a:tr>
            </a:tbl>
          </a:graphicData>
        </a:graphic>
      </p:graphicFrame>
      <p:sp>
        <p:nvSpPr>
          <p:cNvPr id="527500" name="Rectangle 140">
            <a:extLst>
              <a:ext uri="{FF2B5EF4-FFF2-40B4-BE49-F238E27FC236}">
                <a16:creationId xmlns:a16="http://schemas.microsoft.com/office/drawing/2014/main" id="{6CAC783D-3A13-AC1C-8AAC-4D1BDD48C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527501" name="Text Box 141">
            <a:extLst>
              <a:ext uri="{FF2B5EF4-FFF2-40B4-BE49-F238E27FC236}">
                <a16:creationId xmlns:a16="http://schemas.microsoft.com/office/drawing/2014/main" id="{F84463AF-FEA9-359B-1C44-9E18D4F84C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525463"/>
            <a:ext cx="1319212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Ex) S/C #1 Alarm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보고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993C83-CF55-EFA4-0A43-F7852D58351D}"/>
              </a:ext>
            </a:extLst>
          </p:cNvPr>
          <p:cNvSpPr txBox="1"/>
          <p:nvPr/>
        </p:nvSpPr>
        <p:spPr>
          <a:xfrm>
            <a:off x="180013" y="1201883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{(49 X 16) + 2 =786}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4723E-D3E5-5282-E688-E3B939A4F1C0}"/>
              </a:ext>
            </a:extLst>
          </p:cNvPr>
          <p:cNvSpPr txBox="1"/>
          <p:nvPr/>
        </p:nvSpPr>
        <p:spPr>
          <a:xfrm>
            <a:off x="163916" y="1384772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(784 + 2 =786)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0B248E-5830-6274-4D98-93A2C82B98BD}"/>
              </a:ext>
            </a:extLst>
          </p:cNvPr>
          <p:cNvSpPr txBox="1"/>
          <p:nvPr/>
        </p:nvSpPr>
        <p:spPr>
          <a:xfrm>
            <a:off x="4165600" y="2578100"/>
            <a:ext cx="52578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750">
                <a:solidFill>
                  <a:srgbClr val="8B0000"/>
                </a:solidFill>
              </a:rPr>
              <a:t>※ </a:t>
            </a:r>
            <a:r>
              <a:rPr lang="ko-KR" altLang="en-US" sz="750">
                <a:solidFill>
                  <a:srgbClr val="8B0000"/>
                </a:solidFill>
              </a:rPr>
              <a:t>검정 </a:t>
            </a:r>
            <a:r>
              <a:rPr lang="en-US" altLang="ko-KR" sz="750">
                <a:solidFill>
                  <a:srgbClr val="8B0000"/>
                </a:solidFill>
              </a:rPr>
              <a:t>= PLC </a:t>
            </a:r>
            <a:r>
              <a:rPr lang="ko-KR" altLang="en-US" sz="750">
                <a:solidFill>
                  <a:srgbClr val="8B0000"/>
                </a:solidFill>
              </a:rPr>
              <a:t>조사본</a:t>
            </a:r>
            <a:r>
              <a:rPr lang="en-US" altLang="ko-KR" sz="750">
                <a:solidFill>
                  <a:srgbClr val="8B0000"/>
                </a:solidFill>
              </a:rPr>
              <a:t>(260818) </a:t>
            </a:r>
            <a:r>
              <a:rPr lang="ko-KR" altLang="en-US" sz="750">
                <a:solidFill>
                  <a:srgbClr val="8B0000"/>
                </a:solidFill>
              </a:rPr>
              <a:t>표기 </a:t>
            </a:r>
            <a:r>
              <a:rPr lang="en-US" altLang="ko-KR" sz="750">
                <a:solidFill>
                  <a:srgbClr val="8B0000"/>
                </a:solidFill>
              </a:rPr>
              <a:t>/ </a:t>
            </a:r>
            <a:r>
              <a:rPr lang="ko-KR" altLang="en-US" sz="750">
                <a:solidFill>
                  <a:srgbClr val="8B0000"/>
                </a:solidFill>
              </a:rPr>
              <a:t>파랑 </a:t>
            </a:r>
            <a:r>
              <a:rPr lang="en-US" altLang="ko-KR" sz="750">
                <a:solidFill>
                  <a:srgbClr val="8B0000"/>
                </a:solidFill>
              </a:rPr>
              <a:t>= </a:t>
            </a:r>
            <a:r>
              <a:rPr lang="ko-KR" altLang="en-US" sz="750">
                <a:solidFill>
                  <a:srgbClr val="8B0000"/>
                </a:solidFill>
              </a:rPr>
              <a:t>운영</a:t>
            </a:r>
            <a:r>
              <a:rPr lang="en-US" altLang="ko-KR" sz="750">
                <a:solidFill>
                  <a:srgbClr val="8B0000"/>
                </a:solidFill>
              </a:rPr>
              <a:t>DB </a:t>
            </a:r>
            <a:r>
              <a:rPr lang="ko-KR" altLang="en-US" sz="750">
                <a:solidFill>
                  <a:srgbClr val="8B0000"/>
                </a:solidFill>
              </a:rPr>
              <a:t>대조로 확인한 실제 전송 주소</a:t>
            </a:r>
          </a:p>
          <a:p>
            <a:r>
              <a:rPr lang="en-US" altLang="ko-KR" sz="750">
                <a:solidFill>
                  <a:srgbClr val="8B0000"/>
                </a:solidFill>
              </a:rPr>
              <a:t>※ Set Alarm Code </a:t>
            </a:r>
            <a:r>
              <a:rPr lang="ko-KR" altLang="en-US" sz="750">
                <a:solidFill>
                  <a:srgbClr val="8B0000"/>
                </a:solidFill>
              </a:rPr>
              <a:t>원문 </a:t>
            </a:r>
            <a:r>
              <a:rPr lang="en-US" altLang="ko-KR" sz="750">
                <a:solidFill>
                  <a:srgbClr val="8B0000"/>
                </a:solidFill>
              </a:rPr>
              <a:t>'D0101'(W0101 16</a:t>
            </a:r>
            <a:r>
              <a:rPr lang="ko-KR" altLang="en-US" sz="750">
                <a:solidFill>
                  <a:srgbClr val="8B0000"/>
                </a:solidFill>
              </a:rPr>
              <a:t>진표기를 </a:t>
            </a:r>
            <a:r>
              <a:rPr lang="en-US" altLang="ko-KR" sz="750">
                <a:solidFill>
                  <a:srgbClr val="8B0000"/>
                </a:solidFill>
              </a:rPr>
              <a:t>D</a:t>
            </a:r>
            <a:r>
              <a:rPr lang="ko-KR" altLang="en-US" sz="750">
                <a:solidFill>
                  <a:srgbClr val="8B0000"/>
                </a:solidFill>
              </a:rPr>
              <a:t>로 오기</a:t>
            </a:r>
            <a:r>
              <a:rPr lang="en-US" altLang="ko-KR" sz="750">
                <a:solidFill>
                  <a:srgbClr val="8B0000"/>
                </a:solidFill>
              </a:rPr>
              <a:t>) → D0161 </a:t>
            </a:r>
            <a:r>
              <a:rPr lang="ko-KR" altLang="en-US" sz="750">
                <a:solidFill>
                  <a:srgbClr val="8B0000"/>
                </a:solidFill>
              </a:rPr>
              <a:t>정정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667" y="3763963"/>
            <a:ext cx="1651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b="0" strike="noStrike">
                <a:solidFill/>
                <a:latin typeface="Times New Roman"/>
              </a:rPr>
              <a:t>D0310 → %DW490(%DB980) “0”</a:t>
            </a:r>
            <a:endParaRPr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458" name="Text Box 2">
            <a:extLst>
              <a:ext uri="{FF2B5EF4-FFF2-40B4-BE49-F238E27FC236}">
                <a16:creationId xmlns:a16="http://schemas.microsoft.com/office/drawing/2014/main" id="{D89FBA7B-42FE-5354-806E-795F7A7D7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1459" name="Rectangle 3">
            <a:extLst>
              <a:ext uri="{FF2B5EF4-FFF2-40B4-BE49-F238E27FC236}">
                <a16:creationId xmlns:a16="http://schemas.microsoft.com/office/drawing/2014/main" id="{08D3FC51-712E-C2D8-2C66-9CAE9F9ABE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460" name="Rectangle 4">
            <a:extLst>
              <a:ext uri="{FF2B5EF4-FFF2-40B4-BE49-F238E27FC236}">
                <a16:creationId xmlns:a16="http://schemas.microsoft.com/office/drawing/2014/main" id="{C53BD42F-B463-8CB1-8BFA-8164070B9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1461" name="Rectangle 5">
            <a:extLst>
              <a:ext uri="{FF2B5EF4-FFF2-40B4-BE49-F238E27FC236}">
                <a16:creationId xmlns:a16="http://schemas.microsoft.com/office/drawing/2014/main" id="{173DAD09-139E-E255-DF31-5D92C776F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1462" name="Group 6">
            <a:extLst>
              <a:ext uri="{FF2B5EF4-FFF2-40B4-BE49-F238E27FC236}">
                <a16:creationId xmlns:a16="http://schemas.microsoft.com/office/drawing/2014/main" id="{06BC395F-DF90-2BF3-2FB4-DC2789B0CCD5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1463" name="Line 7">
              <a:extLst>
                <a:ext uri="{FF2B5EF4-FFF2-40B4-BE49-F238E27FC236}">
                  <a16:creationId xmlns:a16="http://schemas.microsoft.com/office/drawing/2014/main" id="{BFE7B71B-F85A-1B82-765C-9E28CA0CE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1464" name="Line 8">
              <a:extLst>
                <a:ext uri="{FF2B5EF4-FFF2-40B4-BE49-F238E27FC236}">
                  <a16:creationId xmlns:a16="http://schemas.microsoft.com/office/drawing/2014/main" id="{BF89889F-C33F-655E-1BF6-AEB5156256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1466" name="Group 10">
            <a:extLst>
              <a:ext uri="{FF2B5EF4-FFF2-40B4-BE49-F238E27FC236}">
                <a16:creationId xmlns:a16="http://schemas.microsoft.com/office/drawing/2014/main" id="{FA042667-4944-CB96-7A7D-C13F4A4FA25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1467" name="Rectangle 11">
              <a:extLst>
                <a:ext uri="{FF2B5EF4-FFF2-40B4-BE49-F238E27FC236}">
                  <a16:creationId xmlns:a16="http://schemas.microsoft.com/office/drawing/2014/main" id="{4A1B78FF-C887-C102-1DFB-38D4A6985D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1468" name="Rectangle 12">
              <a:extLst>
                <a:ext uri="{FF2B5EF4-FFF2-40B4-BE49-F238E27FC236}">
                  <a16:creationId xmlns:a16="http://schemas.microsoft.com/office/drawing/2014/main" id="{BD464E63-D26A-F8B7-E485-7A1F699F38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1470" name="Text Box 14">
            <a:extLst>
              <a:ext uri="{FF2B5EF4-FFF2-40B4-BE49-F238E27FC236}">
                <a16:creationId xmlns:a16="http://schemas.microsoft.com/office/drawing/2014/main" id="{D57D9639-91A5-7893-11F0-CBF46D95DE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1471" name="Line 15">
            <a:extLst>
              <a:ext uri="{FF2B5EF4-FFF2-40B4-BE49-F238E27FC236}">
                <a16:creationId xmlns:a16="http://schemas.microsoft.com/office/drawing/2014/main" id="{2D861133-DE45-DDF5-16F1-EC49ECA3D8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1509" name="Text Box 53">
            <a:extLst>
              <a:ext uri="{FF2B5EF4-FFF2-40B4-BE49-F238E27FC236}">
                <a16:creationId xmlns:a16="http://schemas.microsoft.com/office/drawing/2014/main" id="{2D289A44-206E-CB3C-7BBE-D27917C8C7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10" name="AutoShape 54">
            <a:extLst>
              <a:ext uri="{FF2B5EF4-FFF2-40B4-BE49-F238E27FC236}">
                <a16:creationId xmlns:a16="http://schemas.microsoft.com/office/drawing/2014/main" id="{458D3B35-6B68-D29E-84E0-A798362E091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511" name="Text Box 55">
            <a:extLst>
              <a:ext uri="{FF2B5EF4-FFF2-40B4-BE49-F238E27FC236}">
                <a16:creationId xmlns:a16="http://schemas.microsoft.com/office/drawing/2014/main" id="{F10878B5-B5AD-D2FD-96C7-6F47A0FF8D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1512" name="Text Box 56">
            <a:extLst>
              <a:ext uri="{FF2B5EF4-FFF2-40B4-BE49-F238E27FC236}">
                <a16:creationId xmlns:a16="http://schemas.microsoft.com/office/drawing/2014/main" id="{D3859F8A-377F-4D56-2942-D59FD4D35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13" name="Line 57">
            <a:extLst>
              <a:ext uri="{FF2B5EF4-FFF2-40B4-BE49-F238E27FC236}">
                <a16:creationId xmlns:a16="http://schemas.microsoft.com/office/drawing/2014/main" id="{3E6F0A42-BA4B-E4E5-E3A0-ED15D2B7C3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4" name="Text Box 58">
            <a:extLst>
              <a:ext uri="{FF2B5EF4-FFF2-40B4-BE49-F238E27FC236}">
                <a16:creationId xmlns:a16="http://schemas.microsoft.com/office/drawing/2014/main" id="{75C404B4-13A0-F051-61C6-E981BE1704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1519238"/>
            <a:ext cx="134937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5" name="Line 59">
            <a:extLst>
              <a:ext uri="{FF2B5EF4-FFF2-40B4-BE49-F238E27FC236}">
                <a16:creationId xmlns:a16="http://schemas.microsoft.com/office/drawing/2014/main" id="{4E2A2031-86E1-BE93-568E-CC5520A75EC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6" name="Text Box 60">
            <a:extLst>
              <a:ext uri="{FF2B5EF4-FFF2-40B4-BE49-F238E27FC236}">
                <a16:creationId xmlns:a16="http://schemas.microsoft.com/office/drawing/2014/main" id="{90BAC26A-B371-32B8-2C98-ADDE90F42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1744663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7" name="Text Box 61">
            <a:extLst>
              <a:ext uri="{FF2B5EF4-FFF2-40B4-BE49-F238E27FC236}">
                <a16:creationId xmlns:a16="http://schemas.microsoft.com/office/drawing/2014/main" id="{DEE79BC5-2996-DE27-514E-D1003C4A3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18" name="Line 62">
            <a:extLst>
              <a:ext uri="{FF2B5EF4-FFF2-40B4-BE49-F238E27FC236}">
                <a16:creationId xmlns:a16="http://schemas.microsoft.com/office/drawing/2014/main" id="{0541AD9C-39BF-B72B-0EDF-3DB03C7BC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9" name="Text Box 63">
            <a:extLst>
              <a:ext uri="{FF2B5EF4-FFF2-40B4-BE49-F238E27FC236}">
                <a16:creationId xmlns:a16="http://schemas.microsoft.com/office/drawing/2014/main" id="{73A11D41-12F7-969C-1FB0-10A1EA88BA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7259" y="2234842"/>
            <a:ext cx="133136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20" name="Text Box 64">
            <a:extLst>
              <a:ext uri="{FF2B5EF4-FFF2-40B4-BE49-F238E27FC236}">
                <a16:creationId xmlns:a16="http://schemas.microsoft.com/office/drawing/2014/main" id="{3D01E811-3E49-87DC-C254-68483E1B30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1" name="Text Box 65">
            <a:extLst>
              <a:ext uri="{FF2B5EF4-FFF2-40B4-BE49-F238E27FC236}">
                <a16:creationId xmlns:a16="http://schemas.microsoft.com/office/drawing/2014/main" id="{53E7B256-721F-FC4F-7583-320BB7DC7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2286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2" name="Text Box 66">
            <a:extLst>
              <a:ext uri="{FF2B5EF4-FFF2-40B4-BE49-F238E27FC236}">
                <a16:creationId xmlns:a16="http://schemas.microsoft.com/office/drawing/2014/main" id="{1E00785A-0093-D915-6804-6E445E5823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3" name="Text Box 67">
            <a:extLst>
              <a:ext uri="{FF2B5EF4-FFF2-40B4-BE49-F238E27FC236}">
                <a16:creationId xmlns:a16="http://schemas.microsoft.com/office/drawing/2014/main" id="{DABA5901-AF35-5337-3978-975C949809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5950" y="2438921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4" name="Text Box 68">
            <a:extLst>
              <a:ext uri="{FF2B5EF4-FFF2-40B4-BE49-F238E27FC236}">
                <a16:creationId xmlns:a16="http://schemas.microsoft.com/office/drawing/2014/main" id="{BB0B80ED-8E37-634F-C9CC-B1EBFE4F7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25" name="Line 69">
            <a:extLst>
              <a:ext uri="{FF2B5EF4-FFF2-40B4-BE49-F238E27FC236}">
                <a16:creationId xmlns:a16="http://schemas.microsoft.com/office/drawing/2014/main" id="{3480DCEB-1701-1ED9-1055-91399225B3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6" name="Text Box 70">
            <a:extLst>
              <a:ext uri="{FF2B5EF4-FFF2-40B4-BE49-F238E27FC236}">
                <a16:creationId xmlns:a16="http://schemas.microsoft.com/office/drawing/2014/main" id="{9339B9DE-D154-A3B5-278B-BAC728FA49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1527" name="Line 71">
            <a:extLst>
              <a:ext uri="{FF2B5EF4-FFF2-40B4-BE49-F238E27FC236}">
                <a16:creationId xmlns:a16="http://schemas.microsoft.com/office/drawing/2014/main" id="{92A382D5-C04C-BF44-2F55-8454333AC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8" name="Text Box 72">
            <a:extLst>
              <a:ext uri="{FF2B5EF4-FFF2-40B4-BE49-F238E27FC236}">
                <a16:creationId xmlns:a16="http://schemas.microsoft.com/office/drawing/2014/main" id="{D02F8189-5B7E-607B-D43C-E1E4993E1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73752" y="3522663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31529" name="Text Box 73">
            <a:extLst>
              <a:ext uri="{FF2B5EF4-FFF2-40B4-BE49-F238E27FC236}">
                <a16:creationId xmlns:a16="http://schemas.microsoft.com/office/drawing/2014/main" id="{96195C29-D1F4-B3F8-BFCC-9DF81CD6D1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31530" name="Line 74">
            <a:extLst>
              <a:ext uri="{FF2B5EF4-FFF2-40B4-BE49-F238E27FC236}">
                <a16:creationId xmlns:a16="http://schemas.microsoft.com/office/drawing/2014/main" id="{6CFAD91A-F0C5-26BD-3C5F-1269980EB3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1" name="Text Box 75">
            <a:extLst>
              <a:ext uri="{FF2B5EF4-FFF2-40B4-BE49-F238E27FC236}">
                <a16:creationId xmlns:a16="http://schemas.microsoft.com/office/drawing/2014/main" id="{65A44A69-1965-001B-763D-AEDF0909F8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1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31532" name="Text Box 76">
            <a:extLst>
              <a:ext uri="{FF2B5EF4-FFF2-40B4-BE49-F238E27FC236}">
                <a16:creationId xmlns:a16="http://schemas.microsoft.com/office/drawing/2014/main" id="{4970CD5F-2C1A-5B64-E6E5-9BD6799F9B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6581" y="384333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noStrike" dirty="0">
                <a:solidFill/>
                <a:latin typeface="Times New Roman"/>
              </a:rPr>
              <a:t>D0310 → %DW490(%DB980) “1”</a:t>
            </a:r>
          </a:p>
        </p:txBody>
      </p:sp>
      <p:sp>
        <p:nvSpPr>
          <p:cNvPr id="531533" name="AutoShape 77">
            <a:extLst>
              <a:ext uri="{FF2B5EF4-FFF2-40B4-BE49-F238E27FC236}">
                <a16:creationId xmlns:a16="http://schemas.microsoft.com/office/drawing/2014/main" id="{0FB0FE8C-FC4B-5C02-A23C-13A9B333D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1534" name="Freeform 78">
            <a:extLst>
              <a:ext uri="{FF2B5EF4-FFF2-40B4-BE49-F238E27FC236}">
                <a16:creationId xmlns:a16="http://schemas.microsoft.com/office/drawing/2014/main" id="{A667F88D-EF8D-B549-DC62-18258B816EA5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5" name="Text Box 79">
            <a:extLst>
              <a:ext uri="{FF2B5EF4-FFF2-40B4-BE49-F238E27FC236}">
                <a16:creationId xmlns:a16="http://schemas.microsoft.com/office/drawing/2014/main" id="{2537457B-80A1-65BA-DC85-97F37C46F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1536" name="Text Box 80">
            <a:extLst>
              <a:ext uri="{FF2B5EF4-FFF2-40B4-BE49-F238E27FC236}">
                <a16:creationId xmlns:a16="http://schemas.microsoft.com/office/drawing/2014/main" id="{5C9567A6-15E3-D7F2-8738-A42F8125C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1537" name="Text Box 81">
            <a:extLst>
              <a:ext uri="{FF2B5EF4-FFF2-40B4-BE49-F238E27FC236}">
                <a16:creationId xmlns:a16="http://schemas.microsoft.com/office/drawing/2014/main" id="{74A6A358-B33C-38DB-9C3D-52531FDF1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1538" name="Text Box 82">
            <a:extLst>
              <a:ext uri="{FF2B5EF4-FFF2-40B4-BE49-F238E27FC236}">
                <a16:creationId xmlns:a16="http://schemas.microsoft.com/office/drawing/2014/main" id="{FE1A37CB-B6FE-EAE2-AD72-3A2302CD9A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31539" name="Line 83">
            <a:extLst>
              <a:ext uri="{FF2B5EF4-FFF2-40B4-BE49-F238E27FC236}">
                <a16:creationId xmlns:a16="http://schemas.microsoft.com/office/drawing/2014/main" id="{DDAF7543-7268-5F03-595B-9BB7C0F9EC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0" name="Text Box 84">
            <a:extLst>
              <a:ext uri="{FF2B5EF4-FFF2-40B4-BE49-F238E27FC236}">
                <a16:creationId xmlns:a16="http://schemas.microsoft.com/office/drawing/2014/main" id="{CCD50157-0C25-2C10-83BD-347210D13D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5491163"/>
            <a:ext cx="127952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41" name="Text Box 85">
            <a:extLst>
              <a:ext uri="{FF2B5EF4-FFF2-40B4-BE49-F238E27FC236}">
                <a16:creationId xmlns:a16="http://schemas.microsoft.com/office/drawing/2014/main" id="{69D5DA4E-1268-E442-6FF6-9E5423945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42" name="Line 86">
            <a:extLst>
              <a:ext uri="{FF2B5EF4-FFF2-40B4-BE49-F238E27FC236}">
                <a16:creationId xmlns:a16="http://schemas.microsoft.com/office/drawing/2014/main" id="{4ECE30E6-B960-B191-708D-7BC699009C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3" name="Text Box 87">
            <a:extLst>
              <a:ext uri="{FF2B5EF4-FFF2-40B4-BE49-F238E27FC236}">
                <a16:creationId xmlns:a16="http://schemas.microsoft.com/office/drawing/2014/main" id="{2E95B5AF-DB8E-7E49-97DB-077E0BF29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4927600"/>
            <a:ext cx="13509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44" name="Text Box 88">
            <a:extLst>
              <a:ext uri="{FF2B5EF4-FFF2-40B4-BE49-F238E27FC236}">
                <a16:creationId xmlns:a16="http://schemas.microsoft.com/office/drawing/2014/main" id="{C23EAB18-9747-7381-533C-B99195A78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1545" name="Freeform 89">
            <a:extLst>
              <a:ext uri="{FF2B5EF4-FFF2-40B4-BE49-F238E27FC236}">
                <a16:creationId xmlns:a16="http://schemas.microsoft.com/office/drawing/2014/main" id="{E43492E0-5AB2-C81C-FC2D-C57C1BCC2B5F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6" name="AutoShape 90">
            <a:extLst>
              <a:ext uri="{FF2B5EF4-FFF2-40B4-BE49-F238E27FC236}">
                <a16:creationId xmlns:a16="http://schemas.microsoft.com/office/drawing/2014/main" id="{F43C8283-D994-A8EC-B427-9728AD719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NO(R0102~R0103 %RB204~%RB206)</a:t>
            </a:r>
          </a:p>
        </p:txBody>
      </p:sp>
      <p:sp>
        <p:nvSpPr>
          <p:cNvPr id="531547" name="Text Box 91">
            <a:extLst>
              <a:ext uri="{FF2B5EF4-FFF2-40B4-BE49-F238E27FC236}">
                <a16:creationId xmlns:a16="http://schemas.microsoft.com/office/drawing/2014/main" id="{AE5A9263-E62F-237A-4C14-856FE2D69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6" y="5556250"/>
            <a:ext cx="1722436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1548" name="Text Box 92">
            <a:extLst>
              <a:ext uri="{FF2B5EF4-FFF2-40B4-BE49-F238E27FC236}">
                <a16:creationId xmlns:a16="http://schemas.microsoft.com/office/drawing/2014/main" id="{8EE689D9-7C02-EE46-6A5A-843A22EC7A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49" name="TextBox 531548"/>
          <p:cNvSpPr txBox="1"/>
          <p:nvPr/>
        </p:nvSpPr>
        <p:spPr>
          <a:xfrm>
            <a:off x="269434" y="6511567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V1.0 구현확인: 방향 전환 가드 미구현 — 입고 이송 중에도 출고 명령 발행 시 %DW490(D0310)가 즉시 '1'로 전환됨 (ECSDispatcher.cs 1302~1310행)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82" name="Text Box 2">
            <a:extLst>
              <a:ext uri="{FF2B5EF4-FFF2-40B4-BE49-F238E27FC236}">
                <a16:creationId xmlns:a16="http://schemas.microsoft.com/office/drawing/2014/main" id="{12B16AE6-635E-16DB-68C7-1650E15CCD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2483" name="Rectangle 3">
            <a:extLst>
              <a:ext uri="{FF2B5EF4-FFF2-40B4-BE49-F238E27FC236}">
                <a16:creationId xmlns:a16="http://schemas.microsoft.com/office/drawing/2014/main" id="{4F8C13E1-D75F-D87F-451E-FA6365AA5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484" name="Rectangle 4">
            <a:extLst>
              <a:ext uri="{FF2B5EF4-FFF2-40B4-BE49-F238E27FC236}">
                <a16:creationId xmlns:a16="http://schemas.microsoft.com/office/drawing/2014/main" id="{20DE9341-CB5A-1026-614B-671E4CAFE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2485" name="Rectangle 5">
            <a:extLst>
              <a:ext uri="{FF2B5EF4-FFF2-40B4-BE49-F238E27FC236}">
                <a16:creationId xmlns:a16="http://schemas.microsoft.com/office/drawing/2014/main" id="{A0549196-E7B6-3B6C-1B60-5D6E7D092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2486" name="Group 6">
            <a:extLst>
              <a:ext uri="{FF2B5EF4-FFF2-40B4-BE49-F238E27FC236}">
                <a16:creationId xmlns:a16="http://schemas.microsoft.com/office/drawing/2014/main" id="{78F68283-25C4-50F9-E2E8-3FFBFF5EBF8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2487" name="Line 7">
              <a:extLst>
                <a:ext uri="{FF2B5EF4-FFF2-40B4-BE49-F238E27FC236}">
                  <a16:creationId xmlns:a16="http://schemas.microsoft.com/office/drawing/2014/main" id="{EAA3F078-1C44-F250-9593-DF0B6476D8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2488" name="Line 8">
              <a:extLst>
                <a:ext uri="{FF2B5EF4-FFF2-40B4-BE49-F238E27FC236}">
                  <a16:creationId xmlns:a16="http://schemas.microsoft.com/office/drawing/2014/main" id="{614E5B0F-31B3-9DF1-14FD-98A2857498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2489" name="Group 9">
            <a:extLst>
              <a:ext uri="{FF2B5EF4-FFF2-40B4-BE49-F238E27FC236}">
                <a16:creationId xmlns:a16="http://schemas.microsoft.com/office/drawing/2014/main" id="{66377928-07CE-BE15-B70D-4AF9DEA182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2490" name="Rectangle 10">
              <a:extLst>
                <a:ext uri="{FF2B5EF4-FFF2-40B4-BE49-F238E27FC236}">
                  <a16:creationId xmlns:a16="http://schemas.microsoft.com/office/drawing/2014/main" id="{3F01627F-CA13-3B51-C573-3F4446C25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2491" name="Rectangle 11">
              <a:extLst>
                <a:ext uri="{FF2B5EF4-FFF2-40B4-BE49-F238E27FC236}">
                  <a16:creationId xmlns:a16="http://schemas.microsoft.com/office/drawing/2014/main" id="{34554164-B7AB-5168-9DDF-B081C99D98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2493" name="Text Box 13">
            <a:extLst>
              <a:ext uri="{FF2B5EF4-FFF2-40B4-BE49-F238E27FC236}">
                <a16:creationId xmlns:a16="http://schemas.microsoft.com/office/drawing/2014/main" id="{4D303029-4B33-9249-E035-E3724F1B0B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2494" name="Line 14">
            <a:extLst>
              <a:ext uri="{FF2B5EF4-FFF2-40B4-BE49-F238E27FC236}">
                <a16:creationId xmlns:a16="http://schemas.microsoft.com/office/drawing/2014/main" id="{94A76BE0-FD51-1297-AD70-50CD4AF6356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2495" name="Text Box 15">
            <a:extLst>
              <a:ext uri="{FF2B5EF4-FFF2-40B4-BE49-F238E27FC236}">
                <a16:creationId xmlns:a16="http://schemas.microsoft.com/office/drawing/2014/main" id="{828A4ACC-BB0A-600A-D716-FB8B1CDC20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2521" name="AutoShape 41">
            <a:extLst>
              <a:ext uri="{FF2B5EF4-FFF2-40B4-BE49-F238E27FC236}">
                <a16:creationId xmlns:a16="http://schemas.microsoft.com/office/drawing/2014/main" id="{3BEBDC09-9488-6A97-89A3-3F629D41D6D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522" name="Text Box 42">
            <a:extLst>
              <a:ext uri="{FF2B5EF4-FFF2-40B4-BE49-F238E27FC236}">
                <a16:creationId xmlns:a16="http://schemas.microsoft.com/office/drawing/2014/main" id="{9F5D449E-B1D7-6E4B-66B5-4D14DDCA54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762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작업자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실시 완료</a:t>
            </a:r>
          </a:p>
        </p:txBody>
      </p:sp>
      <p:sp>
        <p:nvSpPr>
          <p:cNvPr id="532524" name="Line 44">
            <a:extLst>
              <a:ext uri="{FF2B5EF4-FFF2-40B4-BE49-F238E27FC236}">
                <a16:creationId xmlns:a16="http://schemas.microsoft.com/office/drawing/2014/main" id="{FDD72968-A584-5301-0E58-6BF3EA8352F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17303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5" name="Text Box 45">
            <a:extLst>
              <a:ext uri="{FF2B5EF4-FFF2-40B4-BE49-F238E27FC236}">
                <a16:creationId xmlns:a16="http://schemas.microsoft.com/office/drawing/2014/main" id="{C3A61A7E-C703-6AAF-FBA5-666B578C2C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8500" y="1485900"/>
            <a:ext cx="11811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M036.3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2526" name="Text Box 46">
            <a:extLst>
              <a:ext uri="{FF2B5EF4-FFF2-40B4-BE49-F238E27FC236}">
                <a16:creationId xmlns:a16="http://schemas.microsoft.com/office/drawing/2014/main" id="{CE15C5BF-2BAA-0AD6-FAA8-219756D1B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4922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27" name="Line 47">
            <a:extLst>
              <a:ext uri="{FF2B5EF4-FFF2-40B4-BE49-F238E27FC236}">
                <a16:creationId xmlns:a16="http://schemas.microsoft.com/office/drawing/2014/main" id="{A311EDAA-A5A4-A5DD-0959-9638BCFDA93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0796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8" name="Text Box 48">
            <a:extLst>
              <a:ext uri="{FF2B5EF4-FFF2-40B4-BE49-F238E27FC236}">
                <a16:creationId xmlns:a16="http://schemas.microsoft.com/office/drawing/2014/main" id="{F4E50580-6644-3288-25D5-20FAC9EBF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1835150"/>
            <a:ext cx="146426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2529" name="Text Box 49">
            <a:extLst>
              <a:ext uri="{FF2B5EF4-FFF2-40B4-BE49-F238E27FC236}">
                <a16:creationId xmlns:a16="http://schemas.microsoft.com/office/drawing/2014/main" id="{9442BB1F-BFE5-456A-7E5F-2C380DD6BB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8415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0" name="Line 50">
            <a:extLst>
              <a:ext uri="{FF2B5EF4-FFF2-40B4-BE49-F238E27FC236}">
                <a16:creationId xmlns:a16="http://schemas.microsoft.com/office/drawing/2014/main" id="{24AFA3EE-7080-8EF8-FBA6-8AE957C5192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7416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31" name="Text Box 51">
            <a:extLst>
              <a:ext uri="{FF2B5EF4-FFF2-40B4-BE49-F238E27FC236}">
                <a16:creationId xmlns:a16="http://schemas.microsoft.com/office/drawing/2014/main" id="{E648D49F-4488-7E6A-9AC1-21DA5B78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974" y="2540000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2" name="Text Box 52">
            <a:extLst>
              <a:ext uri="{FF2B5EF4-FFF2-40B4-BE49-F238E27FC236}">
                <a16:creationId xmlns:a16="http://schemas.microsoft.com/office/drawing/2014/main" id="{853AB052-EFC5-B414-31F1-4BCDCA2F7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5400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6" name="Text Box 56">
            <a:extLst>
              <a:ext uri="{FF2B5EF4-FFF2-40B4-BE49-F238E27FC236}">
                <a16:creationId xmlns:a16="http://schemas.microsoft.com/office/drawing/2014/main" id="{E5ACF21E-B544-78E2-C9C6-EE35E8BE2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551" y="21939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7" name="Text Box 57">
            <a:extLst>
              <a:ext uri="{FF2B5EF4-FFF2-40B4-BE49-F238E27FC236}">
                <a16:creationId xmlns:a16="http://schemas.microsoft.com/office/drawing/2014/main" id="{9D9DCC06-AB17-1B7E-74CA-2DF8AB6693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200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38" name="Line 58">
            <a:extLst>
              <a:ext uri="{FF2B5EF4-FFF2-40B4-BE49-F238E27FC236}">
                <a16:creationId xmlns:a16="http://schemas.microsoft.com/office/drawing/2014/main" id="{DAFAF0FF-69D4-BE0B-F1D7-3BF16F593B8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438400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(R0130~R0131 %RB260~%RB262)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noStrike" dirty="0">
                <a:solidFill/>
                <a:latin typeface="Times New Roman"/>
              </a:rPr>
              <a:t>#27로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#28로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#28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NO(R0132~R0133 %RB264~%RB266)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41750" name="Group 54">
            <a:extLst>
              <a:ext uri="{FF2B5EF4-FFF2-40B4-BE49-F238E27FC236}">
                <a16:creationId xmlns:a16="http://schemas.microsoft.com/office/drawing/2014/main" id="{8FB24277-1E2D-1AE0-2CF6-0067AE62F9B6}"/>
              </a:ext>
            </a:extLst>
          </p:cNvPr>
          <p:cNvGrpSpPr>
            <a:grpSpLocks/>
          </p:cNvGrpSpPr>
          <p:nvPr/>
        </p:nvGrpSpPr>
        <p:grpSpPr bwMode="auto">
          <a:xfrm>
            <a:off x="8213725" y="669925"/>
            <a:ext cx="360363" cy="719138"/>
            <a:chOff x="995" y="2643"/>
            <a:chExt cx="227" cy="453"/>
          </a:xfrm>
        </p:grpSpPr>
        <p:sp>
          <p:nvSpPr>
            <p:cNvPr id="541751" name="Rectangle 55">
              <a:extLst>
                <a:ext uri="{FF2B5EF4-FFF2-40B4-BE49-F238E27FC236}">
                  <a16:creationId xmlns:a16="http://schemas.microsoft.com/office/drawing/2014/main" id="{C2BE612C-E275-6BC7-338D-0CD7B59A9B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1752" name="Rectangle 56">
              <a:extLst>
                <a:ext uri="{FF2B5EF4-FFF2-40B4-BE49-F238E27FC236}">
                  <a16:creationId xmlns:a16="http://schemas.microsoft.com/office/drawing/2014/main" id="{9608C56E-86E5-98C0-C346-41496BAF0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1753" name="AutoShape 57">
            <a:extLst>
              <a:ext uri="{FF2B5EF4-FFF2-40B4-BE49-F238E27FC236}">
                <a16:creationId xmlns:a16="http://schemas.microsoft.com/office/drawing/2014/main" id="{86AA7872-45E1-EC17-2A21-E1D6AB25B36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62975" y="6667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54" name="Text Box 58">
            <a:extLst>
              <a:ext uri="{FF2B5EF4-FFF2-40B4-BE49-F238E27FC236}">
                <a16:creationId xmlns:a16="http://schemas.microsoft.com/office/drawing/2014/main" id="{3C9CB223-D724-B94C-CA67-5784D1FB79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94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1755" name="Line 59">
            <a:extLst>
              <a:ext uri="{FF2B5EF4-FFF2-40B4-BE49-F238E27FC236}">
                <a16:creationId xmlns:a16="http://schemas.microsoft.com/office/drawing/2014/main" id="{765D61DF-1793-0FC3-AEC0-B1C92D113987}"/>
              </a:ext>
            </a:extLst>
          </p:cNvPr>
          <p:cNvSpPr>
            <a:spLocks noChangeShapeType="1"/>
          </p:cNvSpPr>
          <p:nvPr/>
        </p:nvSpPr>
        <p:spPr bwMode="auto">
          <a:xfrm>
            <a:off x="8142288" y="741363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1756" name="Group 60">
            <a:extLst>
              <a:ext uri="{FF2B5EF4-FFF2-40B4-BE49-F238E27FC236}">
                <a16:creationId xmlns:a16="http://schemas.microsoft.com/office/drawing/2014/main" id="{B646E611-0727-B652-65B9-34B93982FB08}"/>
              </a:ext>
            </a:extLst>
          </p:cNvPr>
          <p:cNvGrpSpPr>
            <a:grpSpLocks/>
          </p:cNvGrpSpPr>
          <p:nvPr/>
        </p:nvGrpSpPr>
        <p:grpSpPr bwMode="auto">
          <a:xfrm>
            <a:off x="8940800" y="669925"/>
            <a:ext cx="360363" cy="719138"/>
            <a:chOff x="5615" y="381"/>
            <a:chExt cx="227" cy="453"/>
          </a:xfrm>
        </p:grpSpPr>
        <p:sp>
          <p:nvSpPr>
            <p:cNvPr id="541757" name="Rectangle 61">
              <a:extLst>
                <a:ext uri="{FF2B5EF4-FFF2-40B4-BE49-F238E27FC236}">
                  <a16:creationId xmlns:a16="http://schemas.microsoft.com/office/drawing/2014/main" id="{FB8782CF-F70E-8CB5-0965-F468DC15E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1758" name="Rectangle 62">
              <a:extLst>
                <a:ext uri="{FF2B5EF4-FFF2-40B4-BE49-F238E27FC236}">
                  <a16:creationId xmlns:a16="http://schemas.microsoft.com/office/drawing/2014/main" id="{42D450A9-D486-7BE1-7CB7-F09F01A0C2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30</a:t>
              </a:r>
            </a:p>
          </p:txBody>
        </p:sp>
      </p:grpSp>
      <p:sp>
        <p:nvSpPr>
          <p:cNvPr id="541759" name="Rectangle 63">
            <a:extLst>
              <a:ext uri="{FF2B5EF4-FFF2-40B4-BE49-F238E27FC236}">
                <a16:creationId xmlns:a16="http://schemas.microsoft.com/office/drawing/2014/main" id="{7703ED19-C84A-2DB4-BDB7-20F0A7890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4088" y="1030288"/>
            <a:ext cx="360362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1760" name="Text Box 64">
            <a:extLst>
              <a:ext uri="{FF2B5EF4-FFF2-40B4-BE49-F238E27FC236}">
                <a16:creationId xmlns:a16="http://schemas.microsoft.com/office/drawing/2014/main" id="{5F6122FB-AE2B-87EF-FA9D-D8A7558848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30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#29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(R0134~R0135 %RB268~%RB270)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#29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피킹존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파렛트 투입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(R0144~R0145 %RB288~%RB290)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noStrike" dirty="0">
                <a:solidFill/>
                <a:latin typeface="Times New Roman"/>
              </a:rPr>
              <a:t>#30로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#32로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NO(R0142~R0143 %RB284~%RB286)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(R0140~R0141 %RB280~%RB282)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#31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C/V#2도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 (C/V#11과 </a:t>
            </a:r>
            <a:r>
              <a:rPr sz="900" b="1" dirty="0" err="1">
                <a:solidFill>
                  <a:srgbClr val="FF0000"/>
                </a:solidFill>
              </a:rPr>
              <a:t>동일</a:t>
            </a:r>
            <a:r>
              <a:rPr sz="900" b="1" dirty="0">
                <a:solidFill>
                  <a:srgbClr val="FF0000"/>
                </a:solidFill>
              </a:rPr>
              <a:t>, 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) / IN_READY_02·OPERATION_MODE는 </a:t>
            </a:r>
            <a:r>
              <a:rPr sz="900" b="1" dirty="0" err="1">
                <a:solidFill>
                  <a:srgbClr val="FF0000"/>
                </a:solidFill>
              </a:rPr>
              <a:t>판독만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하고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배차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조건에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미활용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PLC </a:t>
            </a:r>
            <a:r>
              <a:rPr sz="900" b="1" dirty="0" err="1">
                <a:solidFill>
                  <a:srgbClr val="FF0000"/>
                </a:solidFill>
              </a:rPr>
              <a:t>래더의</a:t>
            </a:r>
            <a:r>
              <a:rPr sz="900" b="1" dirty="0">
                <a:solidFill>
                  <a:srgbClr val="FF0000"/>
                </a:solidFill>
              </a:rPr>
              <a:t> Ack </a:t>
            </a:r>
            <a:r>
              <a:rPr sz="900" b="1" dirty="0" err="1">
                <a:solidFill>
                  <a:srgbClr val="FF0000"/>
                </a:solidFill>
              </a:rPr>
              <a:t>리셋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2347" y="1751410"/>
            <a:ext cx="5196840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sz="1000" b="0" dirty="0">
                <a:solidFill/>
                <a:latin typeface="Times New Roman"/>
              </a:rPr>
              <a:t>(From : D0530 → %DW848(%DB1696), To : D0533 → %DW851(%DB1702), Job No : D0536 → %DW854(%DB1708))</a:t>
            </a:r>
            <a:endParaRPr lang="en-US" altLang="ko-KR" sz="1000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 위치에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Transfer Complete </a:t>
            </a:r>
            <a:r>
              <a:rPr sz="900" b="1" dirty="0" err="1">
                <a:solidFill>
                  <a:srgbClr val="FF0000"/>
                </a:solidFill>
              </a:rPr>
              <a:t>Ack는</a:t>
            </a:r>
            <a:r>
              <a:rPr sz="900" b="1" dirty="0">
                <a:solidFill>
                  <a:srgbClr val="FF0000"/>
                </a:solidFill>
              </a:rPr>
              <a:t> DB(TB_OBSERVABLE)에 </a:t>
            </a:r>
            <a:r>
              <a:rPr sz="900" b="1" dirty="0" err="1">
                <a:solidFill>
                  <a:srgbClr val="FF0000"/>
                </a:solidFill>
              </a:rPr>
              <a:t>대응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관측값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(RGV Ack </a:t>
            </a:r>
            <a:r>
              <a:rPr sz="900" b="1" dirty="0" err="1">
                <a:solidFill>
                  <a:srgbClr val="FF0000"/>
                </a:solidFill>
              </a:rPr>
              <a:t>블록</a:t>
            </a:r>
            <a:r>
              <a:rPr sz="900" b="1" dirty="0">
                <a:solidFill>
                  <a:srgbClr val="FF0000"/>
                </a:solidFill>
              </a:rPr>
              <a:t> B0650~B0654) —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필요</a:t>
            </a:r>
            <a:r>
              <a:rPr sz="900" b="1" dirty="0">
                <a:solidFill>
                  <a:srgbClr val="FF0000"/>
                </a:solidFill>
              </a:rPr>
              <a:t>. 그 외 S/C·RGV </a:t>
            </a:r>
            <a:r>
              <a:rPr sz="900" b="1" dirty="0" err="1">
                <a:solidFill>
                  <a:srgbClr val="FF0000"/>
                </a:solidFill>
              </a:rPr>
              <a:t>반송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핸드셰이크는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완료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Vehicle.cs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9DF23-8A2C-BA6A-15DC-59A128173A15}"/>
              </a:ext>
            </a:extLst>
          </p:cNvPr>
          <p:cNvSpPr txBox="1"/>
          <p:nvPr/>
        </p:nvSpPr>
        <p:spPr>
          <a:xfrm>
            <a:off x="304800" y="698500"/>
            <a:ext cx="94869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2400">
                <a:solidFill>
                  <a:srgbClr val="8B0000"/>
                </a:solidFill>
              </a:rPr>
              <a:t>반송 시나리오 </a:t>
            </a:r>
            <a:r>
              <a:rPr lang="en-US" altLang="ko-KR" sz="2400">
                <a:solidFill>
                  <a:srgbClr val="8B0000"/>
                </a:solidFill>
              </a:rPr>
              <a:t>: </a:t>
            </a:r>
            <a:r>
              <a:rPr lang="ko-KR" altLang="en-US" sz="2400">
                <a:solidFill>
                  <a:srgbClr val="8B0000"/>
                </a:solidFill>
              </a:rPr>
              <a:t>입출고대 → </a:t>
            </a:r>
            <a:r>
              <a:rPr lang="en-US" altLang="ko-KR" sz="2400">
                <a:solidFill>
                  <a:srgbClr val="8B0000"/>
                </a:solidFill>
              </a:rPr>
              <a:t>S/C #1 </a:t>
            </a:r>
            <a:r>
              <a:rPr lang="ko-KR" altLang="en-US" sz="2400">
                <a:solidFill>
                  <a:srgbClr val="8B0000"/>
                </a:solidFill>
              </a:rPr>
              <a:t>입고작업 </a:t>
            </a:r>
            <a:r>
              <a:rPr lang="en-US" altLang="ko-KR" sz="2400">
                <a:solidFill>
                  <a:srgbClr val="8B0000"/>
                </a:solidFill>
              </a:rPr>
              <a:t>(</a:t>
            </a:r>
            <a:r>
              <a:rPr lang="ko-KR" altLang="en-US" sz="2400">
                <a:solidFill>
                  <a:srgbClr val="8B0000"/>
                </a:solidFill>
              </a:rPr>
              <a:t>시작 → 끝</a:t>
            </a:r>
            <a:r>
              <a:rPr lang="en-US" altLang="ko-KR" sz="2400">
                <a:solidFill>
                  <a:srgbClr val="8B0000"/>
                </a:solidFill>
              </a:rPr>
              <a:t>)</a:t>
            </a:r>
            <a:endParaRPr lang="ko-KR" altLang="en-US" sz="2400">
              <a:solidFill>
                <a:srgbClr val="8B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740E3-1DB3-8C0F-1878-FC62DDACDA0B}"/>
              </a:ext>
            </a:extLst>
          </p:cNvPr>
          <p:cNvSpPr txBox="1"/>
          <p:nvPr/>
        </p:nvSpPr>
        <p:spPr>
          <a:xfrm>
            <a:off x="584200" y="1460500"/>
            <a:ext cx="8928100" cy="249299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300"/>
              <a:t>경로 </a:t>
            </a:r>
            <a:r>
              <a:rPr lang="en-US" altLang="ko-KR" sz="1300"/>
              <a:t>:  </a:t>
            </a:r>
            <a:r>
              <a:rPr lang="ko-KR" altLang="en-US" sz="1300"/>
              <a:t>입출고대 </a:t>
            </a:r>
            <a:r>
              <a:rPr lang="en-US" altLang="ko-KR" sz="1300"/>
              <a:t>#22 → #21 (C/V #11)  →  RGV #1  →  C/V #2  #3 → #4  →  S/C #1  →  </a:t>
            </a:r>
            <a:r>
              <a:rPr lang="ko-KR" altLang="en-US" sz="1300"/>
              <a:t>랙</a:t>
            </a:r>
            <a:r>
              <a:rPr lang="en-US" altLang="ko-KR" sz="1300"/>
              <a:t>(</a:t>
            </a:r>
            <a:r>
              <a:rPr lang="ko-KR" altLang="en-US" sz="1300"/>
              <a:t>열</a:t>
            </a:r>
            <a:r>
              <a:rPr lang="en-US" altLang="ko-KR" sz="1300"/>
              <a:t>/</a:t>
            </a:r>
            <a:r>
              <a:rPr lang="ko-KR" altLang="en-US" sz="1300"/>
              <a:t>연</a:t>
            </a:r>
            <a:r>
              <a:rPr lang="en-US" altLang="ko-KR" sz="1300"/>
              <a:t>/</a:t>
            </a:r>
            <a:r>
              <a:rPr lang="ko-KR" altLang="en-US" sz="1300"/>
              <a:t>단</a:t>
            </a:r>
            <a:r>
              <a:rPr lang="en-US" altLang="ko-KR" sz="1300"/>
              <a:t>)</a:t>
            </a:r>
          </a:p>
          <a:p>
            <a:endParaRPr lang="en-US" altLang="ko-KR" sz="1300"/>
          </a:p>
          <a:p>
            <a:r>
              <a:rPr lang="en-US" altLang="ko-KR" sz="1300"/>
              <a:t>①  </a:t>
            </a:r>
            <a:r>
              <a:rPr lang="ko-KR" altLang="en-US" sz="1300"/>
              <a:t>입출고대 </a:t>
            </a:r>
            <a:r>
              <a:rPr lang="en-US" altLang="ko-KR" sz="1300"/>
              <a:t>#22 → #21          (C/V #11 </a:t>
            </a:r>
            <a:r>
              <a:rPr lang="ko-KR" altLang="en-US" sz="1300"/>
              <a:t>입고</a:t>
            </a:r>
            <a:r>
              <a:rPr lang="en-US" altLang="ko-KR" sz="1300"/>
              <a:t>)              … </a:t>
            </a:r>
            <a:r>
              <a:rPr lang="ko-KR" altLang="en-US" sz="1300"/>
              <a:t>슬라이드 </a:t>
            </a:r>
            <a:r>
              <a:rPr lang="en-US" altLang="ko-KR" sz="1300"/>
              <a:t>21 · 22</a:t>
            </a:r>
          </a:p>
          <a:p>
            <a:r>
              <a:rPr lang="en-US" altLang="ko-KR" sz="1300"/>
              <a:t>②  RGV #1 </a:t>
            </a:r>
            <a:r>
              <a:rPr lang="ko-KR" altLang="en-US" sz="1300"/>
              <a:t>반송  </a:t>
            </a:r>
            <a:r>
              <a:rPr lang="en-US" altLang="ko-KR" sz="1300"/>
              <a:t>#21 → C/V #2 #3   (To = 00/00/03)          … </a:t>
            </a:r>
            <a:r>
              <a:rPr lang="ko-KR" altLang="en-US" sz="1300"/>
              <a:t>슬라이드 </a:t>
            </a:r>
            <a:r>
              <a:rPr lang="en-US" altLang="ko-KR" sz="1300"/>
              <a:t>23 · 24</a:t>
            </a:r>
          </a:p>
          <a:p>
            <a:r>
              <a:rPr lang="en-US" altLang="ko-KR" sz="1300"/>
              <a:t>③  </a:t>
            </a:r>
            <a:r>
              <a:rPr lang="ko-KR" altLang="en-US" sz="1300"/>
              <a:t>통로 </a:t>
            </a:r>
            <a:r>
              <a:rPr lang="en-US" altLang="ko-KR" sz="1300"/>
              <a:t>C/V #2  #3 → #4         (JOB R0010 → R0012)        … </a:t>
            </a:r>
            <a:r>
              <a:rPr lang="ko-KR" altLang="en-US" sz="1300"/>
              <a:t>슬라이드 </a:t>
            </a:r>
            <a:r>
              <a:rPr lang="en-US" altLang="ko-KR" sz="1300"/>
              <a:t>25 · 26</a:t>
            </a:r>
          </a:p>
          <a:p>
            <a:r>
              <a:rPr lang="en-US" altLang="ko-KR" sz="1300"/>
              <a:t>④  S/C #1 </a:t>
            </a:r>
            <a:r>
              <a:rPr lang="ko-KR" altLang="en-US" sz="1300"/>
              <a:t>반송  </a:t>
            </a:r>
            <a:r>
              <a:rPr lang="en-US" altLang="ko-KR" sz="1300"/>
              <a:t>C/V #2 #4 → </a:t>
            </a:r>
            <a:r>
              <a:rPr lang="ko-KR" altLang="en-US" sz="1300"/>
              <a:t>랙   </a:t>
            </a:r>
            <a:r>
              <a:rPr lang="en-US" altLang="ko-KR" sz="1300"/>
              <a:t>(From = 00/00/04, To = </a:t>
            </a:r>
            <a:r>
              <a:rPr lang="ko-KR" altLang="en-US" sz="1300"/>
              <a:t>좌우</a:t>
            </a:r>
            <a:r>
              <a:rPr lang="en-US" altLang="ko-KR" sz="1300"/>
              <a:t>/Bay/Level)  … </a:t>
            </a:r>
            <a:r>
              <a:rPr lang="ko-KR" altLang="en-US" sz="1300"/>
              <a:t>슬라이드 </a:t>
            </a:r>
            <a:r>
              <a:rPr lang="en-US" altLang="ko-KR" sz="1300"/>
              <a:t>27 · 28</a:t>
            </a:r>
          </a:p>
          <a:p>
            <a:endParaRPr lang="en-US" altLang="ko-KR" sz="1300"/>
          </a:p>
          <a:p>
            <a:r>
              <a:rPr lang="ko-KR" altLang="en-US" sz="1300"/>
              <a:t>작업번호</a:t>
            </a:r>
            <a:r>
              <a:rPr lang="en-US" altLang="ko-KR" sz="1300"/>
              <a:t>(</a:t>
            </a:r>
            <a:r>
              <a:rPr lang="ko-KR" altLang="en-US" sz="1300"/>
              <a:t>트래킹</a:t>
            </a:r>
            <a:r>
              <a:rPr lang="en-US" altLang="ko-KR" sz="1300"/>
              <a:t>) </a:t>
            </a:r>
            <a:r>
              <a:rPr lang="ko-KR" altLang="en-US" sz="1300"/>
              <a:t>이동 </a:t>
            </a:r>
            <a:r>
              <a:rPr lang="en-US" altLang="ko-KR" sz="1300"/>
              <a:t>:  R0102 → R0100 (C/V #11)  →  R0310 (RGV #1)  →  R0010 → R0012 (C/V #2)  →  R0300 (S/C #1)  →  </a:t>
            </a:r>
            <a:r>
              <a:rPr lang="ko-KR" altLang="en-US" sz="1300"/>
              <a:t>랙</a:t>
            </a:r>
          </a:p>
          <a:p>
            <a:endParaRPr lang="ko-KR" altLang="en-US" sz="1300"/>
          </a:p>
          <a:p>
            <a:r>
              <a:rPr lang="en-US" altLang="ko-KR" sz="1100">
                <a:solidFill>
                  <a:srgbClr val="00008B"/>
                </a:solidFill>
              </a:rPr>
              <a:t>※ S/C #1 </a:t>
            </a:r>
            <a:r>
              <a:rPr lang="ko-KR" altLang="en-US" sz="1100">
                <a:solidFill>
                  <a:srgbClr val="00008B"/>
                </a:solidFill>
              </a:rPr>
              <a:t>은 입고</a:t>
            </a:r>
            <a:r>
              <a:rPr lang="en-US" altLang="ko-KR" sz="1100">
                <a:solidFill>
                  <a:srgbClr val="00008B"/>
                </a:solidFill>
              </a:rPr>
              <a:t>·</a:t>
            </a:r>
            <a:r>
              <a:rPr lang="ko-KR" altLang="en-US" sz="1100">
                <a:solidFill>
                  <a:srgbClr val="00008B"/>
                </a:solidFill>
              </a:rPr>
              <a:t>출고 모두 </a:t>
            </a:r>
            <a:r>
              <a:rPr lang="en-US" altLang="ko-KR" sz="1100">
                <a:solidFill>
                  <a:srgbClr val="00008B"/>
                </a:solidFill>
              </a:rPr>
              <a:t>C/V #2(#3/#4, </a:t>
            </a:r>
            <a:r>
              <a:rPr lang="ko-KR" altLang="en-US" sz="1100">
                <a:solidFill>
                  <a:srgbClr val="00008B"/>
                </a:solidFill>
              </a:rPr>
              <a:t>방향전환형</a:t>
            </a:r>
            <a:r>
              <a:rPr lang="en-US" altLang="ko-KR" sz="1100">
                <a:solidFill>
                  <a:srgbClr val="00008B"/>
                </a:solidFill>
              </a:rPr>
              <a:t>)</a:t>
            </a:r>
            <a:r>
              <a:rPr lang="ko-KR" altLang="en-US" sz="1100">
                <a:solidFill>
                  <a:srgbClr val="00008B"/>
                </a:solidFill>
              </a:rPr>
              <a:t>를 사용한다</a:t>
            </a:r>
            <a:r>
              <a:rPr lang="en-US" altLang="ko-KR" sz="1100">
                <a:solidFill>
                  <a:srgbClr val="00008B"/>
                </a:solidFill>
              </a:rPr>
              <a:t>. PLC </a:t>
            </a:r>
            <a:r>
              <a:rPr lang="ko-KR" altLang="en-US" sz="1100">
                <a:solidFill>
                  <a:srgbClr val="00008B"/>
                </a:solidFill>
              </a:rPr>
              <a:t>조사본</a:t>
            </a:r>
            <a:r>
              <a:rPr lang="en-US" altLang="ko-KR" sz="1100">
                <a:solidFill>
                  <a:srgbClr val="00008B"/>
                </a:solidFill>
              </a:rPr>
              <a:t>(260818)</a:t>
            </a:r>
            <a:r>
              <a:rPr lang="ko-KR" altLang="en-US" sz="1100">
                <a:solidFill>
                  <a:srgbClr val="00008B"/>
                </a:solidFill>
              </a:rPr>
              <a:t>에는 </a:t>
            </a:r>
            <a:r>
              <a:rPr lang="en-US" altLang="ko-KR" sz="1100">
                <a:solidFill>
                  <a:srgbClr val="00008B"/>
                </a:solidFill>
              </a:rPr>
              <a:t>SC_1 </a:t>
            </a:r>
            <a:r>
              <a:rPr lang="ko-KR" altLang="en-US" sz="1100">
                <a:solidFill>
                  <a:srgbClr val="00008B"/>
                </a:solidFill>
              </a:rPr>
              <a:t>시나리오가 없어 </a:t>
            </a:r>
            <a:r>
              <a:rPr lang="en-US" altLang="ko-KR" sz="1100">
                <a:solidFill>
                  <a:srgbClr val="00008B"/>
                </a:solidFill>
              </a:rPr>
              <a:t>V1.2 </a:t>
            </a:r>
            <a:r>
              <a:rPr lang="ko-KR" altLang="en-US" sz="1100">
                <a:solidFill>
                  <a:srgbClr val="00008B"/>
                </a:solidFill>
              </a:rPr>
              <a:t>검증본을 그대로 연장했다</a:t>
            </a:r>
            <a:r>
              <a:rPr lang="en-US" altLang="ko-KR" sz="1100">
                <a:solidFill>
                  <a:srgbClr val="00008B"/>
                </a:solidFill>
              </a:rPr>
              <a:t>.</a:t>
            </a:r>
            <a:endParaRPr lang="ko-KR" altLang="en-US" sz="1100">
              <a:solidFill>
                <a:srgbClr val="00008B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1BAEF0-B04A-5A10-6732-B92E2CFB39A0}"/>
              </a:ext>
            </a:extLst>
          </p:cNvPr>
          <p:cNvSpPr txBox="1"/>
          <p:nvPr/>
        </p:nvSpPr>
        <p:spPr>
          <a:xfrm>
            <a:off x="304800" y="6248400"/>
            <a:ext cx="94869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l"/>
            <a:r>
              <a:rPr lang="ko-KR" altLang="en-US" sz="1000">
                <a:solidFill>
                  <a:srgbClr val="003399"/>
                </a:solidFill>
              </a:rPr>
              <a:t>▶ </a:t>
            </a:r>
            <a:r>
              <a:rPr lang="en-US" altLang="ko-KR" sz="1000">
                <a:solidFill>
                  <a:srgbClr val="003399"/>
                </a:solidFill>
              </a:rPr>
              <a:t>2~5</a:t>
            </a:r>
            <a:r>
              <a:rPr lang="ko-KR" altLang="en-US" sz="1000">
                <a:solidFill>
                  <a:srgbClr val="003399"/>
                </a:solidFill>
              </a:rPr>
              <a:t>호기 영역 병기 </a:t>
            </a:r>
            <a:r>
              <a:rPr lang="en-US" altLang="ko-KR" sz="1000">
                <a:solidFill>
                  <a:srgbClr val="003399"/>
                </a:solidFill>
              </a:rPr>
              <a:t>: </a:t>
            </a:r>
            <a:r>
              <a:rPr lang="ko-KR" altLang="en-US" sz="1000">
                <a:solidFill>
                  <a:srgbClr val="003399"/>
                </a:solidFill>
              </a:rPr>
              <a:t>슬라이드 </a:t>
            </a:r>
            <a:r>
              <a:rPr lang="en-US" altLang="ko-KR" sz="1000">
                <a:solidFill>
                  <a:srgbClr val="003399"/>
                </a:solidFill>
              </a:rPr>
              <a:t>29~32 (①</a:t>
            </a:r>
            <a:r>
              <a:rPr lang="ko-KR" altLang="en-US" sz="1000">
                <a:solidFill>
                  <a:srgbClr val="003399"/>
                </a:solidFill>
              </a:rPr>
              <a:t>입출고대 </a:t>
            </a:r>
            <a:r>
              <a:rPr lang="en-US" altLang="ko-KR" sz="1000">
                <a:solidFill>
                  <a:srgbClr val="003399"/>
                </a:solidFill>
              </a:rPr>
              <a:t>C/V · ②RGV · ③</a:t>
            </a:r>
            <a:r>
              <a:rPr lang="ko-KR" altLang="en-US" sz="1000">
                <a:solidFill>
                  <a:srgbClr val="003399"/>
                </a:solidFill>
              </a:rPr>
              <a:t>통로 </a:t>
            </a:r>
            <a:r>
              <a:rPr lang="en-US" altLang="ko-KR" sz="1000">
                <a:solidFill>
                  <a:srgbClr val="003399"/>
                </a:solidFill>
              </a:rPr>
              <a:t>C/V · ④S/C </a:t>
            </a:r>
            <a:r>
              <a:rPr lang="ko-KR" altLang="en-US" sz="1000">
                <a:solidFill>
                  <a:srgbClr val="003399"/>
                </a:solidFill>
              </a:rPr>
              <a:t>를 </a:t>
            </a:r>
            <a:r>
              <a:rPr lang="en-US" altLang="ko-KR" sz="1000">
                <a:solidFill>
                  <a:srgbClr val="003399"/>
                </a:solidFill>
              </a:rPr>
              <a:t>1~5</a:t>
            </a:r>
            <a:r>
              <a:rPr lang="ko-KR" altLang="en-US" sz="1000">
                <a:solidFill>
                  <a:srgbClr val="003399"/>
                </a:solidFill>
              </a:rPr>
              <a:t>호기 주소로 전부 나열</a:t>
            </a:r>
            <a:r>
              <a:rPr lang="en-US" altLang="ko-KR" sz="1000">
                <a:solidFill>
                  <a:srgbClr val="003399"/>
                </a:solidFill>
              </a:rPr>
              <a:t>)
▶ </a:t>
            </a:r>
            <a:r>
              <a:rPr lang="ko-KR" altLang="en-US" sz="1000">
                <a:solidFill>
                  <a:srgbClr val="003399"/>
                </a:solidFill>
              </a:rPr>
              <a:t>이어지는 반송 시나리오 </a:t>
            </a:r>
            <a:r>
              <a:rPr lang="en-US" altLang="ko-KR" sz="1000">
                <a:solidFill>
                  <a:srgbClr val="003399"/>
                </a:solidFill>
              </a:rPr>
              <a:t>: 33~37 (2. </a:t>
            </a:r>
            <a:r>
              <a:rPr lang="ko-KR" altLang="en-US" sz="1000">
                <a:solidFill>
                  <a:srgbClr val="003399"/>
                </a:solidFill>
              </a:rPr>
              <a:t>출고</a:t>
            </a:r>
            <a:r>
              <a:rPr lang="en-US" altLang="ko-KR" sz="1000">
                <a:solidFill>
                  <a:srgbClr val="003399"/>
                </a:solidFill>
              </a:rPr>
              <a:t>) · 38~42 (3-1. 26 </a:t>
            </a:r>
            <a:r>
              <a:rPr lang="ko-KR" altLang="en-US" sz="1000">
                <a:solidFill>
                  <a:srgbClr val="003399"/>
                </a:solidFill>
              </a:rPr>
              <a:t>입고</a:t>
            </a:r>
            <a:r>
              <a:rPr lang="en-US" altLang="ko-KR" sz="1000">
                <a:solidFill>
                  <a:srgbClr val="003399"/>
                </a:solidFill>
              </a:rPr>
              <a:t>) · 43~47 (3-2. 24 </a:t>
            </a:r>
            <a:r>
              <a:rPr lang="ko-KR" altLang="en-US" sz="1000">
                <a:solidFill>
                  <a:srgbClr val="003399"/>
                </a:solidFill>
              </a:rPr>
              <a:t>출고</a:t>
            </a:r>
            <a:r>
              <a:rPr lang="en-US" altLang="ko-KR" sz="1000">
                <a:solidFill>
                  <a:srgbClr val="003399"/>
                </a:solidFill>
              </a:rPr>
              <a:t>) · 48~52 (4-1. 30 </a:t>
            </a:r>
            <a:r>
              <a:rPr lang="ko-KR" altLang="en-US" sz="1000">
                <a:solidFill>
                  <a:srgbClr val="003399"/>
                </a:solidFill>
              </a:rPr>
              <a:t>입고</a:t>
            </a:r>
            <a:r>
              <a:rPr lang="en-US" altLang="ko-KR" sz="1000">
                <a:solidFill>
                  <a:srgbClr val="003399"/>
                </a:solidFill>
              </a:rPr>
              <a:t>) · 53~57 (4-2. 29 </a:t>
            </a:r>
            <a:r>
              <a:rPr lang="ko-KR" altLang="en-US" sz="1000">
                <a:solidFill>
                  <a:srgbClr val="003399"/>
                </a:solidFill>
              </a:rPr>
              <a:t>출고</a:t>
            </a:r>
            <a:r>
              <a:rPr lang="en-US" altLang="ko-KR" sz="1000">
                <a:solidFill>
                  <a:srgbClr val="003399"/>
                </a:solidFill>
              </a:rPr>
              <a:t>)</a:t>
            </a:r>
            <a:endParaRPr lang="ko-KR" altLang="en-US" sz="100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6595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22473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입출고대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#21, C/V #11)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667" y="3763963"/>
            <a:ext cx="1651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lang="en-US" b="0" strike="noStrike">
                <a:solidFill/>
                <a:latin typeface="Times New Roman"/>
              </a:rPr>
              <a:t>D0310 → %DW490(%DB980) “0”</a:t>
            </a:r>
            <a:endParaRPr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295368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22473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①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입출고대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#22 → #21, C/V #11)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475535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25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#21 → C/V #2 #3)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1510" y="1717359"/>
            <a:ext cx="3018513" cy="40862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D0370(%DW848)=00/00/21,  To : D0373(%DW851)=00/00/03,</a:t>
            </a:r>
          </a:p>
          <a:p>
            <a:r>
              <a:rPr lang="en-US" b="0">
                <a:solidFill/>
                <a:latin typeface="Times New Roman"/>
              </a:rPr>
              <a:t>Job No : D0376(%DW854)=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: 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C/V #2 #3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으로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582D0-8878-988F-D004-98CBCD2C35A2}"/>
              </a:ext>
            </a:extLst>
          </p:cNvPr>
          <p:cNvSpPr txBox="1"/>
          <p:nvPr/>
        </p:nvSpPr>
        <p:spPr>
          <a:xfrm>
            <a:off x="508000" y="5943600"/>
            <a:ext cx="8128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</a:t>
            </a:r>
            <a:r>
              <a:rPr lang="ko-KR" altLang="en-US" sz="900">
                <a:solidFill>
                  <a:srgbClr val="00008B"/>
                </a:solidFill>
              </a:rPr>
              <a:t>구표기 </a:t>
            </a:r>
            <a:r>
              <a:rPr lang="en-US" altLang="ko-KR" sz="900">
                <a:solidFill>
                  <a:srgbClr val="00008B"/>
                </a:solidFill>
              </a:rPr>
              <a:t>D0530 → D0370 </a:t>
            </a:r>
            <a:r>
              <a:rPr lang="ko-KR" altLang="en-US" sz="900">
                <a:solidFill>
                  <a:srgbClr val="00008B"/>
                </a:solidFill>
              </a:rPr>
              <a:t>정정 </a:t>
            </a:r>
            <a:r>
              <a:rPr lang="en-US" altLang="ko-KR" sz="900">
                <a:solidFill>
                  <a:srgbClr val="00008B"/>
                </a:solidFill>
              </a:rPr>
              <a:t>(</a:t>
            </a:r>
            <a:r>
              <a:rPr lang="ko-KR" altLang="en-US" sz="900">
                <a:solidFill>
                  <a:srgbClr val="00008B"/>
                </a:solidFill>
              </a:rPr>
              <a:t>메모리맵 </a:t>
            </a:r>
            <a:r>
              <a:rPr lang="en-US" altLang="ko-KR" sz="900">
                <a:solidFill>
                  <a:srgbClr val="00008B"/>
                </a:solidFill>
              </a:rPr>
              <a:t>'Word </a:t>
            </a:r>
            <a:r>
              <a:rPr lang="ko-KR" altLang="en-US" sz="900">
                <a:solidFill>
                  <a:srgbClr val="00008B"/>
                </a:solidFill>
              </a:rPr>
              <a:t>영역 </a:t>
            </a:r>
            <a:r>
              <a:rPr lang="en-US" altLang="ko-KR" sz="900">
                <a:solidFill>
                  <a:srgbClr val="00008B"/>
                </a:solidFill>
              </a:rPr>
              <a:t>: ECS'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RGV#1 </a:t>
            </a:r>
            <a:r>
              <a:rPr lang="ko-KR" altLang="en-US" sz="900">
                <a:solidFill>
                  <a:srgbClr val="00008B"/>
                </a:solidFill>
              </a:rPr>
              <a:t>명령블록 </a:t>
            </a:r>
            <a:r>
              <a:rPr lang="en-US" altLang="ko-KR" sz="900">
                <a:solidFill>
                  <a:srgbClr val="00008B"/>
                </a:solidFill>
              </a:rPr>
              <a:t>= D0370).  To = 00/00/03 = C/V #2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#3 (RGV</a:t>
            </a:r>
            <a:r>
              <a:rPr lang="ko-KR" altLang="en-US" sz="900">
                <a:solidFill>
                  <a:srgbClr val="00008B"/>
                </a:solidFill>
              </a:rPr>
              <a:t>측 포트</a:t>
            </a:r>
            <a:r>
              <a:rPr lang="en-US" altLang="ko-KR" sz="900">
                <a:solidFill>
                  <a:srgbClr val="00008B"/>
                </a:solidFill>
              </a:rPr>
              <a:t>)</a:t>
            </a:r>
            <a:endParaRPr lang="ko-KR" altLang="en-US" sz="90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1007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425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②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#21 → C/V #2 #3)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no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Transfer Complete Ack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(RGV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B0650~B0654)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RGV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다음 </a:t>
            </a:r>
            <a:r>
              <a:rPr lang="en-US" altLang="ko-KR" b="1">
                <a:solidFill>
                  <a:srgbClr val="FF0000"/>
                </a:solidFill>
              </a:rPr>
              <a:t>: RGV </a:t>
            </a:r>
            <a:r>
              <a:rPr lang="ko-KR" altLang="en-US" b="1">
                <a:solidFill>
                  <a:srgbClr val="FF0000"/>
                </a:solidFill>
              </a:rPr>
              <a:t>가 </a:t>
            </a:r>
            <a:r>
              <a:rPr lang="en-US" altLang="ko-KR" b="1">
                <a:solidFill>
                  <a:srgbClr val="FF0000"/>
                </a:solidFill>
              </a:rPr>
              <a:t>C/V #2 </a:t>
            </a:r>
            <a:r>
              <a:rPr lang="ko-KR" altLang="en-US" b="1">
                <a:solidFill>
                  <a:srgbClr val="FF0000"/>
                </a:solidFill>
              </a:rPr>
              <a:t>의 </a:t>
            </a:r>
            <a:r>
              <a:rPr lang="en-US" altLang="ko-KR" b="1">
                <a:solidFill>
                  <a:srgbClr val="FF0000"/>
                </a:solidFill>
              </a:rPr>
              <a:t>#3 </a:t>
            </a:r>
            <a:r>
              <a:rPr lang="ko-KR" altLang="en-US" b="1">
                <a:solidFill>
                  <a:srgbClr val="FF0000"/>
                </a:solidFill>
              </a:rPr>
              <a:t>에 </a:t>
            </a:r>
            <a:r>
              <a:rPr lang="en-US" altLang="ko-KR" b="1">
                <a:solidFill>
                  <a:srgbClr val="FF0000"/>
                </a:solidFill>
              </a:rPr>
              <a:t>Unload </a:t>
            </a:r>
            <a:r>
              <a:rPr lang="ko-KR" altLang="en-US" b="1">
                <a:solidFill>
                  <a:srgbClr val="FF0000"/>
                </a:solidFill>
              </a:rPr>
              <a:t>완료 → ③ 통로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시나리오로 이어짐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2817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68800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 #3 → #4 → S/C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</a:t>
            </a:r>
            <a:r>
              <a:rPr lang="ko-KR" altLang="en-US" b="1">
                <a:solidFill>
                  <a:srgbClr val="FF0000"/>
                </a:solidFill>
              </a:rPr>
              <a:t>방향 전환 가드 미구현</a:t>
            </a:r>
            <a:r>
              <a:rPr lang="en-US" altLang="ko-KR" b="1">
                <a:solidFill>
                  <a:srgbClr val="FF0000"/>
                </a:solidFill>
              </a:rPr>
              <a:t>(ECSDispatcher.cs — </a:t>
            </a:r>
            <a:r>
              <a:rPr lang="ko-KR" altLang="en-US" b="1">
                <a:solidFill>
                  <a:srgbClr val="FF0000"/>
                </a:solidFill>
              </a:rPr>
              <a:t>현재모드만 비교 후 즉시 전환</a:t>
            </a:r>
            <a:r>
              <a:rPr lang="en-US" altLang="ko-KR" b="1">
                <a:solidFill>
                  <a:srgbClr val="FF0000"/>
                </a:solidFill>
              </a:rPr>
              <a:t>) / IN_READY_02·OPERATION_MODE </a:t>
            </a:r>
            <a:r>
              <a:rPr lang="ko-KR" altLang="en-US" b="1">
                <a:solidFill>
                  <a:srgbClr val="FF0000"/>
                </a:solidFill>
              </a:rPr>
              <a:t>는 판독만 하고 배차 조건에 미활용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※ V1.3 : C/V #2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S/C #1 </a:t>
            </a:r>
            <a:r>
              <a:rPr lang="ko-KR" altLang="en-US" b="1">
                <a:solidFill>
                  <a:srgbClr val="FF0000"/>
                </a:solidFill>
              </a:rPr>
              <a:t>의 입고</a:t>
            </a:r>
            <a:r>
              <a:rPr lang="en-US" altLang="ko-KR" b="1">
                <a:solidFill>
                  <a:srgbClr val="FF0000"/>
                </a:solidFill>
              </a:rPr>
              <a:t>·</a:t>
            </a:r>
            <a:r>
              <a:rPr lang="ko-KR" altLang="en-US" b="1">
                <a:solidFill>
                  <a:srgbClr val="FF0000"/>
                </a:solidFill>
              </a:rPr>
              <a:t>출고 겸용 통로</a:t>
            </a:r>
            <a:r>
              <a:rPr lang="en-US" altLang="ko-KR" b="1">
                <a:solidFill>
                  <a:srgbClr val="FF0000"/>
                </a:solidFill>
              </a:rPr>
              <a:t>(</a:t>
            </a:r>
            <a:r>
              <a:rPr lang="ko-KR" altLang="en-US" b="1">
                <a:solidFill>
                  <a:srgbClr val="FF0000"/>
                </a:solidFill>
              </a:rPr>
              <a:t>방향전환형</a:t>
            </a:r>
            <a:r>
              <a:rPr lang="en-US" altLang="ko-KR" b="1">
                <a:solidFill>
                  <a:srgbClr val="FF0000"/>
                </a:solidFill>
              </a:rPr>
              <a:t>). </a:t>
            </a:r>
            <a:r>
              <a:rPr lang="ko-KR" altLang="en-US" b="1">
                <a:solidFill>
                  <a:srgbClr val="FF0000"/>
                </a:solidFill>
              </a:rPr>
              <a:t>입고 방향값 </a:t>
            </a:r>
            <a:r>
              <a:rPr lang="en-US" altLang="ko-KR" b="1">
                <a:solidFill>
                  <a:srgbClr val="FF0000"/>
                </a:solidFill>
              </a:rPr>
              <a:t>= 0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4086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599" y="76200"/>
            <a:ext cx="768800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③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통로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 #3 → #4 → S/C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픽업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V1.0 </a:t>
            </a:r>
            <a:r>
              <a:rPr lang="ko-KR" altLang="en-US" b="1">
                <a:solidFill>
                  <a:srgbClr val="FF0000"/>
                </a:solidFill>
              </a:rPr>
              <a:t>구현확인</a:t>
            </a:r>
            <a:r>
              <a:rPr lang="en-US" altLang="ko-KR" b="1">
                <a:solidFill>
                  <a:srgbClr val="FF0000"/>
                </a:solidFill>
              </a:rPr>
              <a:t>: Ack OFF </a:t>
            </a:r>
            <a:r>
              <a:rPr lang="ko-KR" altLang="en-US" b="1">
                <a:solidFill>
                  <a:srgbClr val="FF0000"/>
                </a:solidFill>
              </a:rPr>
              <a:t>처리 없음 </a:t>
            </a:r>
            <a:r>
              <a:rPr lang="en-US" altLang="ko-KR" b="1">
                <a:solidFill>
                  <a:srgbClr val="FF0000"/>
                </a:solidFill>
              </a:rPr>
              <a:t>— PLC </a:t>
            </a:r>
            <a:r>
              <a:rPr lang="ko-KR" altLang="en-US" b="1">
                <a:solidFill>
                  <a:srgbClr val="FF0000"/>
                </a:solidFill>
              </a:rPr>
              <a:t>래더의 </a:t>
            </a:r>
            <a:r>
              <a:rPr lang="en-US" altLang="ko-KR" b="1">
                <a:solidFill>
                  <a:srgbClr val="FF0000"/>
                </a:solidFill>
              </a:rPr>
              <a:t>Ack </a:t>
            </a:r>
            <a:r>
              <a:rPr lang="ko-KR" altLang="en-US" b="1">
                <a:solidFill>
                  <a:srgbClr val="FF0000"/>
                </a:solidFill>
              </a:rPr>
              <a:t>리셋 전제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※ V1.3 : M018.3(%MX291) 'Unload Complete#2' </a:t>
            </a:r>
            <a:r>
              <a:rPr lang="ko-KR" altLang="en-US" b="1">
                <a:solidFill>
                  <a:srgbClr val="FF0000"/>
                </a:solidFill>
              </a:rPr>
              <a:t>는 정상 표기 </a:t>
            </a:r>
            <a:r>
              <a:rPr lang="en-US" altLang="ko-KR" b="1">
                <a:solidFill>
                  <a:srgbClr val="FF0000"/>
                </a:solidFill>
              </a:rPr>
              <a:t>— </a:t>
            </a:r>
            <a:r>
              <a:rPr lang="ko-KR" altLang="en-US" b="1">
                <a:solidFill>
                  <a:srgbClr val="FF0000"/>
                </a:solidFill>
              </a:rPr>
              <a:t>신호명이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기준이므로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가 화물을 실어가면 </a:t>
            </a:r>
            <a:r>
              <a:rPr lang="en-US" altLang="ko-KR" b="1">
                <a:solidFill>
                  <a:srgbClr val="FF0000"/>
                </a:solidFill>
              </a:rPr>
              <a:t>C/V 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'</a:t>
            </a:r>
            <a:r>
              <a:rPr lang="ko-KR" altLang="en-US" b="1">
                <a:solidFill>
                  <a:srgbClr val="FF0000"/>
                </a:solidFill>
              </a:rPr>
              <a:t>하역완료</a:t>
            </a:r>
            <a:r>
              <a:rPr lang="en-US" altLang="ko-KR" b="1">
                <a:solidFill>
                  <a:srgbClr val="FF0000"/>
                </a:solidFill>
              </a:rPr>
              <a:t>(Unload)' </a:t>
            </a:r>
            <a:r>
              <a:rPr lang="ko-KR" altLang="en-US" b="1">
                <a:solidFill>
                  <a:srgbClr val="FF0000"/>
                </a:solidFill>
              </a:rPr>
              <a:t>를 보고한다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운영</a:t>
            </a:r>
            <a:r>
              <a:rPr lang="en-US" altLang="ko-KR" b="1">
                <a:solidFill>
                  <a:srgbClr val="FF0000"/>
                </a:solidFill>
              </a:rPr>
              <a:t>DB </a:t>
            </a:r>
            <a:r>
              <a:rPr lang="ko-KR" altLang="en-US" b="1">
                <a:solidFill>
                  <a:srgbClr val="FF0000"/>
                </a:solidFill>
              </a:rPr>
              <a:t>태그도 </a:t>
            </a:r>
            <a:r>
              <a:rPr lang="en-US" altLang="ko-KR" b="1">
                <a:solidFill>
                  <a:srgbClr val="FF0000"/>
                </a:solidFill>
              </a:rPr>
              <a:t>CONVEYOR:2.UNLOAD_COMPLETE_02 </a:t>
            </a:r>
            <a:r>
              <a:rPr lang="ko-KR" altLang="en-US" b="1">
                <a:solidFill>
                  <a:srgbClr val="FF0000"/>
                </a:solidFill>
              </a:rPr>
              <a:t>로 일치</a:t>
            </a:r>
          </a:p>
          <a:p>
            <a:r>
              <a:rPr lang="ko-KR" altLang="en-US" b="1">
                <a:solidFill>
                  <a:srgbClr val="FF0000"/>
                </a:solidFill>
              </a:rPr>
              <a:t>→ 다음 </a:t>
            </a:r>
            <a:r>
              <a:rPr lang="en-US" altLang="ko-KR" b="1">
                <a:solidFill>
                  <a:srgbClr val="FF0000"/>
                </a:solidFill>
              </a:rPr>
              <a:t>: S/C #1 </a:t>
            </a:r>
            <a:r>
              <a:rPr lang="ko-KR" altLang="en-US" b="1">
                <a:solidFill>
                  <a:srgbClr val="FF0000"/>
                </a:solidFill>
              </a:rPr>
              <a:t>이 </a:t>
            </a:r>
            <a:r>
              <a:rPr lang="en-US" altLang="ko-KR" b="1">
                <a:solidFill>
                  <a:srgbClr val="FF0000"/>
                </a:solidFill>
              </a:rPr>
              <a:t>#4 </a:t>
            </a:r>
            <a:r>
              <a:rPr lang="ko-KR" altLang="en-US" b="1">
                <a:solidFill>
                  <a:srgbClr val="FF0000"/>
                </a:solidFill>
              </a:rPr>
              <a:t>에서 </a:t>
            </a:r>
            <a:r>
              <a:rPr lang="en-US" altLang="ko-KR" b="1">
                <a:solidFill>
                  <a:srgbClr val="FF0000"/>
                </a:solidFill>
              </a:rPr>
              <a:t>Load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(④ S/C </a:t>
            </a:r>
            <a:r>
              <a:rPr lang="ko-KR" altLang="en-US" b="1">
                <a:solidFill>
                  <a:srgbClr val="FF0000"/>
                </a:solidFill>
              </a:rPr>
              <a:t>반송의 </a:t>
            </a:r>
            <a:r>
              <a:rPr lang="en-US" altLang="ko-KR" b="1">
                <a:solidFill>
                  <a:srgbClr val="FF0000"/>
                </a:solidFill>
              </a:rPr>
              <a:t>Load Complete </a:t>
            </a:r>
            <a:r>
              <a:rPr lang="ko-KR" altLang="en-US" b="1">
                <a:solidFill>
                  <a:srgbClr val="FF0000"/>
                </a:solidFill>
              </a:rPr>
              <a:t>와 동일 시점</a:t>
            </a:r>
            <a:r>
              <a:rPr lang="en-US" altLang="ko-KR" b="1">
                <a:solidFill>
                  <a:srgbClr val="FF0000"/>
                </a:solidFill>
              </a:rPr>
              <a:t>)</a:t>
            </a:r>
            <a:endParaRPr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0136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16061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#4 →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  <a:endParaRPr sz="1000" b="0" strike="noStrike" dirty="0">
              <a:solidFill/>
              <a:latin typeface="Times New Roman"/>
            </a:endParaRP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M096.0 %MX1536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M096.0 %MX1536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2607" y="1717359"/>
            <a:ext cx="3316318" cy="40862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ctr" anchorCtr="1">
            <a:spAutoFit/>
          </a:bodyPr>
          <a:lstStyle/>
          <a:p>
            <a:r>
              <a:rPr lang="en-US" altLang="ko-KR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lang="en-US" b="0">
                <a:solidFill/>
                <a:latin typeface="Times New Roman"/>
              </a:rPr>
              <a:t>(From : D0320(%DW768)=00/00/04,  To : D0323(%DW771)=</a:t>
            </a:r>
            <a:r>
              <a:rPr lang="ko-KR" altLang="en-US" b="0">
                <a:solidFill/>
                <a:latin typeface="Times New Roman"/>
              </a:rPr>
              <a:t>좌우</a:t>
            </a:r>
            <a:r>
              <a:rPr lang="en-US" altLang="ko-KR" b="0">
                <a:solidFill/>
                <a:latin typeface="Times New Roman"/>
              </a:rPr>
              <a:t>/</a:t>
            </a:r>
            <a:r>
              <a:rPr lang="en-US" b="0">
                <a:solidFill/>
                <a:latin typeface="Times New Roman"/>
              </a:rPr>
              <a:t>Bay/Level,</a:t>
            </a:r>
          </a:p>
          <a:p>
            <a:r>
              <a:rPr lang="en-US" b="0">
                <a:solidFill/>
                <a:latin typeface="Times New Roman"/>
              </a:rPr>
              <a:t>Job No : D0326(%DW774)=</a:t>
            </a:r>
            <a:r>
              <a:rPr lang="ko-KR" altLang="en-US" b="0">
                <a:solidFill/>
                <a:latin typeface="Times New Roman"/>
              </a:rPr>
              <a:t>작업번호</a:t>
            </a:r>
            <a:r>
              <a:rPr lang="en-US" altLang="ko-KR" b="0">
                <a:solidFill/>
                <a:latin typeface="Times New Roman"/>
              </a:rPr>
              <a:t>)</a:t>
            </a:r>
            <a:endParaRPr lang="en-US" altLang="ko-KR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M048.0 %MX768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  <a:endParaRPr sz="1000" b="0" strike="noStrike" dirty="0">
              <a:solidFill/>
              <a:latin typeface="Times New Roman"/>
            </a:endParaRP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6896"/>
            <a:ext cx="2362200" cy="17025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pt-BR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S/C (R0300~R0301 %RB600~%RB602)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M049.0 %MX784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M096.1 %MX1537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4779" y="414059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(D0163 → %DW259(%DB518))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M049.0 %MX784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M096.1 %MX1537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#1 : C/V #2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 → 랙 셀로 주행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%DW256 → %DB512  (256×2=512)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D7ED67-4BBB-BE28-3CB2-3F84759ECC3C}"/>
              </a:ext>
            </a:extLst>
          </p:cNvPr>
          <p:cNvSpPr txBox="1"/>
          <p:nvPr/>
        </p:nvSpPr>
        <p:spPr>
          <a:xfrm>
            <a:off x="508000" y="5943600"/>
            <a:ext cx="838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00">
                <a:solidFill>
                  <a:srgbClr val="00008B"/>
                </a:solidFill>
              </a:rPr>
              <a:t>※ S/C #1 </a:t>
            </a:r>
            <a:r>
              <a:rPr lang="ko-KR" altLang="en-US" sz="900">
                <a:solidFill>
                  <a:srgbClr val="00008B"/>
                </a:solidFill>
              </a:rPr>
              <a:t>명령블록 </a:t>
            </a:r>
            <a:r>
              <a:rPr lang="en-US" altLang="ko-KR" sz="900">
                <a:solidFill>
                  <a:srgbClr val="00008B"/>
                </a:solidFill>
              </a:rPr>
              <a:t>= D0320~ (</a:t>
            </a:r>
            <a:r>
              <a:rPr lang="ko-KR" altLang="en-US" sz="900">
                <a:solidFill>
                  <a:srgbClr val="00008B"/>
                </a:solidFill>
              </a:rPr>
              <a:t>메모리맵 </a:t>
            </a:r>
            <a:r>
              <a:rPr lang="en-US" altLang="ko-KR" sz="900">
                <a:solidFill>
                  <a:srgbClr val="00008B"/>
                </a:solidFill>
              </a:rPr>
              <a:t>'Word </a:t>
            </a:r>
            <a:r>
              <a:rPr lang="ko-KR" altLang="en-US" sz="900">
                <a:solidFill>
                  <a:srgbClr val="00008B"/>
                </a:solidFill>
              </a:rPr>
              <a:t>영역 </a:t>
            </a:r>
            <a:r>
              <a:rPr lang="en-US" altLang="ko-KR" sz="900">
                <a:solidFill>
                  <a:srgbClr val="00008B"/>
                </a:solidFill>
              </a:rPr>
              <a:t>: ECS').  From = 00/00/04 = C/V #2 </a:t>
            </a:r>
            <a:r>
              <a:rPr lang="ko-KR" altLang="en-US" sz="900">
                <a:solidFill>
                  <a:srgbClr val="00008B"/>
                </a:solidFill>
              </a:rPr>
              <a:t>의 </a:t>
            </a:r>
            <a:r>
              <a:rPr lang="en-US" altLang="ko-KR" sz="900">
                <a:solidFill>
                  <a:srgbClr val="00008B"/>
                </a:solidFill>
              </a:rPr>
              <a:t>#4 (S/C</a:t>
            </a:r>
            <a:r>
              <a:rPr lang="ko-KR" altLang="en-US" sz="900">
                <a:solidFill>
                  <a:srgbClr val="00008B"/>
                </a:solidFill>
              </a:rPr>
              <a:t>측 픽업포트</a:t>
            </a:r>
            <a:r>
              <a:rPr lang="en-US" altLang="ko-KR" sz="900">
                <a:solidFill>
                  <a:srgbClr val="00008B"/>
                </a:solidFill>
              </a:rPr>
              <a:t>),  To = </a:t>
            </a:r>
            <a:r>
              <a:rPr lang="ko-KR" altLang="en-US" sz="900">
                <a:solidFill>
                  <a:srgbClr val="00008B"/>
                </a:solidFill>
              </a:rPr>
              <a:t>좌우</a:t>
            </a:r>
            <a:r>
              <a:rPr lang="en-US" altLang="ko-KR" sz="900">
                <a:solidFill>
                  <a:srgbClr val="00008B"/>
                </a:solidFill>
              </a:rPr>
              <a:t>(01|02)/Bay(2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)/Level(2</a:t>
            </a:r>
            <a:r>
              <a:rPr lang="ko-KR" altLang="en-US" sz="900">
                <a:solidFill>
                  <a:srgbClr val="00008B"/>
                </a:solidFill>
              </a:rPr>
              <a:t>자리</a:t>
            </a:r>
            <a:r>
              <a:rPr lang="en-US" altLang="ko-KR" sz="900">
                <a:solidFill>
                  <a:srgbClr val="00008B"/>
                </a:solidFill>
              </a:rPr>
              <a:t>) </a:t>
            </a:r>
            <a:r>
              <a:rPr lang="ko-KR" altLang="en-US" sz="900">
                <a:solidFill>
                  <a:srgbClr val="00008B"/>
                </a:solidFill>
              </a:rPr>
              <a:t>랙 셀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9E0D531-BE1C-93EC-025C-5A6E74514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280" y="501526"/>
            <a:ext cx="1465504" cy="349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8627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716061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입고작업 ④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 #1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 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#2 #4 → </a:t>
            </a:r>
            <a:r>
              <a:rPr lang="ko-KR" altLang="en-US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랙</a:t>
            </a:r>
            <a:r>
              <a:rPr lang="en-US" altLang="ko-KR" sz="18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M048.0 %MX768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M049.1 %MX785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40775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M096.2 %MX1538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842" y="1911747"/>
            <a:ext cx="1756079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(D0163 → %DW259(%DB518))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M049.1 %MX785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83736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 strike="noStrike">
                <a:solidFill/>
                <a:latin typeface="Times New Roman"/>
              </a:rPr>
              <a:t>D0160 → %DW256(%DB512)</a:t>
            </a:r>
            <a:r>
              <a:rPr sz="1000" b="0" strike="noStrike">
                <a:solidFill/>
                <a:latin typeface="Times New Roman"/>
              </a:rPr>
              <a:t>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4558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M096.2 %MX1538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From = 00/00/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픽업 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), To =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좌우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(01|02)/Bay/Level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셀 좌표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를 사용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— RGV(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포트↔포트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)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다르다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34363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M049.4 %MX788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M096.5 %MX1541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9172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sz="1000" b="0">
                <a:solidFill/>
                <a:latin typeface="Times New Roman"/>
              </a:rPr>
              <a:t>M049.4 %MX788</a:t>
            </a:r>
            <a:r>
              <a:rPr sz="1000" b="0">
                <a:solidFill/>
                <a:latin typeface="Times New Roman"/>
              </a:rPr>
              <a:t> </a:t>
            </a:r>
            <a:r>
              <a:rPr sz="1000" b="0" dirty="0">
                <a:solidFill/>
                <a:latin typeface="Times New Roman"/>
              </a:rPr>
              <a:t>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M096.5 %MX1541 </a:t>
            </a:r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>
                <a:solidFill>
                  <a:srgbClr val="FF0000"/>
                </a:solidFill>
              </a:rPr>
              <a:t>※ V1.3 : Transfer Complete Ack(M096.5)</a:t>
            </a:r>
            <a:r>
              <a:rPr lang="ko-KR" altLang="en-US" b="1">
                <a:solidFill>
                  <a:srgbClr val="FF0000"/>
                </a:solidFill>
              </a:rPr>
              <a:t>는 </a:t>
            </a:r>
            <a:r>
              <a:rPr lang="en-US" altLang="ko-KR" b="1">
                <a:solidFill>
                  <a:srgbClr val="FF0000"/>
                </a:solidFill>
              </a:rPr>
              <a:t>DB(TB_OBSERVABLE)</a:t>
            </a:r>
            <a:r>
              <a:rPr lang="ko-KR" altLang="en-US" b="1">
                <a:solidFill>
                  <a:srgbClr val="FF0000"/>
                </a:solidFill>
              </a:rPr>
              <a:t>에 대응 관측값 없음</a:t>
            </a:r>
            <a:r>
              <a:rPr lang="en-US" altLang="ko-KR" b="1">
                <a:solidFill>
                  <a:srgbClr val="FF0000"/>
                </a:solidFill>
              </a:rPr>
              <a:t>(S/C #1 Ack </a:t>
            </a:r>
            <a:r>
              <a:rPr lang="ko-KR" altLang="en-US" b="1">
                <a:solidFill>
                  <a:srgbClr val="FF0000"/>
                </a:solidFill>
              </a:rPr>
              <a:t>블록 </a:t>
            </a:r>
            <a:r>
              <a:rPr lang="en-US" altLang="ko-KR" b="1">
                <a:solidFill>
                  <a:srgbClr val="FF0000"/>
                </a:solidFill>
              </a:rPr>
              <a:t>B0600~B0604) — PLC </a:t>
            </a:r>
            <a:r>
              <a:rPr lang="ko-KR" altLang="en-US" b="1">
                <a:solidFill>
                  <a:srgbClr val="FF0000"/>
                </a:solidFill>
              </a:rPr>
              <a:t>래더 확인 필요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그 외 </a:t>
            </a:r>
            <a:r>
              <a:rPr lang="en-US" altLang="ko-KR" b="1">
                <a:solidFill>
                  <a:srgbClr val="FF0000"/>
                </a:solidFill>
              </a:rPr>
              <a:t>S/C </a:t>
            </a:r>
            <a:r>
              <a:rPr lang="ko-KR" altLang="en-US" b="1">
                <a:solidFill>
                  <a:srgbClr val="FF0000"/>
                </a:solidFill>
              </a:rPr>
              <a:t>반송 핸드셰이크는 구현 완료</a:t>
            </a:r>
            <a:r>
              <a:rPr lang="en-US" altLang="ko-KR" b="1">
                <a:solidFill>
                  <a:srgbClr val="FF0000"/>
                </a:solidFill>
              </a:rPr>
              <a:t>(Vehicle.cs / WCS VehThread)</a:t>
            </a:r>
          </a:p>
          <a:p>
            <a:r>
              <a:rPr lang="en-US" altLang="ko-KR" b="1">
                <a:solidFill>
                  <a:srgbClr val="FF0000"/>
                </a:solidFill>
              </a:rPr>
              <a:t>→ </a:t>
            </a:r>
            <a:r>
              <a:rPr lang="ko-KR" altLang="en-US" b="1">
                <a:solidFill>
                  <a:srgbClr val="FF0000"/>
                </a:solidFill>
              </a:rPr>
              <a:t>랙 적치 완료</a:t>
            </a:r>
            <a:r>
              <a:rPr lang="en-US" altLang="ko-KR" b="1">
                <a:solidFill>
                  <a:srgbClr val="FF0000"/>
                </a:solidFill>
              </a:rPr>
              <a:t>(Unload Complete → IDLE) = </a:t>
            </a:r>
            <a:r>
              <a:rPr lang="ko-KR" altLang="en-US" b="1">
                <a:solidFill>
                  <a:srgbClr val="FF0000"/>
                </a:solidFill>
              </a:rPr>
              <a:t>입고작업 종료</a:t>
            </a:r>
            <a:r>
              <a:rPr lang="en-US" altLang="ko-KR" b="1">
                <a:solidFill>
                  <a:srgbClr val="FF0000"/>
                </a:solidFill>
              </a:rPr>
              <a:t>. </a:t>
            </a:r>
            <a:r>
              <a:rPr lang="ko-KR" altLang="en-US" b="1">
                <a:solidFill>
                  <a:srgbClr val="FF0000"/>
                </a:solidFill>
              </a:rPr>
              <a:t>반자동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보고 없이 </a:t>
            </a:r>
            <a:r>
              <a:rPr lang="en-US" altLang="ko-KR" b="1">
                <a:solidFill>
                  <a:srgbClr val="FF0000"/>
                </a:solidFill>
              </a:rPr>
              <a:t>JOB </a:t>
            </a:r>
            <a:r>
              <a:rPr lang="ko-KR" altLang="en-US" b="1">
                <a:solidFill>
                  <a:srgbClr val="FF0000"/>
                </a:solidFill>
              </a:rPr>
              <a:t>삭제</a:t>
            </a:r>
            <a:r>
              <a:rPr lang="en-US" altLang="ko-KR" b="1">
                <a:solidFill>
                  <a:srgbClr val="FF0000"/>
                </a:solidFill>
              </a:rPr>
              <a:t>, </a:t>
            </a:r>
            <a:r>
              <a:rPr lang="ko-KR" altLang="en-US" b="1">
                <a:solidFill>
                  <a:srgbClr val="FF0000"/>
                </a:solidFill>
              </a:rPr>
              <a:t>자동 작업이면 </a:t>
            </a:r>
            <a:r>
              <a:rPr lang="en-US" altLang="ko-KR" b="1">
                <a:solidFill>
                  <a:srgbClr val="FF0000"/>
                </a:solidFill>
              </a:rPr>
              <a:t>HOST </a:t>
            </a:r>
            <a:r>
              <a:rPr lang="ko-KR" altLang="en-US" b="1">
                <a:solidFill>
                  <a:srgbClr val="FF0000"/>
                </a:solidFill>
              </a:rPr>
              <a:t>완료</a:t>
            </a:r>
            <a:r>
              <a:rPr lang="en-US" altLang="ko-KR" b="1">
                <a:solidFill>
                  <a:srgbClr val="FF0000"/>
                </a:solidFill>
              </a:rPr>
              <a:t>(F) </a:t>
            </a:r>
            <a:r>
              <a:rPr lang="ko-KR" altLang="en-US" b="1">
                <a:solidFill>
                  <a:srgbClr val="FF0000"/>
                </a:solidFill>
              </a:rPr>
              <a:t>보고</a:t>
            </a:r>
            <a:endParaRPr b="1" dirty="0">
              <a:solidFill>
                <a:srgbClr val="FF0000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1AB92F-6AD8-8A14-E5A7-83088DDD5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280" y="501526"/>
            <a:ext cx="1465504" cy="349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0244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35744-81D2-9336-5B18-29DC6682B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en-US" altLang="ko-KR" sz="2000"/>
              <a:t>[</a:t>
            </a:r>
            <a:r>
              <a:rPr lang="ko-KR" altLang="en-US" sz="2000"/>
              <a:t>호기 병기</a:t>
            </a:r>
            <a:r>
              <a:rPr lang="en-US" altLang="ko-KR" sz="2000"/>
              <a:t>] </a:t>
            </a:r>
            <a:r>
              <a:rPr lang="ko-KR" altLang="en-US" sz="2000"/>
              <a:t>입고작업 ① 입출고대 </a:t>
            </a:r>
            <a:r>
              <a:rPr lang="en-US" altLang="ko-KR" sz="2000"/>
              <a:t>C/V  (</a:t>
            </a:r>
            <a:r>
              <a:rPr lang="ko-KR" altLang="en-US" sz="2000"/>
              <a:t>슬라이드 </a:t>
            </a:r>
            <a:r>
              <a:rPr lang="en-US" altLang="ko-KR" sz="2000"/>
              <a:t>20~28)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080BE2-702F-8FAF-CD63-01958C9930D2}"/>
              </a:ext>
            </a:extLst>
          </p:cNvPr>
          <p:cNvSpPr txBox="1"/>
          <p:nvPr/>
        </p:nvSpPr>
        <p:spPr>
          <a:xfrm>
            <a:off x="2439202" y="609600"/>
            <a:ext cx="5218096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ko-KR" altLang="en-US" sz="900">
                <a:solidFill>
                  <a:srgbClr val="003399"/>
                </a:solidFill>
              </a:rPr>
              <a:t>슬라이드 </a:t>
            </a:r>
            <a:r>
              <a:rPr lang="en-US" altLang="ko-KR" sz="900">
                <a:solidFill>
                  <a:srgbClr val="003399"/>
                </a:solidFill>
              </a:rPr>
              <a:t>20~28 </a:t>
            </a:r>
            <a:r>
              <a:rPr lang="ko-KR" altLang="en-US" sz="900">
                <a:solidFill>
                  <a:srgbClr val="003399"/>
                </a:solidFill>
              </a:rPr>
              <a:t>은 </a:t>
            </a:r>
            <a:r>
              <a:rPr lang="en-US" altLang="ko-KR" sz="900">
                <a:solidFill>
                  <a:srgbClr val="003399"/>
                </a:solidFill>
              </a:rPr>
              <a:t>S/C #1 </a:t>
            </a:r>
            <a:r>
              <a:rPr lang="ko-KR" altLang="en-US" sz="900">
                <a:solidFill>
                  <a:srgbClr val="003399"/>
                </a:solidFill>
              </a:rPr>
              <a:t>기준</a:t>
            </a:r>
            <a:r>
              <a:rPr lang="en-US" altLang="ko-KR" sz="900">
                <a:solidFill>
                  <a:srgbClr val="003399"/>
                </a:solidFill>
              </a:rPr>
              <a:t>. </a:t>
            </a:r>
            <a:r>
              <a:rPr lang="ko-KR" altLang="en-US" sz="900">
                <a:solidFill>
                  <a:srgbClr val="003399"/>
                </a:solidFill>
              </a:rPr>
              <a:t>같은 단계를 </a:t>
            </a:r>
            <a:r>
              <a:rPr lang="en-US" altLang="ko-KR" sz="900">
                <a:solidFill>
                  <a:srgbClr val="003399"/>
                </a:solidFill>
              </a:rPr>
              <a:t>2~5</a:t>
            </a:r>
            <a:r>
              <a:rPr lang="ko-KR" altLang="en-US" sz="900">
                <a:solidFill>
                  <a:srgbClr val="003399"/>
                </a:solidFill>
              </a:rPr>
              <a:t>호기로 옮기면 아래 주소가 된다</a:t>
            </a:r>
            <a:r>
              <a:rPr lang="en-US" altLang="ko-KR" sz="900">
                <a:solidFill>
                  <a:srgbClr val="003399"/>
                </a:solidFill>
              </a:rPr>
              <a:t>.  (</a:t>
            </a:r>
            <a:r>
              <a:rPr lang="ko-KR" altLang="en-US" sz="900">
                <a:solidFill>
                  <a:srgbClr val="003399"/>
                </a:solidFill>
              </a:rPr>
              <a:t>구간 </a:t>
            </a:r>
            <a:r>
              <a:rPr lang="en-US" altLang="ko-KR" sz="900">
                <a:solidFill>
                  <a:srgbClr val="003399"/>
                </a:solidFill>
              </a:rPr>
              <a:t>1/4)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6D15960-4007-9E25-AEF7-598FAA2491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877554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82971238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350805349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63062407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49416263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13442428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83192890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0712018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33695221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312160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입출고대 </a:t>
                      </a:r>
                      <a:r>
                        <a:rPr lang="en-US" altLang="ko-KR" sz="900"/>
                        <a:t>#22 </a:t>
                      </a:r>
                      <a:r>
                        <a:rPr lang="ko-KR" altLang="en-US" sz="900"/>
                        <a:t>적재 감지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투입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597665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 (</a:t>
                      </a:r>
                      <a:r>
                        <a:rPr lang="ko-KR" altLang="en-US" sz="900"/>
                        <a:t>적재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5625835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7856415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983648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986380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587421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최초 기록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적재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523010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적재 위치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887665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806896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83648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497991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703023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320695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1129956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461525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835083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33434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503E0E8-C1C8-FFC8-8238-F8C5F8A73858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47534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169326-70FF-F8E1-02A7-8980D222B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en-US" altLang="ko-KR" sz="2000"/>
              <a:t>[</a:t>
            </a:r>
            <a:r>
              <a:rPr lang="ko-KR" altLang="en-US" sz="2000"/>
              <a:t>호기 병기</a:t>
            </a:r>
            <a:r>
              <a:rPr lang="en-US" altLang="ko-KR" sz="2000"/>
              <a:t>] </a:t>
            </a:r>
            <a:r>
              <a:rPr lang="ko-KR" altLang="en-US" sz="2000"/>
              <a:t>입고작업 ② </a:t>
            </a:r>
            <a:r>
              <a:rPr lang="en-US" altLang="ko-KR" sz="2000"/>
              <a:t>RGV </a:t>
            </a:r>
            <a:r>
              <a:rPr lang="ko-KR" altLang="en-US" sz="2000"/>
              <a:t>반송  </a:t>
            </a:r>
            <a:r>
              <a:rPr lang="en-US" altLang="ko-KR" sz="2000"/>
              <a:t>(</a:t>
            </a:r>
            <a:r>
              <a:rPr lang="ko-KR" altLang="en-US" sz="2000"/>
              <a:t>슬라이드 </a:t>
            </a:r>
            <a:r>
              <a:rPr lang="en-US" altLang="ko-KR" sz="2000"/>
              <a:t>20~28)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580589-59C9-7925-16C1-B425C7526429}"/>
              </a:ext>
            </a:extLst>
          </p:cNvPr>
          <p:cNvSpPr txBox="1"/>
          <p:nvPr/>
        </p:nvSpPr>
        <p:spPr>
          <a:xfrm>
            <a:off x="2439202" y="609600"/>
            <a:ext cx="5218096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ko-KR" altLang="en-US" sz="900">
                <a:solidFill>
                  <a:srgbClr val="003399"/>
                </a:solidFill>
              </a:rPr>
              <a:t>슬라이드 </a:t>
            </a:r>
            <a:r>
              <a:rPr lang="en-US" altLang="ko-KR" sz="900">
                <a:solidFill>
                  <a:srgbClr val="003399"/>
                </a:solidFill>
              </a:rPr>
              <a:t>20~28 </a:t>
            </a:r>
            <a:r>
              <a:rPr lang="ko-KR" altLang="en-US" sz="900">
                <a:solidFill>
                  <a:srgbClr val="003399"/>
                </a:solidFill>
              </a:rPr>
              <a:t>은 </a:t>
            </a:r>
            <a:r>
              <a:rPr lang="en-US" altLang="ko-KR" sz="900">
                <a:solidFill>
                  <a:srgbClr val="003399"/>
                </a:solidFill>
              </a:rPr>
              <a:t>S/C #1 </a:t>
            </a:r>
            <a:r>
              <a:rPr lang="ko-KR" altLang="en-US" sz="900">
                <a:solidFill>
                  <a:srgbClr val="003399"/>
                </a:solidFill>
              </a:rPr>
              <a:t>기준</a:t>
            </a:r>
            <a:r>
              <a:rPr lang="en-US" altLang="ko-KR" sz="900">
                <a:solidFill>
                  <a:srgbClr val="003399"/>
                </a:solidFill>
              </a:rPr>
              <a:t>. </a:t>
            </a:r>
            <a:r>
              <a:rPr lang="ko-KR" altLang="en-US" sz="900">
                <a:solidFill>
                  <a:srgbClr val="003399"/>
                </a:solidFill>
              </a:rPr>
              <a:t>같은 단계를 </a:t>
            </a:r>
            <a:r>
              <a:rPr lang="en-US" altLang="ko-KR" sz="900">
                <a:solidFill>
                  <a:srgbClr val="003399"/>
                </a:solidFill>
              </a:rPr>
              <a:t>2~5</a:t>
            </a:r>
            <a:r>
              <a:rPr lang="ko-KR" altLang="en-US" sz="900">
                <a:solidFill>
                  <a:srgbClr val="003399"/>
                </a:solidFill>
              </a:rPr>
              <a:t>호기로 옮기면 아래 주소가 된다</a:t>
            </a:r>
            <a:r>
              <a:rPr lang="en-US" altLang="ko-KR" sz="900">
                <a:solidFill>
                  <a:srgbClr val="003399"/>
                </a:solidFill>
              </a:rPr>
              <a:t>.  (</a:t>
            </a:r>
            <a:r>
              <a:rPr lang="ko-KR" altLang="en-US" sz="900">
                <a:solidFill>
                  <a:srgbClr val="003399"/>
                </a:solidFill>
              </a:rPr>
              <a:t>구간 </a:t>
            </a:r>
            <a:r>
              <a:rPr lang="en-US" altLang="ko-KR" sz="900">
                <a:solidFill>
                  <a:srgbClr val="003399"/>
                </a:solidFill>
              </a:rPr>
              <a:t>2/4)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F329B4E-E42A-9B82-6FE5-CAA9FE3F9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1615797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95307807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162948189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2996942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1923158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74566496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75251876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35186819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29710007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536819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580037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381793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7348803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RGV</a:t>
                      </a:r>
                      <a:r>
                        <a:rPr lang="ko-KR" altLang="en-US" sz="900"/>
                        <a:t>측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497711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408590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723623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46459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104715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292762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1564033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923334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143774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6507774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490788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56485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1275399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2AA05E7-E9E8-3E5E-E77E-712C8DB2EB5C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59850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6AC980-2AF0-4706-59B4-4185A54E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en-US" altLang="ko-KR" sz="2000"/>
              <a:t>[</a:t>
            </a:r>
            <a:r>
              <a:rPr lang="ko-KR" altLang="en-US" sz="2000"/>
              <a:t>호기 병기</a:t>
            </a:r>
            <a:r>
              <a:rPr lang="en-US" altLang="ko-KR" sz="2000"/>
              <a:t>] </a:t>
            </a:r>
            <a:r>
              <a:rPr lang="ko-KR" altLang="en-US" sz="2000"/>
              <a:t>입고작업 ③ 통로 </a:t>
            </a:r>
            <a:r>
              <a:rPr lang="en-US" altLang="ko-KR" sz="2000"/>
              <a:t>C/V  (</a:t>
            </a:r>
            <a:r>
              <a:rPr lang="ko-KR" altLang="en-US" sz="2000"/>
              <a:t>슬라이드 </a:t>
            </a:r>
            <a:r>
              <a:rPr lang="en-US" altLang="ko-KR" sz="2000"/>
              <a:t>20~28)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27921-3E6A-FED8-7432-374A2AD918AF}"/>
              </a:ext>
            </a:extLst>
          </p:cNvPr>
          <p:cNvSpPr txBox="1"/>
          <p:nvPr/>
        </p:nvSpPr>
        <p:spPr>
          <a:xfrm>
            <a:off x="2439202" y="609600"/>
            <a:ext cx="5218096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ko-KR" altLang="en-US" sz="900">
                <a:solidFill>
                  <a:srgbClr val="003399"/>
                </a:solidFill>
              </a:rPr>
              <a:t>슬라이드 </a:t>
            </a:r>
            <a:r>
              <a:rPr lang="en-US" altLang="ko-KR" sz="900">
                <a:solidFill>
                  <a:srgbClr val="003399"/>
                </a:solidFill>
              </a:rPr>
              <a:t>20~28 </a:t>
            </a:r>
            <a:r>
              <a:rPr lang="ko-KR" altLang="en-US" sz="900">
                <a:solidFill>
                  <a:srgbClr val="003399"/>
                </a:solidFill>
              </a:rPr>
              <a:t>은 </a:t>
            </a:r>
            <a:r>
              <a:rPr lang="en-US" altLang="ko-KR" sz="900">
                <a:solidFill>
                  <a:srgbClr val="003399"/>
                </a:solidFill>
              </a:rPr>
              <a:t>S/C #1 </a:t>
            </a:r>
            <a:r>
              <a:rPr lang="ko-KR" altLang="en-US" sz="900">
                <a:solidFill>
                  <a:srgbClr val="003399"/>
                </a:solidFill>
              </a:rPr>
              <a:t>기준</a:t>
            </a:r>
            <a:r>
              <a:rPr lang="en-US" altLang="ko-KR" sz="900">
                <a:solidFill>
                  <a:srgbClr val="003399"/>
                </a:solidFill>
              </a:rPr>
              <a:t>. </a:t>
            </a:r>
            <a:r>
              <a:rPr lang="ko-KR" altLang="en-US" sz="900">
                <a:solidFill>
                  <a:srgbClr val="003399"/>
                </a:solidFill>
              </a:rPr>
              <a:t>같은 단계를 </a:t>
            </a:r>
            <a:r>
              <a:rPr lang="en-US" altLang="ko-KR" sz="900">
                <a:solidFill>
                  <a:srgbClr val="003399"/>
                </a:solidFill>
              </a:rPr>
              <a:t>2~5</a:t>
            </a:r>
            <a:r>
              <a:rPr lang="ko-KR" altLang="en-US" sz="900">
                <a:solidFill>
                  <a:srgbClr val="003399"/>
                </a:solidFill>
              </a:rPr>
              <a:t>호기로 옮기면 아래 주소가 된다</a:t>
            </a:r>
            <a:r>
              <a:rPr lang="en-US" altLang="ko-KR" sz="900">
                <a:solidFill>
                  <a:srgbClr val="003399"/>
                </a:solidFill>
              </a:rPr>
              <a:t>.  (</a:t>
            </a:r>
            <a:r>
              <a:rPr lang="ko-KR" altLang="en-US" sz="900">
                <a:solidFill>
                  <a:srgbClr val="003399"/>
                </a:solidFill>
              </a:rPr>
              <a:t>구간 </a:t>
            </a:r>
            <a:r>
              <a:rPr lang="en-US" altLang="ko-KR" sz="900">
                <a:solidFill>
                  <a:srgbClr val="003399"/>
                </a:solidFill>
              </a:rPr>
              <a:t>3/4)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070E4D8-74A9-9E70-E19D-AC99F8713C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49739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545205415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16618802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25677566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0600785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47753707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964136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20071395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01677320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360917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0651523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639623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27579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2469772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%DW483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%DW485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%DW487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%DW489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2649536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1615838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92797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923543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%RB100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244635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(S/C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421341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(S/C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147700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ON (S/C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682165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4581255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456975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147353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6705A6D-6158-F8B6-E2AA-E483B0CF9F78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96834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DA530D-EB4E-39C4-D5E8-709F0AA07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en-US" altLang="ko-KR" sz="2000"/>
              <a:t>[</a:t>
            </a:r>
            <a:r>
              <a:rPr lang="ko-KR" altLang="en-US" sz="2000"/>
              <a:t>호기 병기</a:t>
            </a:r>
            <a:r>
              <a:rPr lang="en-US" altLang="ko-KR" sz="2000"/>
              <a:t>] </a:t>
            </a:r>
            <a:r>
              <a:rPr lang="ko-KR" altLang="en-US" sz="2000"/>
              <a:t>입고작업 ④ </a:t>
            </a:r>
            <a:r>
              <a:rPr lang="en-US" altLang="ko-KR" sz="2000"/>
              <a:t>S/C </a:t>
            </a:r>
            <a:r>
              <a:rPr lang="ko-KR" altLang="en-US" sz="2000"/>
              <a:t>반송  </a:t>
            </a:r>
            <a:r>
              <a:rPr lang="en-US" altLang="ko-KR" sz="2000"/>
              <a:t>(</a:t>
            </a:r>
            <a:r>
              <a:rPr lang="ko-KR" altLang="en-US" sz="2000"/>
              <a:t>슬라이드 </a:t>
            </a:r>
            <a:r>
              <a:rPr lang="en-US" altLang="ko-KR" sz="2000"/>
              <a:t>20~28)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E2B971-3FA4-D9F0-D196-88BAD3FD44F5}"/>
              </a:ext>
            </a:extLst>
          </p:cNvPr>
          <p:cNvSpPr txBox="1"/>
          <p:nvPr/>
        </p:nvSpPr>
        <p:spPr>
          <a:xfrm>
            <a:off x="2439202" y="609600"/>
            <a:ext cx="5218096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ko-KR" altLang="en-US" sz="900">
                <a:solidFill>
                  <a:srgbClr val="003399"/>
                </a:solidFill>
              </a:rPr>
              <a:t>슬라이드 </a:t>
            </a:r>
            <a:r>
              <a:rPr lang="en-US" altLang="ko-KR" sz="900">
                <a:solidFill>
                  <a:srgbClr val="003399"/>
                </a:solidFill>
              </a:rPr>
              <a:t>20~28 </a:t>
            </a:r>
            <a:r>
              <a:rPr lang="ko-KR" altLang="en-US" sz="900">
                <a:solidFill>
                  <a:srgbClr val="003399"/>
                </a:solidFill>
              </a:rPr>
              <a:t>은 </a:t>
            </a:r>
            <a:r>
              <a:rPr lang="en-US" altLang="ko-KR" sz="900">
                <a:solidFill>
                  <a:srgbClr val="003399"/>
                </a:solidFill>
              </a:rPr>
              <a:t>S/C #1 </a:t>
            </a:r>
            <a:r>
              <a:rPr lang="ko-KR" altLang="en-US" sz="900">
                <a:solidFill>
                  <a:srgbClr val="003399"/>
                </a:solidFill>
              </a:rPr>
              <a:t>기준</a:t>
            </a:r>
            <a:r>
              <a:rPr lang="en-US" altLang="ko-KR" sz="900">
                <a:solidFill>
                  <a:srgbClr val="003399"/>
                </a:solidFill>
              </a:rPr>
              <a:t>. </a:t>
            </a:r>
            <a:r>
              <a:rPr lang="ko-KR" altLang="en-US" sz="900">
                <a:solidFill>
                  <a:srgbClr val="003399"/>
                </a:solidFill>
              </a:rPr>
              <a:t>같은 단계를 </a:t>
            </a:r>
            <a:r>
              <a:rPr lang="en-US" altLang="ko-KR" sz="900">
                <a:solidFill>
                  <a:srgbClr val="003399"/>
                </a:solidFill>
              </a:rPr>
              <a:t>2~5</a:t>
            </a:r>
            <a:r>
              <a:rPr lang="ko-KR" altLang="en-US" sz="900">
                <a:solidFill>
                  <a:srgbClr val="003399"/>
                </a:solidFill>
              </a:rPr>
              <a:t>호기로 옮기면 아래 주소가 된다</a:t>
            </a:r>
            <a:r>
              <a:rPr lang="en-US" altLang="ko-KR" sz="900">
                <a:solidFill>
                  <a:srgbClr val="003399"/>
                </a:solidFill>
              </a:rPr>
              <a:t>.  (</a:t>
            </a:r>
            <a:r>
              <a:rPr lang="ko-KR" altLang="en-US" sz="900">
                <a:solidFill>
                  <a:srgbClr val="003399"/>
                </a:solidFill>
              </a:rPr>
              <a:t>구간 </a:t>
            </a:r>
            <a:r>
              <a:rPr lang="en-US" altLang="ko-KR" sz="900">
                <a:solidFill>
                  <a:srgbClr val="003399"/>
                </a:solidFill>
              </a:rPr>
              <a:t>4/4)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9C26DBB-3F97-12C8-09B0-D01CD1332E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492990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76979154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366824896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34330236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69487265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41709722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96575571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5232738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14873193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47268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645557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778108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891587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464916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328986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526372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640454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56422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668003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9662427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9785065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랙 적치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407738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424444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53476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475332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17158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7538131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4448E4-8753-25B1-E70F-0E9747B7CAA1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049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A5417-64BC-494F-12B2-87D2DF28D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2. S/C → </a:t>
            </a:r>
            <a:r>
              <a:rPr lang="ko-KR" altLang="en-US" sz="1700"/>
              <a:t>입출고대 </a:t>
            </a:r>
            <a:r>
              <a:rPr lang="en-US" altLang="ko-KR" sz="1700"/>
              <a:t>#22 </a:t>
            </a:r>
            <a:r>
              <a:rPr lang="ko-KR" altLang="en-US" sz="1700"/>
              <a:t>출고 </a:t>
            </a:r>
            <a:r>
              <a:rPr lang="en-US" altLang="ko-KR" sz="1700"/>
              <a:t>(</a:t>
            </a:r>
            <a:r>
              <a:rPr lang="ko-KR" altLang="en-US" sz="1700"/>
              <a:t>랙 → </a:t>
            </a:r>
            <a:r>
              <a:rPr lang="en-US" altLang="ko-KR" sz="1700"/>
              <a:t>S/C → </a:t>
            </a:r>
            <a:r>
              <a:rPr lang="ko-KR" altLang="en-US" sz="1700"/>
              <a:t>통로 → </a:t>
            </a:r>
            <a:r>
              <a:rPr lang="en-US" altLang="ko-KR" sz="1700"/>
              <a:t>RGV → C/V #11)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06F39B-5562-903C-56CF-48C28F60536C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C/V  (10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07691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19804-EDEE-4E8C-94B6-97FE6B0AD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2  —  </a:t>
            </a:r>
            <a:r>
              <a:rPr lang="ko-KR" altLang="en-US" sz="2000"/>
              <a:t>구간 </a:t>
            </a:r>
            <a:r>
              <a:rPr lang="en-US" altLang="ko-KR" sz="2000"/>
              <a:t>1/4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8C8C39-2B6D-FAD1-69E5-3F5F19D195C8}"/>
              </a:ext>
            </a:extLst>
          </p:cNvPr>
          <p:cNvSpPr txBox="1"/>
          <p:nvPr/>
        </p:nvSpPr>
        <p:spPr>
          <a:xfrm>
            <a:off x="3091624" y="609600"/>
            <a:ext cx="3913252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2. S/C → </a:t>
            </a:r>
            <a:r>
              <a:rPr lang="ko-KR" altLang="en-US" sz="900">
                <a:solidFill>
                  <a:srgbClr val="003399"/>
                </a:solidFill>
              </a:rPr>
              <a:t>입출고대 </a:t>
            </a:r>
            <a:r>
              <a:rPr lang="en-US" altLang="ko-KR" sz="900">
                <a:solidFill>
                  <a:srgbClr val="003399"/>
                </a:solidFill>
              </a:rPr>
              <a:t>#22 </a:t>
            </a:r>
            <a:r>
              <a:rPr lang="ko-KR" altLang="en-US" sz="900">
                <a:solidFill>
                  <a:srgbClr val="003399"/>
                </a:solidFill>
              </a:rPr>
              <a:t>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#11)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63B1033-F66A-AE34-99B9-6FCBF6BC1F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305024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437284548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755662333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26276221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82887744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7414910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70488437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54666344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5179750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425999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02358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4480034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954791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하역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867943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3120926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253580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741310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921142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936660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983677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209000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529345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933188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260103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620049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21705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547516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D533B3-7CDD-407B-6AAD-385FA87C0E27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9313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6E4324-3E4C-231B-BD16-4E74CF068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2  —  </a:t>
            </a:r>
            <a:r>
              <a:rPr lang="ko-KR" altLang="en-US" sz="2000"/>
              <a:t>구간 </a:t>
            </a:r>
            <a:r>
              <a:rPr lang="en-US" altLang="ko-KR" sz="2000"/>
              <a:t>2/4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3A758-22CE-640A-0DE5-348F256D2A10}"/>
              </a:ext>
            </a:extLst>
          </p:cNvPr>
          <p:cNvSpPr txBox="1"/>
          <p:nvPr/>
        </p:nvSpPr>
        <p:spPr>
          <a:xfrm>
            <a:off x="3091624" y="609600"/>
            <a:ext cx="3913252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2. S/C → </a:t>
            </a:r>
            <a:r>
              <a:rPr lang="ko-KR" altLang="en-US" sz="900">
                <a:solidFill>
                  <a:srgbClr val="003399"/>
                </a:solidFill>
              </a:rPr>
              <a:t>입출고대 </a:t>
            </a:r>
            <a:r>
              <a:rPr lang="en-US" altLang="ko-KR" sz="900">
                <a:solidFill>
                  <a:srgbClr val="003399"/>
                </a:solidFill>
              </a:rPr>
              <a:t>#22 </a:t>
            </a:r>
            <a:r>
              <a:rPr lang="ko-KR" altLang="en-US" sz="900">
                <a:solidFill>
                  <a:srgbClr val="003399"/>
                </a:solidFill>
              </a:rPr>
              <a:t>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#11)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03EFDFB-51A1-5A86-12F1-61236417E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2630494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50132608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728131093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84050267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7871200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26787410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1986131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8312988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9045708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581065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(S/C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6157372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42084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%MX1300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73070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0166503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%DW482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%DW484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%DW486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%DW488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283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(S/C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621346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865795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7587776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787179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9907062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795353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456664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%MX1409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832144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681250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794330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9B739E-61A2-365D-BF97-10E7F3AD97EB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33086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24D063-1079-D35E-EAA7-28DF46487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2  —  </a:t>
            </a:r>
            <a:r>
              <a:rPr lang="ko-KR" altLang="en-US" sz="2000"/>
              <a:t>구간 </a:t>
            </a:r>
            <a:r>
              <a:rPr lang="en-US" altLang="ko-KR" sz="2000"/>
              <a:t>3/4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F996C3-C914-7E4B-02EF-3BCE072A457D}"/>
              </a:ext>
            </a:extLst>
          </p:cNvPr>
          <p:cNvSpPr txBox="1"/>
          <p:nvPr/>
        </p:nvSpPr>
        <p:spPr>
          <a:xfrm>
            <a:off x="3091624" y="609600"/>
            <a:ext cx="3913252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2. S/C → </a:t>
            </a:r>
            <a:r>
              <a:rPr lang="ko-KR" altLang="en-US" sz="900">
                <a:solidFill>
                  <a:srgbClr val="003399"/>
                </a:solidFill>
              </a:rPr>
              <a:t>입출고대 </a:t>
            </a:r>
            <a:r>
              <a:rPr lang="en-US" altLang="ko-KR" sz="900">
                <a:solidFill>
                  <a:srgbClr val="003399"/>
                </a:solidFill>
              </a:rPr>
              <a:t>#22 </a:t>
            </a:r>
            <a:r>
              <a:rPr lang="ko-KR" altLang="en-US" sz="900">
                <a:solidFill>
                  <a:srgbClr val="003399"/>
                </a:solidFill>
              </a:rPr>
              <a:t>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#11)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E1A51A1-B46F-26EA-0C8C-022C975B44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256069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63247049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875803117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92027179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56082120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40037367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45600902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55422247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9326142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343613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635071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284048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95691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입출고대 </a:t>
                      </a:r>
                      <a:r>
                        <a:rPr lang="en-US" altLang="ko-KR" sz="900"/>
                        <a:t>#21)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372432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620020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2782826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3350818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230650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339632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367709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8650736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27882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490627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9053457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813434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919834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988F145-65F7-E70A-B4A7-2335B8D383B3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17412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3DA88-D691-959F-A63D-3F84723BC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2  —  </a:t>
            </a:r>
            <a:r>
              <a:rPr lang="ko-KR" altLang="en-US" sz="2000"/>
              <a:t>구간 </a:t>
            </a:r>
            <a:r>
              <a:rPr lang="en-US" altLang="ko-KR" sz="2000"/>
              <a:t>4/4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477ADB-7B13-3B1A-1662-AD6461B7B11A}"/>
              </a:ext>
            </a:extLst>
          </p:cNvPr>
          <p:cNvSpPr txBox="1"/>
          <p:nvPr/>
        </p:nvSpPr>
        <p:spPr>
          <a:xfrm>
            <a:off x="3091624" y="609600"/>
            <a:ext cx="3913252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2. S/C → </a:t>
            </a:r>
            <a:r>
              <a:rPr lang="ko-KR" altLang="en-US" sz="900">
                <a:solidFill>
                  <a:srgbClr val="003399"/>
                </a:solidFill>
              </a:rPr>
              <a:t>입출고대 </a:t>
            </a:r>
            <a:r>
              <a:rPr lang="en-US" altLang="ko-KR" sz="900">
                <a:solidFill>
                  <a:srgbClr val="003399"/>
                </a:solidFill>
              </a:rPr>
              <a:t>#22 </a:t>
            </a:r>
            <a:r>
              <a:rPr lang="ko-KR" altLang="en-US" sz="900">
                <a:solidFill>
                  <a:srgbClr val="003399"/>
                </a:solidFill>
              </a:rPr>
              <a:t>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#11)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2B0ADE4-7F73-6E2B-4AF1-0A6FDB48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12345"/>
              </p:ext>
            </p:extLst>
          </p:nvPr>
        </p:nvGraphicFramePr>
        <p:xfrm>
          <a:off x="304800" y="1016000"/>
          <a:ext cx="94869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212589179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654241098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99269156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9462344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74422509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52497314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9436036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78172629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392517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입출고대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864510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394308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%MX1442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452260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796947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%DW490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7437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628126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732808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입출고대 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79071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%RB516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48398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입출고대 반출 완료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회수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#11  %MX593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8376567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461029F-2B2C-8F3B-FBEA-4650A495AD09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2218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DA4BF1-E43C-45AE-A948-C24F6155D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3-1. 26 </a:t>
            </a:r>
            <a:r>
              <a:rPr lang="ko-KR" altLang="en-US" sz="1700"/>
              <a:t>입고대 → </a:t>
            </a:r>
            <a:r>
              <a:rPr lang="en-US" altLang="ko-KR" sz="1700"/>
              <a:t>S/C </a:t>
            </a:r>
            <a:r>
              <a:rPr lang="ko-KR" altLang="en-US" sz="1700"/>
              <a:t>입고 </a:t>
            </a:r>
            <a:r>
              <a:rPr lang="en-US" altLang="ko-KR" sz="1700"/>
              <a:t>(C/V #13 → RGV → </a:t>
            </a:r>
            <a:r>
              <a:rPr lang="ko-KR" altLang="en-US" sz="1700"/>
              <a:t>통로 → </a:t>
            </a:r>
            <a:r>
              <a:rPr lang="en-US" altLang="ko-KR" sz="1700"/>
              <a:t>S/C → </a:t>
            </a:r>
            <a:r>
              <a:rPr lang="ko-KR" altLang="en-US" sz="1700"/>
              <a:t>랙</a:t>
            </a:r>
            <a:r>
              <a:rPr lang="en-US" altLang="ko-KR" sz="1700"/>
              <a:t>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B4506-5B9F-8EB1-EC18-0725CEF7CC31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C/V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02465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84B7F-F623-5ADA-0726-E44088B2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3-1  —  </a:t>
            </a:r>
            <a:r>
              <a:rPr lang="ko-KR" altLang="en-US" sz="2000"/>
              <a:t>구간 </a:t>
            </a:r>
            <a:r>
              <a:rPr lang="en-US" altLang="ko-KR" sz="2000"/>
              <a:t>1/4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6E23B-0CDF-9328-180C-452F52D51077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3-1. 26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#13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E3053ED-2990-FB9D-129F-4AF494638A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270542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480550018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76144659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87984889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4370170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7575006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9950703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78047261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12604816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683179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 </a:t>
                      </a:r>
                      <a:r>
                        <a:rPr lang="ko-KR" altLang="en-US" sz="900"/>
                        <a:t>입고대 적재 감지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투입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318666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 (</a:t>
                      </a:r>
                      <a:r>
                        <a:rPr lang="ko-KR" altLang="en-US" sz="900"/>
                        <a:t>적재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789931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786958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465657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91540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%DW492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533595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최초 기록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적재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110078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적재 위치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877834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0946425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%RB576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33958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587341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33886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461248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060659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866271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%MX1473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424040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#13  %MX646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164363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8623BB8-DD43-06AA-FCBC-8FF68D87F623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82460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0FB6B-84BC-1FED-EDC3-DA5A72ECF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3-1  —  </a:t>
            </a:r>
            <a:r>
              <a:rPr lang="ko-KR" altLang="en-US" sz="2000"/>
              <a:t>구간 </a:t>
            </a:r>
            <a:r>
              <a:rPr lang="en-US" altLang="ko-KR" sz="2000"/>
              <a:t>2/4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446769-C272-7B2E-F5D9-2C006757EEB4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3-1. 26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#13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626CD07-BFFC-C4CB-0194-6918CCCF5A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7852971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625865306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554348242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7012505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9897210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70896840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75725269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08959152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71457060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182832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481494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713012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145945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RGV</a:t>
                      </a:r>
                      <a:r>
                        <a:rPr lang="ko-KR" altLang="en-US" sz="900"/>
                        <a:t>측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076228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756765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598400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570558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294228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210071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099846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125395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8749816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8838693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3709125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393919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55622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0A959FB-E4E7-8047-1520-241F498C0E08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39951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F4707B-2907-21CE-49C2-94DA2A7FC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3-1  —  </a:t>
            </a:r>
            <a:r>
              <a:rPr lang="ko-KR" altLang="en-US" sz="2000"/>
              <a:t>구간 </a:t>
            </a:r>
            <a:r>
              <a:rPr lang="en-US" altLang="ko-KR" sz="2000"/>
              <a:t>3/4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028B8-8A46-1759-4E0B-D233F0AF9602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3-1. 26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#13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78E9B26-9EF8-50E5-3503-567A4E4E46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544983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210164151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710460908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93594685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3507450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33259433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08400448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7748762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48722856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9277505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608575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6107460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911598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30880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%DW483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%DW485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%DW487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%DW489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6837423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732519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538571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2701345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%RB100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406581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(S/C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579615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(S/C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176317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ON (S/C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411651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182198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2481177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4510858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402AA8F-0728-5CD5-C5E3-165671D09BE3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61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F915E-3C0D-84CB-82AE-37D4A6002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3-1  —  </a:t>
            </a:r>
            <a:r>
              <a:rPr lang="ko-KR" altLang="en-US" sz="2000"/>
              <a:t>구간 </a:t>
            </a:r>
            <a:r>
              <a:rPr lang="en-US" altLang="ko-KR" sz="2000"/>
              <a:t>4/4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6469C4-C97C-22CB-F43B-B5EC5F5DF507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3-1. 26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#13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6F15DE-79B5-91E0-F893-2FEB7C0BE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771534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02895223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310226913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42727416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89803226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79677118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2231345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879040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612498051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535212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894590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8310417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912811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889496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7853543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8072324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039810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539471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227209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067705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468165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랙 적치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9286475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9108105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314683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816587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694416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0176072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573CB9E-9150-64C8-A8BD-C544D31246A4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1798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C7644-C983-3698-625D-548EC8241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3-2. S/C → 24 </a:t>
            </a:r>
            <a:r>
              <a:rPr lang="ko-KR" altLang="en-US" sz="1700"/>
              <a:t>출고대 출고 </a:t>
            </a:r>
            <a:r>
              <a:rPr lang="en-US" altLang="ko-KR" sz="1700"/>
              <a:t>(</a:t>
            </a:r>
            <a:r>
              <a:rPr lang="ko-KR" altLang="en-US" sz="1700"/>
              <a:t>랙 → </a:t>
            </a:r>
            <a:r>
              <a:rPr lang="en-US" altLang="ko-KR" sz="1700"/>
              <a:t>S/C → </a:t>
            </a:r>
            <a:r>
              <a:rPr lang="ko-KR" altLang="en-US" sz="1700"/>
              <a:t>통로 → </a:t>
            </a:r>
            <a:r>
              <a:rPr lang="en-US" altLang="ko-KR" sz="1700"/>
              <a:t>RGV → C/V #12)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948ACA-E23E-C9D1-8F62-A0D054EE200D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C/V  (10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3854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AC43CE-178F-D546-7E3F-DA84652C7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3-2  —  </a:t>
            </a:r>
            <a:r>
              <a:rPr lang="ko-KR" altLang="en-US" sz="2000"/>
              <a:t>구간 </a:t>
            </a:r>
            <a:r>
              <a:rPr lang="en-US" altLang="ko-KR" sz="2000"/>
              <a:t>1/4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5332B4-56F8-C195-3C34-A5B1F5FC88A3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3-2. S/C → 24 </a:t>
            </a:r>
            <a:r>
              <a:rPr lang="ko-KR" altLang="en-US" sz="900">
                <a:solidFill>
                  <a:srgbClr val="003399"/>
                </a:solidFill>
              </a:rPr>
              <a:t>출고대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#12)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C9C9A69-6742-731A-1B82-1A50FFBA1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885710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92522941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665044577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43282875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52090951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29195698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52355120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49516608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17482604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3516526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326485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132741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948826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하역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0250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312082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2153026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054468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996827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685649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3449115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5191496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205919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209106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4023183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601436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841468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0737164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D5FE87-FC32-1EC9-B170-B5EB73C9D0B0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02960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4BDA36-B4E0-F32F-6D0B-648B03F0E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3-2  —  </a:t>
            </a:r>
            <a:r>
              <a:rPr lang="ko-KR" altLang="en-US" sz="2000"/>
              <a:t>구간 </a:t>
            </a:r>
            <a:r>
              <a:rPr lang="en-US" altLang="ko-KR" sz="2000"/>
              <a:t>2/4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901B79-1E4A-25AC-C611-C653DF09039B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3-2. S/C → 24 </a:t>
            </a:r>
            <a:r>
              <a:rPr lang="ko-KR" altLang="en-US" sz="900">
                <a:solidFill>
                  <a:srgbClr val="003399"/>
                </a:solidFill>
              </a:rPr>
              <a:t>출고대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#12)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6C95780-47F4-46AE-65B5-DA6ECFA75D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1582901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2125453744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44922228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69348345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65953780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1918806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63799857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5135315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28991809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732811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(S/C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9645566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246769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%MX1300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167097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3573324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%DW482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%DW484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%DW486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%DW488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272700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(S/C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3989388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422528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9769362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501270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402393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649544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445233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%MX1409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0088126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254243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940427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7743553-7C9E-FF40-876E-E83BC5A09180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7362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BAC7-D743-ABCE-FF43-46E2AABEE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3-2  —  </a:t>
            </a:r>
            <a:r>
              <a:rPr lang="ko-KR" altLang="en-US" sz="2000"/>
              <a:t>구간 </a:t>
            </a:r>
            <a:r>
              <a:rPr lang="en-US" altLang="ko-KR" sz="2000"/>
              <a:t>3/4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B130D7-882D-91F3-4D15-762BDD788ADD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3-2. S/C → 24 </a:t>
            </a:r>
            <a:r>
              <a:rPr lang="ko-KR" altLang="en-US" sz="900">
                <a:solidFill>
                  <a:srgbClr val="003399"/>
                </a:solidFill>
              </a:rPr>
              <a:t>출고대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#12)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01B0CE8-7DA1-9A06-39D5-FCF0E0340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002262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269783375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4009635721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176206817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52777657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56420024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8039877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75938024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97947333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9863667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5328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521317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714083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(24 </a:t>
                      </a:r>
                      <a:r>
                        <a:rPr lang="ko-KR" altLang="en-US" sz="900"/>
                        <a:t>출고대 </a:t>
                      </a:r>
                      <a:r>
                        <a:rPr lang="en-US" altLang="ko-KR" sz="900"/>
                        <a:t>#23)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790203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869202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641194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7332563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082301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555230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574815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455941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517913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912347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0479600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149198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874673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DAFAE0F-7808-B64F-B019-38A6A9650613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64597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94B7A3-CDAE-67AF-DBBE-51DF5D9B4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3-2  —  </a:t>
            </a:r>
            <a:r>
              <a:rPr lang="ko-KR" altLang="en-US" sz="2000"/>
              <a:t>구간 </a:t>
            </a:r>
            <a:r>
              <a:rPr lang="en-US" altLang="ko-KR" sz="2000"/>
              <a:t>4/4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6BC7EB-46F3-3CEF-3775-AAA3761C7A6C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3-2. S/C → 24 </a:t>
            </a:r>
            <a:r>
              <a:rPr lang="ko-KR" altLang="en-US" sz="900">
                <a:solidFill>
                  <a:srgbClr val="003399"/>
                </a:solidFill>
              </a:rPr>
              <a:t>출고대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#12)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B6F7C82-A662-C099-D214-CBDF64B137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6280871"/>
              </p:ext>
            </p:extLst>
          </p:nvPr>
        </p:nvGraphicFramePr>
        <p:xfrm>
          <a:off x="304800" y="1016000"/>
          <a:ext cx="94869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288555184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063359807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50958485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7836400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22813998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6627237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48595303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885011224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659299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 </a:t>
                      </a:r>
                      <a:r>
                        <a:rPr lang="ko-KR" altLang="en-US" sz="900"/>
                        <a:t>출고대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403786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396538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%MX1458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26334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102101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%DW491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679448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595186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70832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 </a:t>
                      </a:r>
                      <a:r>
                        <a:rPr lang="ko-KR" altLang="en-US" sz="900"/>
                        <a:t>출고대 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3679296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%RB548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8501164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 </a:t>
                      </a:r>
                      <a:r>
                        <a:rPr lang="ko-KR" altLang="en-US" sz="900"/>
                        <a:t>출고대 반출 완료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회수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#12  %MX625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879745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9401ED6-94C2-9C49-9F8E-0D3C23D4B729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4847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106FCD-B398-0CC1-4FC4-F1E81FDFD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4-1. 30 </a:t>
            </a:r>
            <a:r>
              <a:rPr lang="ko-KR" altLang="en-US" sz="1700"/>
              <a:t>입고대 → </a:t>
            </a:r>
            <a:r>
              <a:rPr lang="en-US" altLang="ko-KR" sz="1700"/>
              <a:t>S/C </a:t>
            </a:r>
            <a:r>
              <a:rPr lang="ko-KR" altLang="en-US" sz="1700"/>
              <a:t>입고 </a:t>
            </a:r>
            <a:r>
              <a:rPr lang="en-US" altLang="ko-KR" sz="1700"/>
              <a:t>(C/V #15 → RGV → </a:t>
            </a:r>
            <a:r>
              <a:rPr lang="ko-KR" altLang="en-US" sz="1700"/>
              <a:t>통로 → </a:t>
            </a:r>
            <a:r>
              <a:rPr lang="en-US" altLang="ko-KR" sz="1700"/>
              <a:t>S/C → </a:t>
            </a:r>
            <a:r>
              <a:rPr lang="ko-KR" altLang="en-US" sz="1700"/>
              <a:t>랙</a:t>
            </a:r>
            <a:r>
              <a:rPr lang="en-US" altLang="ko-KR" sz="1700"/>
              <a:t>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465059-0A2A-788F-6394-487E485333C1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C/V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77543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A8331D-93C2-3BB9-F5A7-4E5FBD55F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4-1  —  </a:t>
            </a:r>
            <a:r>
              <a:rPr lang="ko-KR" altLang="en-US" sz="2000"/>
              <a:t>구간 </a:t>
            </a:r>
            <a:r>
              <a:rPr lang="en-US" altLang="ko-KR" sz="2000"/>
              <a:t>1/4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046BA9-A6DD-1407-224B-47B759AC0584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4-1. 30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#15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7206484-0CAB-7C49-B812-63AF724B2A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6295344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37290125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876308800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37320555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1538386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2042779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8122034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20024376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778401240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708136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 </a:t>
                      </a:r>
                      <a:r>
                        <a:rPr lang="ko-KR" altLang="en-US" sz="900"/>
                        <a:t>입고대 적재 감지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투입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6134714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 (</a:t>
                      </a:r>
                      <a:r>
                        <a:rPr lang="ko-KR" altLang="en-US" sz="900"/>
                        <a:t>적재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861479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8469498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915059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565112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%DW494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8534004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최초 기록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적재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126702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적재 위치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172195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093968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%RB640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879148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563380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반출 위치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062048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2721430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294656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156613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OFF (</a:t>
                      </a:r>
                      <a:r>
                        <a:rPr lang="ko-KR" altLang="en-US" sz="900"/>
                        <a:t>설비 리셋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%MX1505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4493452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#15  %MX710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45240931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D269706-2DF0-FBE2-B58D-54F361E12373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69239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CEB45-0AFA-91D7-E98C-635AEAC98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4-1  —  </a:t>
            </a:r>
            <a:r>
              <a:rPr lang="ko-KR" altLang="en-US" sz="2000"/>
              <a:t>구간 </a:t>
            </a:r>
            <a:r>
              <a:rPr lang="en-US" altLang="ko-KR" sz="2000"/>
              <a:t>2/4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2584A5-CFA6-BE70-17E1-23884A294D9D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4-1. 30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#15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36112F9-D26E-F913-BF23-0766D9F9C2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1774232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47914834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4082006609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41022709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4854333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62543691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4935114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23034700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9590619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76230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377106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345287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38748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RGV</a:t>
                      </a:r>
                      <a:r>
                        <a:rPr lang="ko-KR" altLang="en-US" sz="900"/>
                        <a:t>측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482719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016261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154402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381996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37953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4795456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575398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659750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2209173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4299064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2471844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8967478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263167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490E5D6-64ED-AF2C-229E-51DFFDB08B4E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10810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49218D-AD1A-C0BF-CD63-02550B086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4-1  —  </a:t>
            </a:r>
            <a:r>
              <a:rPr lang="ko-KR" altLang="en-US" sz="2000"/>
              <a:t>구간 </a:t>
            </a:r>
            <a:r>
              <a:rPr lang="en-US" altLang="ko-KR" sz="2000"/>
              <a:t>3/4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ACF511-C5A4-8BE1-6994-56BF416D64C9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4-1. 30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#15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B9814D-BF6B-A642-59F2-64D61F40B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385652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1377427842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148170137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78226091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58087974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78306054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6310995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11048884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3204025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3047331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409605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2192409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2024736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215824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입고 </a:t>
                      </a:r>
                      <a:r>
                        <a:rPr lang="en-US" altLang="ko-KR" sz="900"/>
                        <a:t>'0'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%DW483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%DW485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%DW487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%DW489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008632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575619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011177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623996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%RB100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%RB164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%RB228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%RB292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523936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(S/C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232445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(S/C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%MX433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%MX561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61406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ON (S/C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206557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%MX1331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%MX1363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%MX1395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%MX1427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614073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%MX547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185389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#4  %MX358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#6  %MX422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#8  %MX486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#10  %MX550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3969928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4CA2898-E658-029B-A6CD-8CDA5A13C6A5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27653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D4F889-99BE-0D91-0274-BC11C986C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4-1  —  </a:t>
            </a:r>
            <a:r>
              <a:rPr lang="ko-KR" altLang="en-US" sz="2000"/>
              <a:t>구간 </a:t>
            </a:r>
            <a:r>
              <a:rPr lang="en-US" altLang="ko-KR" sz="2000"/>
              <a:t>4/4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FC5DA-05F5-D5B5-7588-77DE7A4F71BE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4-1. 30 </a:t>
            </a:r>
            <a:r>
              <a:rPr lang="ko-KR" altLang="en-US" sz="900">
                <a:solidFill>
                  <a:srgbClr val="003399"/>
                </a:solidFill>
              </a:rPr>
              <a:t>입고대 → </a:t>
            </a:r>
            <a:r>
              <a:rPr lang="en-US" altLang="ko-KR" sz="900">
                <a:solidFill>
                  <a:srgbClr val="003399"/>
                </a:solidFill>
              </a:rPr>
              <a:t>S/C </a:t>
            </a:r>
            <a:r>
              <a:rPr lang="ko-KR" altLang="en-US" sz="900">
                <a:solidFill>
                  <a:srgbClr val="003399"/>
                </a:solidFill>
              </a:rPr>
              <a:t>입고 </a:t>
            </a:r>
            <a:r>
              <a:rPr lang="en-US" altLang="ko-KR" sz="900">
                <a:solidFill>
                  <a:srgbClr val="003399"/>
                </a:solidFill>
              </a:rPr>
              <a:t>(C/V #15 → RGV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랙</a:t>
            </a:r>
            <a:r>
              <a:rPr lang="en-US" altLang="ko-KR" sz="900">
                <a:solidFill>
                  <a:srgbClr val="003399"/>
                </a:solidFill>
              </a:rPr>
              <a:t>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B23ACBA-7172-7B8A-3143-C036AD1ED5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237630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16033444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646724326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9786866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87543406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24351081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52456720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4240974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9566839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633361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0688452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522164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9597684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3567872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339968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1189014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6274712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38921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720403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2825832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33631390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랙 적치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656407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5036263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3996323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445180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5267000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8349136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112DB18-2789-3E3F-545B-756F120B3839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19448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2023A-B1F4-0597-DE03-95624A65C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27000"/>
            <a:ext cx="8709025" cy="508000"/>
          </a:xfrm>
        </p:spPr>
        <p:txBody>
          <a:bodyPr/>
          <a:lstStyle/>
          <a:p>
            <a:r>
              <a:rPr lang="ko-KR" altLang="en-US" sz="1700"/>
              <a:t>반송 시나리오 </a:t>
            </a:r>
            <a:r>
              <a:rPr lang="en-US" altLang="ko-KR" sz="1700"/>
              <a:t>4-2. S/C → 29 </a:t>
            </a:r>
            <a:r>
              <a:rPr lang="ko-KR" altLang="en-US" sz="1700"/>
              <a:t>피킹대 출고 </a:t>
            </a:r>
            <a:r>
              <a:rPr lang="en-US" altLang="ko-KR" sz="1700"/>
              <a:t>(</a:t>
            </a:r>
            <a:r>
              <a:rPr lang="ko-KR" altLang="en-US" sz="1700"/>
              <a:t>랙 → </a:t>
            </a:r>
            <a:r>
              <a:rPr lang="en-US" altLang="ko-KR" sz="1700"/>
              <a:t>S/C → </a:t>
            </a:r>
            <a:r>
              <a:rPr lang="ko-KR" altLang="en-US" sz="1700"/>
              <a:t>통로 → </a:t>
            </a:r>
            <a:r>
              <a:rPr lang="en-US" altLang="ko-KR" sz="1700"/>
              <a:t>RGV → C/V #14)</a:t>
            </a:r>
            <a:endParaRPr lang="ko-KR" alt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BD5E22-2264-307A-FCBD-8957F184CF40}"/>
              </a:ext>
            </a:extLst>
          </p:cNvPr>
          <p:cNvSpPr txBox="1"/>
          <p:nvPr/>
        </p:nvSpPr>
        <p:spPr>
          <a:xfrm>
            <a:off x="381000" y="838200"/>
            <a:ext cx="9334500" cy="28007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경로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호기별</a:t>
            </a:r>
            <a:r>
              <a:rPr lang="en-US" altLang="ko-KR" sz="1100" b="0">
                <a:solidFill>
                  <a:srgbClr val="000000"/>
                </a:solidFill>
              </a:rPr>
              <a:t>) — PlcAddressMap.xml &lt;CraneMap&gt; </a:t>
            </a:r>
            <a:r>
              <a:rPr lang="ko-KR" altLang="en-US" sz="1100" b="0">
                <a:solidFill>
                  <a:srgbClr val="000000"/>
                </a:solidFill>
              </a:rPr>
              <a:t>기준</a:t>
            </a: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  </a:t>
            </a:r>
            <a:r>
              <a:rPr lang="en-US" altLang="ko-KR" sz="1100" b="0">
                <a:solidFill>
                  <a:srgbClr val="000000"/>
                </a:solidFill>
              </a:rPr>
              <a:t>S/C #1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#2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#2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#2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#4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#7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#8)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#3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#6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#5)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#3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#6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#11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#12)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#5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#10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#9)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#4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#8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#15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#16)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#7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#14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#13)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S/C #5 : </a:t>
            </a:r>
            <a:r>
              <a:rPr lang="ko-KR" altLang="en-US" sz="1100" b="0">
                <a:solidFill>
                  <a:srgbClr val="000000"/>
                </a:solidFill>
              </a:rPr>
              <a:t>입고통로 </a:t>
            </a:r>
            <a:r>
              <a:rPr lang="en-US" altLang="ko-KR" sz="1100" b="0">
                <a:solidFill>
                  <a:srgbClr val="000000"/>
                </a:solidFill>
              </a:rPr>
              <a:t>C/V #10 (RGV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#19 → 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#20)   ·   </a:t>
            </a:r>
            <a:r>
              <a:rPr lang="ko-KR" altLang="en-US" sz="1100" b="0">
                <a:solidFill>
                  <a:srgbClr val="000000"/>
                </a:solidFill>
              </a:rPr>
              <a:t>출고통로 </a:t>
            </a:r>
            <a:r>
              <a:rPr lang="en-US" altLang="ko-KR" sz="1100" b="0">
                <a:solidFill>
                  <a:srgbClr val="000000"/>
                </a:solidFill>
              </a:rPr>
              <a:t>C/V #9 (S/C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#18 → RGV</a:t>
            </a:r>
            <a:r>
              <a:rPr lang="ko-KR" altLang="en-US" sz="1100" b="0">
                <a:solidFill>
                  <a:srgbClr val="000000"/>
                </a:solidFill>
              </a:rPr>
              <a:t>측 </a:t>
            </a:r>
            <a:r>
              <a:rPr lang="en-US" altLang="ko-KR" sz="1100" b="0">
                <a:solidFill>
                  <a:srgbClr val="000000"/>
                </a:solidFill>
              </a:rPr>
              <a:t>#17)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ko-KR" altLang="en-US" sz="1100" b="0">
                <a:solidFill>
                  <a:srgbClr val="000000"/>
                </a:solidFill>
              </a:rPr>
              <a:t>구간 구성 </a:t>
            </a:r>
            <a:r>
              <a:rPr lang="en-US" altLang="ko-KR" sz="1100" b="0">
                <a:solidFill>
                  <a:srgbClr val="000000"/>
                </a:solidFill>
              </a:rPr>
              <a:t>(</a:t>
            </a:r>
            <a:r>
              <a:rPr lang="ko-KR" altLang="en-US" sz="1100" b="0">
                <a:solidFill>
                  <a:srgbClr val="000000"/>
                </a:solidFill>
              </a:rPr>
              <a:t>이어지는 슬라이드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1 : S/C  (17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2 : C/V  (15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3 : RGV  (16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</a:t>
            </a:r>
            <a:r>
              <a:rPr lang="ko-KR" altLang="en-US" sz="1100" b="0">
                <a:solidFill>
                  <a:srgbClr val="000000"/>
                </a:solidFill>
              </a:rPr>
              <a:t>구간 </a:t>
            </a:r>
            <a:r>
              <a:rPr lang="en-US" altLang="ko-KR" sz="1100" b="0">
                <a:solidFill>
                  <a:srgbClr val="000000"/>
                </a:solidFill>
              </a:rPr>
              <a:t>4 : C/V  (10 </a:t>
            </a:r>
            <a:r>
              <a:rPr lang="ko-KR" altLang="en-US" sz="1100" b="0">
                <a:solidFill>
                  <a:srgbClr val="000000"/>
                </a:solidFill>
              </a:rPr>
              <a:t>스텝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</a:p>
          <a:p>
            <a:pPr algn="l"/>
            <a:endParaRPr lang="en-US" altLang="ko-KR" sz="1100" b="0">
              <a:solidFill>
                <a:srgbClr val="000000"/>
              </a:solidFill>
            </a:endParaRP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※ </a:t>
            </a:r>
            <a:r>
              <a:rPr lang="ko-KR" altLang="en-US" sz="1100" b="0">
                <a:solidFill>
                  <a:srgbClr val="000000"/>
                </a:solidFill>
              </a:rPr>
              <a:t>이 장의 모든 주소는 </a:t>
            </a:r>
            <a:r>
              <a:rPr lang="en-US" altLang="ko-KR" sz="1100" b="0">
                <a:solidFill>
                  <a:srgbClr val="000000"/>
                </a:solidFill>
              </a:rPr>
              <a:t>PlcAddressMap.xml </a:t>
            </a:r>
            <a:r>
              <a:rPr lang="ko-KR" altLang="en-US" sz="1100" b="0">
                <a:solidFill>
                  <a:srgbClr val="000000"/>
                </a:solidFill>
              </a:rPr>
              <a:t>에서 계산되었다</a:t>
            </a:r>
            <a:r>
              <a:rPr lang="en-US" altLang="ko-KR" sz="1100" b="0">
                <a:solidFill>
                  <a:srgbClr val="000000"/>
                </a:solidFill>
              </a:rPr>
              <a:t>. XML </a:t>
            </a:r>
            <a:r>
              <a:rPr lang="ko-KR" altLang="en-US" sz="1100" b="0">
                <a:solidFill>
                  <a:srgbClr val="000000"/>
                </a:solidFill>
              </a:rPr>
              <a:t>을 고치면 </a:t>
            </a:r>
            <a:r>
              <a:rPr lang="en-US" altLang="ko-KR" sz="1100" b="0">
                <a:solidFill>
                  <a:srgbClr val="000000"/>
                </a:solidFill>
              </a:rPr>
              <a:t>EQP_TASK · EQP_SIM · </a:t>
            </a:r>
            <a:r>
              <a:rPr lang="ko-KR" altLang="en-US" sz="1100" b="0">
                <a:solidFill>
                  <a:srgbClr val="000000"/>
                </a:solidFill>
              </a:rPr>
              <a:t>본 문서가 함께 바뀐다</a:t>
            </a:r>
            <a:r>
              <a:rPr lang="en-US" altLang="ko-KR" sz="1100" b="0">
                <a:solidFill>
                  <a:srgbClr val="000000"/>
                </a:solidFill>
              </a:rPr>
              <a:t>.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</a:t>
            </a:r>
            <a:r>
              <a:rPr lang="ko-KR" altLang="en-US" sz="1100" b="0">
                <a:solidFill>
                  <a:srgbClr val="000000"/>
                </a:solidFill>
              </a:rPr>
              <a:t>주소식 </a:t>
            </a:r>
            <a:r>
              <a:rPr lang="en-US" altLang="ko-KR" sz="1100" b="0">
                <a:solidFill>
                  <a:srgbClr val="000000"/>
                </a:solidFill>
              </a:rPr>
              <a:t>:  base = origin + (</a:t>
            </a:r>
            <a:r>
              <a:rPr lang="ko-KR" altLang="en-US" sz="1100" b="0">
                <a:solidFill>
                  <a:srgbClr val="000000"/>
                </a:solidFill>
              </a:rPr>
              <a:t>설비번호 </a:t>
            </a:r>
            <a:r>
              <a:rPr lang="en-US" altLang="ko-KR" sz="1100" b="0">
                <a:solidFill>
                  <a:srgbClr val="000000"/>
                </a:solidFill>
              </a:rPr>
              <a:t>- numberFrom) × stride ,  </a:t>
            </a:r>
            <a:r>
              <a:rPr lang="ko-KR" altLang="en-US" sz="1100" b="0">
                <a:solidFill>
                  <a:srgbClr val="000000"/>
                </a:solidFill>
              </a:rPr>
              <a:t>주소 </a:t>
            </a:r>
            <a:r>
              <a:rPr lang="en-US" altLang="ko-KR" sz="1100" b="0">
                <a:solidFill>
                  <a:srgbClr val="000000"/>
                </a:solidFill>
              </a:rPr>
              <a:t>= base + offset</a:t>
            </a:r>
          </a:p>
          <a:p>
            <a:pPr algn="l"/>
            <a:r>
              <a:rPr lang="en-US" altLang="ko-KR" sz="1100" b="0">
                <a:solidFill>
                  <a:srgbClr val="000000"/>
                </a:solidFill>
              </a:rPr>
              <a:t>   %MX=M</a:t>
            </a:r>
            <a:r>
              <a:rPr lang="ko-KR" altLang="en-US" sz="1100" b="0">
                <a:solidFill>
                  <a:srgbClr val="000000"/>
                </a:solidFill>
              </a:rPr>
              <a:t>비트 절대주소 </a:t>
            </a:r>
            <a:r>
              <a:rPr lang="en-US" altLang="ko-KR" sz="1100" b="0">
                <a:solidFill>
                  <a:srgbClr val="000000"/>
                </a:solidFill>
              </a:rPr>
              <a:t>· %DW=D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(%DB=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×2) · %RB=R</a:t>
            </a:r>
            <a:r>
              <a:rPr lang="ko-KR" altLang="en-US" sz="1100" b="0">
                <a:solidFill>
                  <a:srgbClr val="000000"/>
                </a:solidFill>
              </a:rPr>
              <a:t>바이트</a:t>
            </a:r>
            <a:r>
              <a:rPr lang="en-US" altLang="ko-KR" sz="1100" b="0">
                <a:solidFill>
                  <a:srgbClr val="000000"/>
                </a:solidFill>
              </a:rPr>
              <a:t>(=</a:t>
            </a:r>
            <a:r>
              <a:rPr lang="ko-KR" altLang="en-US" sz="1100" b="0">
                <a:solidFill>
                  <a:srgbClr val="000000"/>
                </a:solidFill>
              </a:rPr>
              <a:t>워드</a:t>
            </a:r>
            <a:r>
              <a:rPr lang="en-US" altLang="ko-KR" sz="1100" b="0">
                <a:solidFill>
                  <a:srgbClr val="000000"/>
                </a:solidFill>
              </a:rPr>
              <a:t>×2, </a:t>
            </a:r>
            <a:r>
              <a:rPr lang="ko-KR" altLang="en-US" sz="1100" b="0">
                <a:solidFill>
                  <a:srgbClr val="000000"/>
                </a:solidFill>
              </a:rPr>
              <a:t>문서표기 </a:t>
            </a:r>
            <a:r>
              <a:rPr lang="en-US" altLang="ko-KR" sz="1100" b="0">
                <a:solidFill>
                  <a:srgbClr val="000000"/>
                </a:solidFill>
              </a:rPr>
              <a:t>16</a:t>
            </a:r>
            <a:r>
              <a:rPr lang="ko-KR" altLang="en-US" sz="1100" b="0">
                <a:solidFill>
                  <a:srgbClr val="000000"/>
                </a:solidFill>
              </a:rPr>
              <a:t>진 해석</a:t>
            </a:r>
            <a:r>
              <a:rPr lang="en-US" altLang="ko-KR" sz="1100" b="0">
                <a:solidFill>
                  <a:srgbClr val="000000"/>
                </a:solidFill>
              </a:rPr>
              <a:t>)</a:t>
            </a:r>
            <a:endParaRPr lang="ko-KR" altLang="en-US" sz="1100" b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55139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294C4-53DF-C288-BAB1-D9B34E276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4-2  —  </a:t>
            </a:r>
            <a:r>
              <a:rPr lang="ko-KR" altLang="en-US" sz="2000"/>
              <a:t>구간 </a:t>
            </a:r>
            <a:r>
              <a:rPr lang="en-US" altLang="ko-KR" sz="2000"/>
              <a:t>1/4 (S/C)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D64619-5CA4-5AB1-C642-5833E3F160BF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4-2. S/C → 29 </a:t>
            </a:r>
            <a:r>
              <a:rPr lang="ko-KR" altLang="en-US" sz="900">
                <a:solidFill>
                  <a:srgbClr val="003399"/>
                </a:solidFill>
              </a:rPr>
              <a:t>피킹대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863DDBF-32A9-D72C-703D-72C67610BA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431053"/>
              </p:ext>
            </p:extLst>
          </p:nvPr>
        </p:nvGraphicFramePr>
        <p:xfrm>
          <a:off x="304800" y="1016000"/>
          <a:ext cx="94869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64836804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45744181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64257666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992718102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67409695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58636361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46962718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66148405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3994545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244747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298740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랙 셀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344496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</a:t>
                      </a:r>
                      <a:r>
                        <a:rPr lang="ko-KR" altLang="en-US" sz="900"/>
                        <a:t>하역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%DW787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%DW819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8641675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%DW774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%DW790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%DW806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%DW822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%DW838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6630163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(S/C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5644839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S/C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%RB1536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%RB1540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%RB1544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%RB1548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%RB1552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598946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84195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%MX1569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404292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 </a:t>
                      </a:r>
                      <a:r>
                        <a:rPr lang="ko-KR" altLang="en-US" sz="900"/>
                        <a:t>현재위치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열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연</a:t>
                      </a:r>
                      <a:r>
                        <a:rPr lang="en-US" altLang="ko-KR" sz="900"/>
                        <a:t>/</a:t>
                      </a:r>
                      <a:r>
                        <a:rPr lang="ko-KR" altLang="en-US" sz="900"/>
                        <a:t>단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%DW262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%DW310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392984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789456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통로 </a:t>
                      </a:r>
                      <a:r>
                        <a:rPr lang="en-US" altLang="ko-KR" sz="900"/>
                        <a:t>C/V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%MX896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15332576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77616902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%MX1538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%MX1554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%MX1570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%MX1586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%MX1602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580452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%DW291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2166924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%MX785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%MX817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%MX849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%MX881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%MX913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610481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#1  %DW256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#2  %DW272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#3  %DW288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#4  %DW304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S/C #5  %DW320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0237418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9D12409-7132-8A0A-86E7-EB7CD2183B8B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1924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8645ED-F66F-20E3-93B6-7EB0A3563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4-2  —  </a:t>
            </a:r>
            <a:r>
              <a:rPr lang="ko-KR" altLang="en-US" sz="2000"/>
              <a:t>구간 </a:t>
            </a:r>
            <a:r>
              <a:rPr lang="en-US" altLang="ko-KR" sz="2000"/>
              <a:t>2/4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796938-A42B-B3D5-2A95-3177DE6F5218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4-2. S/C → 29 </a:t>
            </a:r>
            <a:r>
              <a:rPr lang="ko-KR" altLang="en-US" sz="900">
                <a:solidFill>
                  <a:srgbClr val="003399"/>
                </a:solidFill>
              </a:rPr>
              <a:t>피킹대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호기마다 설비번호가 달라 주소가 모두 다르다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EF6D18-AAF1-4A12-2F84-667598AA1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9871779"/>
              </p:ext>
            </p:extLst>
          </p:nvPr>
        </p:nvGraphicFramePr>
        <p:xfrm>
          <a:off x="304800" y="1016000"/>
          <a:ext cx="94869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032738477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3308138251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29433993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094228963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62541705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53696279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4813443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110344235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152316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(S/C </a:t>
                      </a:r>
                      <a:r>
                        <a:rPr lang="ko-KR" altLang="en-US" sz="900"/>
                        <a:t>하역 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0590396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846591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#2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%MX1300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%MX1380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310165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#2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6963645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%DW481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%DW482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%DW484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%DW486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%DW488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54115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(S/C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%RB260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880588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S/C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14228727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70989693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측으로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%RB32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%RB64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%RB128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%RB192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%RB256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681951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</a:t>
                      </a:r>
                      <a:r>
                        <a:rPr lang="ko-KR" altLang="en-US" sz="900"/>
                        <a:t>보고 </a:t>
                      </a:r>
                      <a:r>
                        <a:rPr lang="en-US" altLang="ko-KR" sz="900"/>
                        <a:t>(RGV Call)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053811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(RGV Load </a:t>
                      </a:r>
                      <a:r>
                        <a:rPr lang="ko-KR" altLang="en-US" sz="900"/>
                        <a:t>완료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%MX304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%MX400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%MX464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009097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ON (RGV </a:t>
                      </a:r>
                      <a:r>
                        <a:rPr lang="ko-KR" altLang="en-US" sz="900"/>
                        <a:t>픽업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077988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%MX1297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%MX1313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%MX1345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%MX1377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%MX1409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43840892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%MX385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%MX449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0056527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W.O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#2  %MX294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#3  %MX326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#5  %MX390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#7  %MX454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#9  %MX518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269972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C41EF5F-3D68-4E7C-55C6-55A89634F307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61056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8FBBB-5D3A-0308-C634-D64E23CFB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4-2  —  </a:t>
            </a:r>
            <a:r>
              <a:rPr lang="ko-KR" altLang="en-US" sz="2000"/>
              <a:t>구간 </a:t>
            </a:r>
            <a:r>
              <a:rPr lang="en-US" altLang="ko-KR" sz="2000"/>
              <a:t>3/4 (RGV)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D769F0-FF42-D76A-975E-1E0AD943541B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4-2. S/C → 29 </a:t>
            </a:r>
            <a:r>
              <a:rPr lang="ko-KR" altLang="en-US" sz="900">
                <a:solidFill>
                  <a:srgbClr val="003399"/>
                </a:solidFill>
              </a:rPr>
              <a:t>피킹대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A4F3883-D06E-27E8-353E-16C4EE62B4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292381"/>
              </p:ext>
            </p:extLst>
          </p:nvPr>
        </p:nvGraphicFramePr>
        <p:xfrm>
          <a:off x="304800" y="1016000"/>
          <a:ext cx="94869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31500235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756228895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38487716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93253414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95638180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65495828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45690859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589778284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887904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IDLE=1 </a:t>
                      </a:r>
                      <a:r>
                        <a:rPr lang="ko-KR" altLang="en-US" sz="900"/>
                        <a:t>확인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6113517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Req’ (WCS </a:t>
                      </a:r>
                      <a:r>
                        <a:rPr lang="ko-KR" altLang="en-US" sz="900"/>
                        <a:t>지시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397509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From (</a:t>
                      </a:r>
                      <a:r>
                        <a:rPr lang="ko-KR" altLang="en-US" sz="900"/>
                        <a:t>픽업 포트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%DW848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793768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To (29 </a:t>
                      </a:r>
                      <a:r>
                        <a:rPr lang="ko-KR" altLang="en-US" sz="900"/>
                        <a:t>피킹대 </a:t>
                      </a:r>
                      <a:r>
                        <a:rPr lang="en-US" altLang="ko-KR" sz="900"/>
                        <a:t>#27)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%DW851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22139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Command Data - Job No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%DW854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11647396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ON (RGV </a:t>
                      </a:r>
                      <a:r>
                        <a:rPr lang="ko-KR" altLang="en-US" sz="900"/>
                        <a:t>적재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663600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On RGV - </a:t>
                      </a:r>
                      <a:r>
                        <a:rPr lang="ko-KR" altLang="en-US" sz="900"/>
                        <a:t>탑재 화물번호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%RB1568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6462752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82493853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%MX1617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337411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Transfer Complete Location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7627694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38165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Pallet Presence OFF (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%MX928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820846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8097350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Ack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%MX1618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392260237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Unload Complete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%MX945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00941161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IDLE </a:t>
                      </a:r>
                      <a:r>
                        <a:rPr lang="ko-KR" altLang="en-US" sz="900"/>
                        <a:t>복귀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RGV #1  %DW336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74839769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79B179-4AFA-930E-9EE6-3BD5B97AFD6D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5889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21DCAB-08D1-BAB0-402C-F85809470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152400"/>
            <a:ext cx="8709025" cy="508000"/>
          </a:xfrm>
        </p:spPr>
        <p:txBody>
          <a:bodyPr/>
          <a:lstStyle/>
          <a:p>
            <a:r>
              <a:rPr lang="ko-KR" altLang="en-US" sz="2000"/>
              <a:t>반송 시나리오 </a:t>
            </a:r>
            <a:r>
              <a:rPr lang="en-US" altLang="ko-KR" sz="2000"/>
              <a:t>4-2  —  </a:t>
            </a:r>
            <a:r>
              <a:rPr lang="ko-KR" altLang="en-US" sz="2000"/>
              <a:t>구간 </a:t>
            </a:r>
            <a:r>
              <a:rPr lang="en-US" altLang="ko-KR" sz="2000"/>
              <a:t>4/4 (C/V)</a:t>
            </a:r>
            <a:endParaRPr lang="ko-KR" altLang="en-US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7AD7-B8C1-000C-979C-DFFABDD33663}"/>
              </a:ext>
            </a:extLst>
          </p:cNvPr>
          <p:cNvSpPr txBox="1"/>
          <p:nvPr/>
        </p:nvSpPr>
        <p:spPr>
          <a:xfrm>
            <a:off x="3134905" y="609600"/>
            <a:ext cx="3826689" cy="369332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900">
                <a:solidFill>
                  <a:srgbClr val="003399"/>
                </a:solidFill>
              </a:rPr>
              <a:t>4-2. S/C → 29 </a:t>
            </a:r>
            <a:r>
              <a:rPr lang="ko-KR" altLang="en-US" sz="900">
                <a:solidFill>
                  <a:srgbClr val="003399"/>
                </a:solidFill>
              </a:rPr>
              <a:t>피킹대 출고 </a:t>
            </a:r>
            <a:r>
              <a:rPr lang="en-US" altLang="ko-KR" sz="900">
                <a:solidFill>
                  <a:srgbClr val="003399"/>
                </a:solidFill>
              </a:rPr>
              <a:t>(</a:t>
            </a:r>
            <a:r>
              <a:rPr lang="ko-KR" altLang="en-US" sz="900">
                <a:solidFill>
                  <a:srgbClr val="003399"/>
                </a:solidFill>
              </a:rPr>
              <a:t>랙 → </a:t>
            </a:r>
            <a:r>
              <a:rPr lang="en-US" altLang="ko-KR" sz="900">
                <a:solidFill>
                  <a:srgbClr val="003399"/>
                </a:solidFill>
              </a:rPr>
              <a:t>S/C → </a:t>
            </a:r>
            <a:r>
              <a:rPr lang="ko-KR" altLang="en-US" sz="900">
                <a:solidFill>
                  <a:srgbClr val="003399"/>
                </a:solidFill>
              </a:rPr>
              <a:t>통로 → </a:t>
            </a:r>
            <a:r>
              <a:rPr lang="en-US" altLang="ko-KR" sz="900">
                <a:solidFill>
                  <a:srgbClr val="003399"/>
                </a:solidFill>
              </a:rPr>
              <a:t>RGV → C/V #14)</a:t>
            </a:r>
          </a:p>
          <a:p>
            <a:r>
              <a:rPr lang="en-US" altLang="ko-KR" sz="900">
                <a:solidFill>
                  <a:srgbClr val="003399"/>
                </a:solidFill>
              </a:rPr>
              <a:t>▷ </a:t>
            </a:r>
            <a:r>
              <a:rPr lang="ko-KR" altLang="en-US" sz="900">
                <a:solidFill>
                  <a:srgbClr val="003399"/>
                </a:solidFill>
              </a:rPr>
              <a:t>이 구간은 입출고대</a:t>
            </a:r>
            <a:r>
              <a:rPr lang="en-US" altLang="ko-KR" sz="900">
                <a:solidFill>
                  <a:srgbClr val="003399"/>
                </a:solidFill>
              </a:rPr>
              <a:t>/RGV </a:t>
            </a:r>
            <a:r>
              <a:rPr lang="ko-KR" altLang="en-US" sz="900">
                <a:solidFill>
                  <a:srgbClr val="003399"/>
                </a:solidFill>
              </a:rPr>
              <a:t>공용 설비라 </a:t>
            </a:r>
            <a:r>
              <a:rPr lang="en-US" altLang="ko-KR" sz="900">
                <a:solidFill>
                  <a:srgbClr val="003399"/>
                </a:solidFill>
              </a:rPr>
              <a:t>1~5</a:t>
            </a:r>
            <a:r>
              <a:rPr lang="ko-KR" altLang="en-US" sz="900">
                <a:solidFill>
                  <a:srgbClr val="003399"/>
                </a:solidFill>
              </a:rPr>
              <a:t>호기 주소가 모두 같다</a:t>
            </a:r>
            <a:r>
              <a:rPr lang="en-US" altLang="ko-KR" sz="900">
                <a:solidFill>
                  <a:srgbClr val="003399"/>
                </a:solidFill>
              </a:rPr>
              <a:t>.</a:t>
            </a:r>
            <a:endParaRPr lang="ko-KR" altLang="en-US" sz="900">
              <a:solidFill>
                <a:srgbClr val="003399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3410120-1C96-193A-B5ED-33F9BF1B4D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029546"/>
              </p:ext>
            </p:extLst>
          </p:nvPr>
        </p:nvGraphicFramePr>
        <p:xfrm>
          <a:off x="304800" y="1016000"/>
          <a:ext cx="94869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>
                  <a:extLst>
                    <a:ext uri="{9D8B030D-6E8A-4147-A177-3AD203B41FA5}">
                      <a16:colId xmlns:a16="http://schemas.microsoft.com/office/drawing/2014/main" val="243516715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579839992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3422291595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27821578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992813657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3020736689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4023472118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551986183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#</a:t>
                      </a:r>
                      <a:endParaRPr lang="ko-KR" altLang="en-US" sz="1000" b="1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주체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신호 </a:t>
                      </a:r>
                      <a:r>
                        <a:rPr lang="en-US" altLang="ko-KR" sz="1000" b="1"/>
                        <a:t>/ </a:t>
                      </a:r>
                      <a:r>
                        <a:rPr lang="ko-KR" altLang="en-US" sz="1000" b="1"/>
                        <a:t>설명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1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2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3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4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5</a:t>
                      </a:r>
                      <a:r>
                        <a:rPr lang="ko-KR" altLang="en-US" sz="1000" b="1"/>
                        <a:t>호기</a:t>
                      </a:r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351221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49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 </a:t>
                      </a:r>
                      <a:r>
                        <a:rPr lang="ko-KR" altLang="en-US" sz="900"/>
                        <a:t>피킹대 </a:t>
                      </a:r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ON (RGV </a:t>
                      </a:r>
                      <a:r>
                        <a:rPr lang="ko-KR" altLang="en-US" sz="900"/>
                        <a:t>하역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645590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50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ON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7315852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51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▲</a:t>
                      </a:r>
                      <a:endParaRPr lang="ko-KR" altLang="en-US" sz="900"/>
                    </a:p>
                  </a:txBody>
                  <a:tcPr marL="38100" marR="25400" marT="12700" marB="12700">
                    <a:solidFill>
                      <a:srgbClr val="D0F0E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Ack #1 ON (WCS)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%MX1490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8549159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52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Load Complete #1 OFF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%MX674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17899262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53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방향 확인 </a:t>
                      </a:r>
                      <a:r>
                        <a:rPr lang="en-US" altLang="ko-KR" sz="900"/>
                        <a:t>- </a:t>
                      </a:r>
                      <a:r>
                        <a:rPr lang="ko-KR" altLang="en-US" sz="900"/>
                        <a:t>출고 </a:t>
                      </a:r>
                      <a:r>
                        <a:rPr lang="en-US" altLang="ko-KR" sz="900"/>
                        <a:t>'1'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%DW493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56196186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54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JOB NO </a:t>
                      </a:r>
                      <a:r>
                        <a:rPr lang="ko-KR" altLang="en-US" sz="900"/>
                        <a:t>기록 </a:t>
                      </a:r>
                      <a:r>
                        <a:rPr lang="en-US" altLang="ko-KR" sz="900"/>
                        <a:t>(RGV</a:t>
                      </a:r>
                      <a:r>
                        <a:rPr lang="ko-KR" altLang="en-US" sz="900"/>
                        <a:t>측 위치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%RB608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9443017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55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RGV</a:t>
                      </a:r>
                      <a:r>
                        <a:rPr lang="ko-KR" altLang="en-US" sz="900"/>
                        <a:t>측 </a:t>
                      </a:r>
                      <a:r>
                        <a:rPr lang="en-US" altLang="ko-KR" sz="900"/>
                        <a:t>Pallet Exist OFF (ID Shift)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%MX688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9569567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56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▲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 </a:t>
                      </a:r>
                      <a:r>
                        <a:rPr lang="ko-KR" altLang="en-US" sz="900"/>
                        <a:t>피킹대 반출 위치 </a:t>
                      </a:r>
                      <a:r>
                        <a:rPr lang="en-US" altLang="ko-KR" sz="900"/>
                        <a:t>Pallet Exist ON (</a:t>
                      </a:r>
                      <a:r>
                        <a:rPr lang="ko-KR" altLang="en-US" sz="900"/>
                        <a:t>도착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22870163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57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ECS </a:t>
                      </a:r>
                      <a:r>
                        <a:rPr lang="ko-KR" altLang="en-US" sz="900"/>
                        <a:t>값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PLC ID Shift </a:t>
                      </a:r>
                      <a:r>
                        <a:rPr lang="ko-KR" altLang="en-US" sz="900"/>
                        <a:t>결과 </a:t>
                      </a:r>
                      <a:r>
                        <a:rPr lang="en-US" altLang="ko-KR" sz="900"/>
                        <a:t>: JOB </a:t>
                      </a:r>
                      <a:r>
                        <a:rPr lang="ko-KR" altLang="en-US" sz="900"/>
                        <a:t>이 반출 위치로 이동</a:t>
                      </a:r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%RB612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47865912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58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EQP ▼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29 </a:t>
                      </a:r>
                      <a:r>
                        <a:rPr lang="ko-KR" altLang="en-US" sz="900"/>
                        <a:t>피킹대 반출 완료 </a:t>
                      </a:r>
                      <a:r>
                        <a:rPr lang="en-US" altLang="ko-KR" sz="900"/>
                        <a:t>(</a:t>
                      </a:r>
                      <a:r>
                        <a:rPr lang="ko-KR" altLang="en-US" sz="900"/>
                        <a:t>작업자 회수</a:t>
                      </a:r>
                      <a:r>
                        <a:rPr lang="en-US" altLang="ko-KR" sz="900"/>
                        <a:t>)</a:t>
                      </a:r>
                      <a:endParaRPr lang="ko-KR" altLang="en-US" sz="9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/>
                        <a:t>C/V #14  %MX689</a:t>
                      </a:r>
                      <a:endParaRPr lang="ko-KR" altLang="en-US" sz="800"/>
                    </a:p>
                  </a:txBody>
                  <a:tcPr marL="38100" marR="25400" marT="12700" marB="12700"/>
                </a:tc>
                <a:extLst>
                  <a:ext uri="{0D108BD9-81ED-4DB2-BD59-A6C34878D82A}">
                    <a16:rowId xmlns:a16="http://schemas.microsoft.com/office/drawing/2014/main" val="12879395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ACA0D15-EEF6-521B-8592-FCA3BC70CBBF}"/>
              </a:ext>
            </a:extLst>
          </p:cNvPr>
          <p:cNvSpPr txBox="1"/>
          <p:nvPr/>
        </p:nvSpPr>
        <p:spPr>
          <a:xfrm>
            <a:off x="304800" y="6527800"/>
            <a:ext cx="9486900" cy="353943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vert="horz" wrap="square" rtlCol="0">
            <a:spAutoFit/>
          </a:bodyPr>
          <a:lstStyle/>
          <a:p>
            <a:pPr algn="l"/>
            <a:r>
              <a:rPr lang="en-US" altLang="ko-KR" sz="850">
                <a:solidFill>
                  <a:srgbClr val="003399"/>
                </a:solidFill>
              </a:rPr>
              <a:t>[ </a:t>
            </a:r>
            <a:r>
              <a:rPr lang="ko-KR" altLang="en-US" sz="850">
                <a:solidFill>
                  <a:srgbClr val="003399"/>
                </a:solidFill>
              </a:rPr>
              <a:t>주체 읽는 법 </a:t>
            </a:r>
            <a:r>
              <a:rPr lang="en-US" altLang="ko-KR" sz="850">
                <a:solidFill>
                  <a:srgbClr val="003399"/>
                </a:solidFill>
              </a:rPr>
              <a:t>]  EQP ▲ = </a:t>
            </a:r>
            <a:r>
              <a:rPr lang="ko-KR" altLang="en-US" sz="850">
                <a:solidFill>
                  <a:srgbClr val="003399"/>
                </a:solidFill>
              </a:rPr>
              <a:t>설비</a:t>
            </a:r>
            <a:r>
              <a:rPr lang="en-US" altLang="ko-KR" sz="850">
                <a:solidFill>
                  <a:srgbClr val="003399"/>
                </a:solidFill>
              </a:rPr>
              <a:t>(PLC)</a:t>
            </a:r>
            <a:r>
              <a:rPr lang="ko-KR" altLang="en-US" sz="850">
                <a:solidFill>
                  <a:srgbClr val="003399"/>
                </a:solidFill>
              </a:rPr>
              <a:t>가 그 비트를 </a:t>
            </a:r>
            <a:r>
              <a:rPr lang="en-US" altLang="ko-KR" sz="850">
                <a:solidFill>
                  <a:srgbClr val="003399"/>
                </a:solidFill>
              </a:rPr>
              <a:t>ON  ·  EQP ▼ = </a:t>
            </a:r>
            <a:r>
              <a:rPr lang="ko-KR" altLang="en-US" sz="850">
                <a:solidFill>
                  <a:srgbClr val="003399"/>
                </a:solidFill>
              </a:rPr>
              <a:t>설비가 </a:t>
            </a:r>
            <a:r>
              <a:rPr lang="en-US" altLang="ko-KR" sz="850">
                <a:solidFill>
                  <a:srgbClr val="003399"/>
                </a:solidFill>
              </a:rPr>
              <a:t>OFF(</a:t>
            </a:r>
            <a:r>
              <a:rPr lang="ko-KR" altLang="en-US" sz="850">
                <a:solidFill>
                  <a:srgbClr val="003399"/>
                </a:solidFill>
              </a:rPr>
              <a:t>완료 후 리셋</a:t>
            </a:r>
            <a:r>
              <a:rPr lang="en-US" altLang="ko-KR" sz="850">
                <a:solidFill>
                  <a:srgbClr val="003399"/>
                </a:solidFill>
              </a:rPr>
              <a:t>)  ·  ECS ▲ = WCS </a:t>
            </a:r>
            <a:r>
              <a:rPr lang="ko-KR" altLang="en-US" sz="850">
                <a:solidFill>
                  <a:srgbClr val="003399"/>
                </a:solidFill>
              </a:rPr>
              <a:t>가 응답 비트를 </a:t>
            </a:r>
            <a:r>
              <a:rPr lang="en-US" altLang="ko-KR" sz="850">
                <a:solidFill>
                  <a:srgbClr val="003399"/>
                </a:solidFill>
              </a:rPr>
              <a:t>ON  ·  ECS </a:t>
            </a:r>
            <a:r>
              <a:rPr lang="ko-KR" altLang="en-US" sz="850">
                <a:solidFill>
                  <a:srgbClr val="003399"/>
                </a:solidFill>
              </a:rPr>
              <a:t>값 </a:t>
            </a:r>
            <a:r>
              <a:rPr lang="en-US" altLang="ko-KR" sz="850">
                <a:solidFill>
                  <a:srgbClr val="003399"/>
                </a:solidFill>
              </a:rPr>
              <a:t>= WCS </a:t>
            </a:r>
            <a:r>
              <a:rPr lang="ko-KR" altLang="en-US" sz="850">
                <a:solidFill>
                  <a:srgbClr val="003399"/>
                </a:solidFill>
              </a:rPr>
              <a:t>가 </a:t>
            </a:r>
            <a:r>
              <a:rPr lang="en-US" altLang="ko-KR" sz="850">
                <a:solidFill>
                  <a:srgbClr val="003399"/>
                </a:solidFill>
              </a:rPr>
              <a:t>D/R </a:t>
            </a:r>
            <a:r>
              <a:rPr lang="ko-KR" altLang="en-US" sz="850">
                <a:solidFill>
                  <a:srgbClr val="003399"/>
                </a:solidFill>
              </a:rPr>
              <a:t>워드에 값을 기록</a:t>
            </a:r>
          </a:p>
          <a:p>
            <a:pPr algn="l"/>
            <a:r>
              <a:rPr lang="ko-KR" altLang="en-US" sz="850">
                <a:solidFill>
                  <a:srgbClr val="003399"/>
                </a:solidFill>
              </a:rPr>
              <a:t>  → </a:t>
            </a:r>
            <a:r>
              <a:rPr lang="en-US" altLang="ko-KR" sz="850">
                <a:solidFill>
                  <a:srgbClr val="003399"/>
                </a:solidFill>
              </a:rPr>
              <a:t>EQP ▲ · ECS ▲ · EQP ▼ </a:t>
            </a:r>
            <a:r>
              <a:rPr lang="ko-KR" altLang="en-US" sz="850">
                <a:solidFill>
                  <a:srgbClr val="003399"/>
                </a:solidFill>
              </a:rPr>
              <a:t>가 이어지면 </a:t>
            </a:r>
            <a:r>
              <a:rPr lang="en-US" altLang="ko-KR" sz="850">
                <a:solidFill>
                  <a:srgbClr val="003399"/>
                </a:solidFill>
              </a:rPr>
              <a:t>'</a:t>
            </a:r>
            <a:r>
              <a:rPr lang="ko-KR" altLang="en-US" sz="850">
                <a:solidFill>
                  <a:srgbClr val="003399"/>
                </a:solidFill>
              </a:rPr>
              <a:t>설비 보고 → </a:t>
            </a:r>
            <a:r>
              <a:rPr lang="en-US" altLang="ko-KR" sz="850">
                <a:solidFill>
                  <a:srgbClr val="003399"/>
                </a:solidFill>
              </a:rPr>
              <a:t>WCS </a:t>
            </a:r>
            <a:r>
              <a:rPr lang="ko-KR" altLang="en-US" sz="850">
                <a:solidFill>
                  <a:srgbClr val="003399"/>
                </a:solidFill>
              </a:rPr>
              <a:t>응답 → 설비 리셋</a:t>
            </a:r>
            <a:r>
              <a:rPr lang="en-US" altLang="ko-KR" sz="850">
                <a:solidFill>
                  <a:srgbClr val="003399"/>
                </a:solidFill>
              </a:rPr>
              <a:t>' </a:t>
            </a:r>
            <a:r>
              <a:rPr lang="ko-KR" altLang="en-US" sz="850">
                <a:solidFill>
                  <a:srgbClr val="003399"/>
                </a:solidFill>
              </a:rPr>
              <a:t>핸드셰이크 한 사이클이다</a:t>
            </a:r>
            <a:r>
              <a:rPr lang="en-US" altLang="ko-KR" sz="850">
                <a:solidFill>
                  <a:srgbClr val="003399"/>
                </a:solidFill>
              </a:rPr>
              <a:t>.</a:t>
            </a:r>
            <a:endParaRPr lang="ko-KR" altLang="en-US" sz="85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96551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122" name="Text Box 2">
            <a:extLst>
              <a:ext uri="{FF2B5EF4-FFF2-40B4-BE49-F238E27FC236}">
                <a16:creationId xmlns:a16="http://schemas.microsoft.com/office/drawing/2014/main" id="{6A233BC1-56F1-96C2-8B59-7AE467819C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7123" name="Rectangle 3">
            <a:extLst>
              <a:ext uri="{FF2B5EF4-FFF2-40B4-BE49-F238E27FC236}">
                <a16:creationId xmlns:a16="http://schemas.microsoft.com/office/drawing/2014/main" id="{9B0031F4-122D-3ADF-2E1C-77494744D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7524" name="Group 404">
            <a:extLst>
              <a:ext uri="{FF2B5EF4-FFF2-40B4-BE49-F238E27FC236}">
                <a16:creationId xmlns:a16="http://schemas.microsoft.com/office/drawing/2014/main" id="{259DD046-D445-9534-5FC5-57145F2F3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325785"/>
              </p:ext>
            </p:extLst>
          </p:nvPr>
        </p:nvGraphicFramePr>
        <p:xfrm>
          <a:off x="511175" y="595313"/>
          <a:ext cx="8858250" cy="6438844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09611798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67037472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782037476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673547425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78949747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60711679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982186173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80115548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93900005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04828483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34804772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4704589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18465429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5487647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29547552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23638619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070698838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>
                          <a:solidFill/>
                          <a:latin typeface="Times New Roman"/>
                        </a:rPr>
                        <a:t>C/V ##2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>
                          <a:solidFill>
                            <a:srgbClr val="FF0000"/>
                          </a:solidFill>
                          <a:latin typeface="Times New Roman"/>
                        </a:rPr>
                        <a:t>C/V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801736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70759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32802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039786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834829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7363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293739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63467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51512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13453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46241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962419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60056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26028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3359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57562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01226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76275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4160197"/>
                  </a:ext>
                </a:extLst>
              </a:tr>
            </a:tbl>
          </a:graphicData>
        </a:graphic>
      </p:graphicFrame>
      <p:sp>
        <p:nvSpPr>
          <p:cNvPr id="517525" name="TextBox 517524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본 문서의 B/W/R 주소는 ezMCS 논리 표기임 — 실제 XGT 통신은 B→%M(비트), W→%D(워드), R→%R(트래킹) 디바이스로 전송됨 (비트=%MX, 워드=%DB, 트래킹=%RB, R 트래킹=10진 워드주소, ×2=바이트주소). 부록 매핑표 참조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146" name="Text Box 2">
            <a:extLst>
              <a:ext uri="{FF2B5EF4-FFF2-40B4-BE49-F238E27FC236}">
                <a16:creationId xmlns:a16="http://schemas.microsoft.com/office/drawing/2014/main" id="{0E8093C5-C452-CA2B-ECE7-AB608CFAC2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8147" name="Rectangle 3">
            <a:extLst>
              <a:ext uri="{FF2B5EF4-FFF2-40B4-BE49-F238E27FC236}">
                <a16:creationId xmlns:a16="http://schemas.microsoft.com/office/drawing/2014/main" id="{D1991582-7316-6D3E-287F-860275B0A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8511" name="Group 367">
            <a:extLst>
              <a:ext uri="{FF2B5EF4-FFF2-40B4-BE49-F238E27FC236}">
                <a16:creationId xmlns:a16="http://schemas.microsoft.com/office/drawing/2014/main" id="{C010E688-AEF6-9A93-2CFE-0F773CB86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844163"/>
              </p:ext>
            </p:extLst>
          </p:nvPr>
        </p:nvGraphicFramePr>
        <p:xfrm>
          <a:off x="504031" y="473974"/>
          <a:ext cx="8858250" cy="6270047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81477121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40081764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758574000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94244480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276449727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508934723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95242258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2689025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6684153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59987944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255160657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671358227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9423669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99846504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87496284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565965488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50609547"/>
                    </a:ext>
                  </a:extLst>
                </a:gridCol>
              </a:tblGrid>
              <a:tr h="208229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6014476"/>
                  </a:ext>
                </a:extLst>
              </a:tr>
              <a:tr h="3495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185966"/>
                  </a:ext>
                </a:extLst>
              </a:tr>
              <a:tr h="34958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M046.0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M047.0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3310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30606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691270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89279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142943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734257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5809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36328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42884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67704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3151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1028139"/>
                  </a:ext>
                </a:extLst>
              </a:tr>
              <a:tr h="30215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07648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10526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57336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2759582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35553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Text Box 2">
            <a:extLst>
              <a:ext uri="{FF2B5EF4-FFF2-40B4-BE49-F238E27FC236}">
                <a16:creationId xmlns:a16="http://schemas.microsoft.com/office/drawing/2014/main" id="{F2E156A1-54BC-7E64-E068-102E0D8ED3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S/C, RGV )</a:t>
            </a:r>
          </a:p>
        </p:txBody>
      </p:sp>
      <p:sp>
        <p:nvSpPr>
          <p:cNvPr id="519171" name="Rectangle 3">
            <a:extLst>
              <a:ext uri="{FF2B5EF4-FFF2-40B4-BE49-F238E27FC236}">
                <a16:creationId xmlns:a16="http://schemas.microsoft.com/office/drawing/2014/main" id="{0A44DBB6-6753-1F13-3D11-DD59ED747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9531" name="Group 363">
            <a:extLst>
              <a:ext uri="{FF2B5EF4-FFF2-40B4-BE49-F238E27FC236}">
                <a16:creationId xmlns:a16="http://schemas.microsoft.com/office/drawing/2014/main" id="{9D2732AD-3102-EA17-F70F-F1683A1A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409465"/>
              </p:ext>
            </p:extLst>
          </p:nvPr>
        </p:nvGraphicFramePr>
        <p:xfrm>
          <a:off x="511175" y="595313"/>
          <a:ext cx="8858250" cy="6105848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12784813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2776691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85642809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58018898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8896548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27516644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56042691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349976229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4311383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524128971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94457125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26102990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2352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435802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32359605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181891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723537723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 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499075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Status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845527"/>
                  </a:ext>
                </a:extLst>
              </a:tr>
              <a:tr h="1682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M060.0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M061.0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M062.0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M063.0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11813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1619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2982176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049648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286158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914521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745729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12323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2295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184665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479683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6037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93401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312101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017529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16057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3994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194" name="Text Box 2">
            <a:extLst>
              <a:ext uri="{FF2B5EF4-FFF2-40B4-BE49-F238E27FC236}">
                <a16:creationId xmlns:a16="http://schemas.microsoft.com/office/drawing/2014/main" id="{D083B1EF-54EE-EFCC-72CE-0282440CF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0195" name="Rectangle 3">
            <a:extLst>
              <a:ext uri="{FF2B5EF4-FFF2-40B4-BE49-F238E27FC236}">
                <a16:creationId xmlns:a16="http://schemas.microsoft.com/office/drawing/2014/main" id="{907962E0-D257-DBD4-DD7B-827030AB6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0921" name="Group 729">
            <a:extLst>
              <a:ext uri="{FF2B5EF4-FFF2-40B4-BE49-F238E27FC236}">
                <a16:creationId xmlns:a16="http://schemas.microsoft.com/office/drawing/2014/main" id="{B1F45A31-C128-74DC-A369-F63716241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632302"/>
              </p:ext>
            </p:extLst>
          </p:nvPr>
        </p:nvGraphicFramePr>
        <p:xfrm>
          <a:off x="511175" y="523875"/>
          <a:ext cx="8858250" cy="630054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130670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409384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3858993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181045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372966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1605991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7668289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3682933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6120591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27241893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96626266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662882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572880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679806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531571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7203842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939896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294326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M085.0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M092.0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M093.0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M094.0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512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00490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610643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3410227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947789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054735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46902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90226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89901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965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14348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944734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97252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27312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597323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26921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71307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218" name="Text Box 2">
            <a:extLst>
              <a:ext uri="{FF2B5EF4-FFF2-40B4-BE49-F238E27FC236}">
                <a16:creationId xmlns:a16="http://schemas.microsoft.com/office/drawing/2014/main" id="{7198D3B1-D959-07DC-8215-22A00ADB06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1219" name="Rectangle 3">
            <a:extLst>
              <a:ext uri="{FF2B5EF4-FFF2-40B4-BE49-F238E27FC236}">
                <a16:creationId xmlns:a16="http://schemas.microsoft.com/office/drawing/2014/main" id="{32CF67CB-2458-47C8-0A2D-361DDD877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1582" name="Group 366">
            <a:extLst>
              <a:ext uri="{FF2B5EF4-FFF2-40B4-BE49-F238E27FC236}">
                <a16:creationId xmlns:a16="http://schemas.microsoft.com/office/drawing/2014/main" id="{3351F0E2-44D1-AE36-D572-039DFF295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094661"/>
              </p:ext>
            </p:extLst>
          </p:nvPr>
        </p:nvGraphicFramePr>
        <p:xfrm>
          <a:off x="511175" y="523875"/>
          <a:ext cx="8858250" cy="6413636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42593936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3069032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9996383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37278509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3922319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8732908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059641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422916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035944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32308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383362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07278059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1234857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51515008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7807977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2396626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996278999"/>
                    </a:ext>
                  </a:extLst>
                </a:gridCol>
              </a:tblGrid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726413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M096.0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M097.0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M098.0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M099.0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M100.0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M101.0 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06130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603811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71689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331935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661429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240898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895472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42710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4300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138385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81166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782346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17741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15922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4989851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480003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458357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42" name="Text Box 2">
            <a:extLst>
              <a:ext uri="{FF2B5EF4-FFF2-40B4-BE49-F238E27FC236}">
                <a16:creationId xmlns:a16="http://schemas.microsoft.com/office/drawing/2014/main" id="{1EEFBF57-7BC1-BDD7-A358-BA43D223B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22243" name="Rectangle 3">
            <a:extLst>
              <a:ext uri="{FF2B5EF4-FFF2-40B4-BE49-F238E27FC236}">
                <a16:creationId xmlns:a16="http://schemas.microsoft.com/office/drawing/2014/main" id="{84FFE707-F3B4-EB8E-47C9-2B66A09E6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2598" name="Group 358">
            <a:extLst>
              <a:ext uri="{FF2B5EF4-FFF2-40B4-BE49-F238E27FC236}">
                <a16:creationId xmlns:a16="http://schemas.microsoft.com/office/drawing/2014/main" id="{2FCEEEEF-0D28-20E7-E8BD-30F43DBA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100194"/>
              </p:ext>
            </p:extLst>
          </p:nvPr>
        </p:nvGraphicFramePr>
        <p:xfrm>
          <a:off x="511175" y="523875"/>
          <a:ext cx="8858250" cy="646831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02151747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261649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1806107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053969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3042852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2164492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9979680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484270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4078970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73055077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411590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2295523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33480328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6316105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3078990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9855017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9352801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Direction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Value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619853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D0160 → %DW256(%DB512)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D0170 → %DW272(%DB544)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D0180 → %DW288(%DB576)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D0190 → %DW304(%DB608)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D0200 → %DW320(%DB640)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D0210 → %DW336(%DB672)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40710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다음장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참조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417643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1300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6615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0858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2747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9350008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72584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95460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551242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54030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51287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237952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70108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0835624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657126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9848529"/>
                  </a:ext>
                </a:extLst>
              </a:tr>
            </a:tbl>
          </a:graphicData>
        </a:graphic>
      </p:graphicFrame>
      <p:sp>
        <p:nvSpPr>
          <p:cNvPr id="522599" name="TextBox 522598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XGT는 D데이터레지스터 사용(W 디바이스 없음): 워드 %DW ×2 = 바이트 %DB (예: %DW336 → %DB672). 부록 매핑표 참조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626" name="Text Box 2">
            <a:extLst>
              <a:ext uri="{FF2B5EF4-FFF2-40B4-BE49-F238E27FC236}">
                <a16:creationId xmlns:a16="http://schemas.microsoft.com/office/drawing/2014/main" id="{C29FC57F-036F-29F0-F4B8-BBEC67B12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38627" name="Rectangle 3">
            <a:extLst>
              <a:ext uri="{FF2B5EF4-FFF2-40B4-BE49-F238E27FC236}">
                <a16:creationId xmlns:a16="http://schemas.microsoft.com/office/drawing/2014/main" id="{59DD345D-2358-3676-23F0-BB659A8375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38986" name="Group 362">
            <a:extLst>
              <a:ext uri="{FF2B5EF4-FFF2-40B4-BE49-F238E27FC236}">
                <a16:creationId xmlns:a16="http://schemas.microsoft.com/office/drawing/2014/main" id="{3749353E-3145-2C44-8811-A34A7315F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756172"/>
              </p:ext>
            </p:extLst>
          </p:nvPr>
        </p:nvGraphicFramePr>
        <p:xfrm>
          <a:off x="511175" y="523875"/>
          <a:ext cx="8858250" cy="5767019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6879016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731393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9980210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60996517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960883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21972140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15345389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5560885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7492666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5566512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4208155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4172961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2060707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0054792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406594072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476946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36693834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246178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D0301 → %DW481(%DB962)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D0302 → %DW482(%DB964)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D0303 → %DW483(%DB966)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D0304 → %DW484(%DB968)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D0305 → %DW485(%DB970)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D0306 → %DW486(%DB972)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D0307 → %DW487(%DB974)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D0308 → %DW488(%DB976)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D0309 → %DW489(%DB978)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D0310 → %DW490(%DB980)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D0311 → %DW491(%DB982)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D0312 → %DW492(%DB984)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D0313 → %DW493(%DB986)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D0314 → %DW494(%DB988)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D0315 → %DW495(%DB990)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78416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10059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9548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697523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215732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7556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#6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671480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#7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966688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#8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378028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43767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1379861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675162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582769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780235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16016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80043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965681"/>
                  </a:ext>
                </a:extLst>
              </a:tr>
            </a:tbl>
          </a:graphicData>
        </a:graphic>
      </p:graphicFrame>
      <p:sp>
        <p:nvSpPr>
          <p:cNvPr id="538976" name="Rectangle 352">
            <a:extLst>
              <a:ext uri="{FF2B5EF4-FFF2-40B4-BE49-F238E27FC236}">
                <a16:creationId xmlns:a16="http://schemas.microsoft.com/office/drawing/2014/main" id="{E3D42946-B91A-9FBD-473A-80E20AD0C9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7525" y="144463"/>
            <a:ext cx="27638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 Word Area Word 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영역을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Bit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로 사용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( Conveyor 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266" name="Text Box 2">
            <a:extLst>
              <a:ext uri="{FF2B5EF4-FFF2-40B4-BE49-F238E27FC236}">
                <a16:creationId xmlns:a16="http://schemas.microsoft.com/office/drawing/2014/main" id="{89B21B2F-F85A-59F3-7FC9-42CC3DC2C1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9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ECS)</a:t>
            </a:r>
          </a:p>
        </p:txBody>
      </p:sp>
      <p:sp>
        <p:nvSpPr>
          <p:cNvPr id="523267" name="Rectangle 3">
            <a:extLst>
              <a:ext uri="{FF2B5EF4-FFF2-40B4-BE49-F238E27FC236}">
                <a16:creationId xmlns:a16="http://schemas.microsoft.com/office/drawing/2014/main" id="{2A4A4F0A-B557-D98F-BA69-1DA5FF274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3620" name="Group 356">
            <a:extLst>
              <a:ext uri="{FF2B5EF4-FFF2-40B4-BE49-F238E27FC236}">
                <a16:creationId xmlns:a16="http://schemas.microsoft.com/office/drawing/2014/main" id="{0E1C8197-E787-9440-5491-C3D96C2E0D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058658"/>
              </p:ext>
            </p:extLst>
          </p:nvPr>
        </p:nvGraphicFramePr>
        <p:xfrm>
          <a:off x="511175" y="523875"/>
          <a:ext cx="8858250" cy="6144330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45756304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20513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1866565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7137849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328069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4874574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5359763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5533331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5773434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391022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7263486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674214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11193449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78482220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63848487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8085034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2673613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606457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D0320 → %DW768(%DB1536)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D0330 → %DW784(%DB1568)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D0340 → %DW800(%DB1600)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D0350 → %DW816(%DB1632)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D0360 → %DW832(%DB1664)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noStrike" dirty="0">
                          <a:solidFill/>
                          <a:latin typeface="Times New Roman"/>
                        </a:rPr>
                        <a:t>D0370 → %DW848(%DB1696)</a:t>
                      </a:r>
                      <a:endParaRPr lang="en-US" sz="800" b="0" i="0" strike="no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no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76011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60907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8115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232094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015228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783606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19921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69434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66584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918300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51927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53000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01087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67429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362383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570441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9197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290" name="Text Box 2">
            <a:extLst>
              <a:ext uri="{FF2B5EF4-FFF2-40B4-BE49-F238E27FC236}">
                <a16:creationId xmlns:a16="http://schemas.microsoft.com/office/drawing/2014/main" id="{BB04E1ED-08D9-895F-F7A0-D64A6E0D3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8258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(Tracking Area)</a:t>
            </a:r>
          </a:p>
        </p:txBody>
      </p:sp>
      <p:sp>
        <p:nvSpPr>
          <p:cNvPr id="524291" name="Rectangle 3">
            <a:extLst>
              <a:ext uri="{FF2B5EF4-FFF2-40B4-BE49-F238E27FC236}">
                <a16:creationId xmlns:a16="http://schemas.microsoft.com/office/drawing/2014/main" id="{DD9BAEFC-214C-C5FA-9279-D09F95BAD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4640" name="Group 352">
            <a:extLst>
              <a:ext uri="{FF2B5EF4-FFF2-40B4-BE49-F238E27FC236}">
                <a16:creationId xmlns:a16="http://schemas.microsoft.com/office/drawing/2014/main" id="{615AC87F-52A0-80E7-4FB5-804230533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989236"/>
              </p:ext>
            </p:extLst>
          </p:nvPr>
        </p:nvGraphicFramePr>
        <p:xfrm>
          <a:off x="792162" y="641038"/>
          <a:ext cx="8216527" cy="1706880"/>
        </p:xfrm>
        <a:graphic>
          <a:graphicData uri="http://schemas.openxmlformats.org/drawingml/2006/table">
            <a:tbl>
              <a:tblPr/>
              <a:tblGrid>
                <a:gridCol w="751720">
                  <a:extLst>
                    <a:ext uri="{9D8B030D-6E8A-4147-A177-3AD203B41FA5}">
                      <a16:colId xmlns:a16="http://schemas.microsoft.com/office/drawing/2014/main" val="1462263734"/>
                    </a:ext>
                  </a:extLst>
                </a:gridCol>
                <a:gridCol w="1624170">
                  <a:extLst>
                    <a:ext uri="{9D8B030D-6E8A-4147-A177-3AD203B41FA5}">
                      <a16:colId xmlns:a16="http://schemas.microsoft.com/office/drawing/2014/main" val="2684181238"/>
                    </a:ext>
                  </a:extLst>
                </a:gridCol>
                <a:gridCol w="1660619">
                  <a:extLst>
                    <a:ext uri="{9D8B030D-6E8A-4147-A177-3AD203B41FA5}">
                      <a16:colId xmlns:a16="http://schemas.microsoft.com/office/drawing/2014/main" val="1699347714"/>
                    </a:ext>
                  </a:extLst>
                </a:gridCol>
                <a:gridCol w="1662896">
                  <a:extLst>
                    <a:ext uri="{9D8B030D-6E8A-4147-A177-3AD203B41FA5}">
                      <a16:colId xmlns:a16="http://schemas.microsoft.com/office/drawing/2014/main" val="1038406479"/>
                    </a:ext>
                  </a:extLst>
                </a:gridCol>
                <a:gridCol w="1348540">
                  <a:extLst>
                    <a:ext uri="{9D8B030D-6E8A-4147-A177-3AD203B41FA5}">
                      <a16:colId xmlns:a16="http://schemas.microsoft.com/office/drawing/2014/main" val="3846622635"/>
                    </a:ext>
                  </a:extLst>
                </a:gridCol>
                <a:gridCol w="1168582">
                  <a:extLst>
                    <a:ext uri="{9D8B030D-6E8A-4147-A177-3AD203B41FA5}">
                      <a16:colId xmlns:a16="http://schemas.microsoft.com/office/drawing/2014/main" val="649843154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69522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R0000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147774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R0001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30002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9662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R0040%RB80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77566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R0041%RB82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047026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028929"/>
                  </a:ext>
                </a:extLst>
              </a:tr>
            </a:tbl>
          </a:graphicData>
        </a:graphic>
      </p:graphicFrame>
      <p:sp>
        <p:nvSpPr>
          <p:cNvPr id="524698" name="Text Box 410">
            <a:extLst>
              <a:ext uri="{FF2B5EF4-FFF2-40B4-BE49-F238E27FC236}">
                <a16:creationId xmlns:a16="http://schemas.microsoft.com/office/drawing/2014/main" id="{A3DCEB86-1257-0CE3-C39D-F025A5604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50" y="2371413"/>
            <a:ext cx="49466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- 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의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RGV Line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가까운 쪽을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한다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Conveyor Start Address = (Conveyor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번호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-1)*10 word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JOB NO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총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4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자리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(2word)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JOB NO =1234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메모리상에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2143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Write</a:t>
            </a:r>
          </a:p>
        </p:txBody>
      </p:sp>
      <p:sp>
        <p:nvSpPr>
          <p:cNvPr id="524699" name="Text Box 411">
            <a:extLst>
              <a:ext uri="{FF2B5EF4-FFF2-40B4-BE49-F238E27FC236}">
                <a16:creationId xmlns:a16="http://schemas.microsoft.com/office/drawing/2014/main" id="{E8965908-A2F2-F60A-B28E-445B701C2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613" y="427360"/>
            <a:ext cx="836612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1) Conveyor</a:t>
            </a:r>
          </a:p>
        </p:txBody>
      </p:sp>
      <p:graphicFrame>
        <p:nvGraphicFramePr>
          <p:cNvPr id="524802" name="Group 514">
            <a:extLst>
              <a:ext uri="{FF2B5EF4-FFF2-40B4-BE49-F238E27FC236}">
                <a16:creationId xmlns:a16="http://schemas.microsoft.com/office/drawing/2014/main" id="{9B1618FE-7C57-C09C-890A-81E53BCF6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413828"/>
              </p:ext>
            </p:extLst>
          </p:nvPr>
        </p:nvGraphicFramePr>
        <p:xfrm>
          <a:off x="649288" y="3115444"/>
          <a:ext cx="8359401" cy="3169920"/>
        </p:xfrm>
        <a:graphic>
          <a:graphicData uri="http://schemas.openxmlformats.org/drawingml/2006/table">
            <a:tbl>
              <a:tblPr/>
              <a:tblGrid>
                <a:gridCol w="764496">
                  <a:extLst>
                    <a:ext uri="{9D8B030D-6E8A-4147-A177-3AD203B41FA5}">
                      <a16:colId xmlns:a16="http://schemas.microsoft.com/office/drawing/2014/main" val="108773087"/>
                    </a:ext>
                  </a:extLst>
                </a:gridCol>
                <a:gridCol w="1651858">
                  <a:extLst>
                    <a:ext uri="{9D8B030D-6E8A-4147-A177-3AD203B41FA5}">
                      <a16:colId xmlns:a16="http://schemas.microsoft.com/office/drawing/2014/main" val="3314149203"/>
                    </a:ext>
                  </a:extLst>
                </a:gridCol>
                <a:gridCol w="1690537">
                  <a:extLst>
                    <a:ext uri="{9D8B030D-6E8A-4147-A177-3AD203B41FA5}">
                      <a16:colId xmlns:a16="http://schemas.microsoft.com/office/drawing/2014/main" val="1758354492"/>
                    </a:ext>
                  </a:extLst>
                </a:gridCol>
                <a:gridCol w="1690538">
                  <a:extLst>
                    <a:ext uri="{9D8B030D-6E8A-4147-A177-3AD203B41FA5}">
                      <a16:colId xmlns:a16="http://schemas.microsoft.com/office/drawing/2014/main" val="1072477323"/>
                    </a:ext>
                  </a:extLst>
                </a:gridCol>
                <a:gridCol w="1371997">
                  <a:extLst>
                    <a:ext uri="{9D8B030D-6E8A-4147-A177-3AD203B41FA5}">
                      <a16:colId xmlns:a16="http://schemas.microsoft.com/office/drawing/2014/main" val="3287853011"/>
                    </a:ext>
                  </a:extLst>
                </a:gridCol>
                <a:gridCol w="1189975">
                  <a:extLst>
                    <a:ext uri="{9D8B030D-6E8A-4147-A177-3AD203B41FA5}">
                      <a16:colId xmlns:a16="http://schemas.microsoft.com/office/drawing/2014/main" val="2619505366"/>
                    </a:ext>
                  </a:extLst>
                </a:gridCol>
              </a:tblGrid>
              <a:tr h="1714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46003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R0300%RB600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31014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R0301%RB602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868725"/>
                  </a:ext>
                </a:extLst>
              </a:tr>
              <a:tr h="1666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R0302%RB604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589087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R0303%RB606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703905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R0304%RB608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556136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R0305%RB610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6923842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R0306%RB612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570303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8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R0307%RB614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971901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9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R0308%RB616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21193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R0309%RB618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821368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R0310%RB620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740495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R0311%RB622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481237"/>
                  </a:ext>
                </a:extLst>
              </a:tr>
            </a:tbl>
          </a:graphicData>
        </a:graphic>
      </p:graphicFrame>
      <p:sp>
        <p:nvSpPr>
          <p:cNvPr id="524800" name="Text Box 512">
            <a:extLst>
              <a:ext uri="{FF2B5EF4-FFF2-40B4-BE49-F238E27FC236}">
                <a16:creationId xmlns:a16="http://schemas.microsoft.com/office/drawing/2014/main" id="{C7E6A6D6-1CED-7BD1-5001-70E4F199A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2922276"/>
            <a:ext cx="24384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2) Stocker Crane, RGV </a:t>
            </a:r>
            <a:r>
              <a:rPr lang="ko-KR" altLang="en-US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위의 </a:t>
            </a:r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Area</a:t>
            </a:r>
          </a:p>
        </p:txBody>
      </p:sp>
      <p:sp>
        <p:nvSpPr>
          <p:cNvPr id="524803" name="TextBox 524802"/>
          <p:cNvSpPr txBox="1"/>
          <p:nvPr/>
        </p:nvSpPr>
        <p:spPr>
          <a:xfrm>
            <a:off x="228600" y="63093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V1.1 소스 대조: R 주소는 실기에서 XGT R 디바이스로 전송됨 (FenetDriver.cs mdSend/mdReceive: R→'%R', 논리=10진 워드주소 ×2 = %RB 바이트주소). 논리 주소 배치는 DB(TB_OBSERVABLE)와 일치 확인 — 단, C/V#1(R0000~)은 DB 미등록(실기 미사용), 실제 시작은 C/V#2(R0010)임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1C7DC7-CBCF-3EB5-1FCC-0EC043F35E6E}"/>
              </a:ext>
            </a:extLst>
          </p:cNvPr>
          <p:cNvSpPr txBox="1"/>
          <p:nvPr/>
        </p:nvSpPr>
        <p:spPr>
          <a:xfrm>
            <a:off x="2771800" y="285439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R0300 → word300 → %RB600  (10진 300×2=600)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38A0160-D644-8EC0-3A5E-5979C307F5B7}"/>
              </a:ext>
            </a:extLst>
          </p:cNvPr>
          <p:cNvCxnSpPr/>
          <p:nvPr/>
        </p:nvCxnSpPr>
        <p:spPr bwMode="auto">
          <a:xfrm flipH="1">
            <a:off x="2599978" y="3085230"/>
            <a:ext cx="360040" cy="318246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6F9B45-D971-0C62-1FD7-2434709F9D5C}"/>
              </a:ext>
            </a:extLst>
          </p:cNvPr>
          <p:cNvSpPr txBox="1"/>
          <p:nvPr/>
        </p:nvSpPr>
        <p:spPr>
          <a:xfrm>
            <a:off x="1530375" y="204446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R0041 → word41 → %RB82  (10진 41×2=82)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부록: 논리 주소(B/W/R) ↔ 실제 XGT 전송 매핑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8503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/>
              <a:t>■ </a:t>
            </a:r>
            <a:r>
              <a:rPr sz="1100" b="1" dirty="0" err="1"/>
              <a:t>XGT에는</a:t>
            </a:r>
            <a:r>
              <a:rPr sz="1100" b="1" dirty="0"/>
              <a:t> B </a:t>
            </a:r>
            <a:r>
              <a:rPr sz="1100" b="1" dirty="0" err="1"/>
              <a:t>디바이스가</a:t>
            </a:r>
            <a:r>
              <a:rPr sz="1100" b="1" dirty="0"/>
              <a:t> </a:t>
            </a:r>
            <a:r>
              <a:rPr sz="1100" b="1" dirty="0" err="1"/>
              <a:t>없음</a:t>
            </a:r>
            <a:r>
              <a:rPr sz="1100" b="1" dirty="0"/>
              <a:t> — 본 </a:t>
            </a:r>
            <a:r>
              <a:rPr sz="1100" b="1" dirty="0" err="1"/>
              <a:t>문서와</a:t>
            </a:r>
            <a:r>
              <a:rPr sz="1100" b="1" dirty="0"/>
              <a:t> DB(TB_OBSERVABLE)의 B/W/</a:t>
            </a:r>
            <a:r>
              <a:rPr sz="1100" b="1" dirty="0" err="1"/>
              <a:t>R은</a:t>
            </a:r>
            <a:r>
              <a:rPr sz="1100" b="1" dirty="0"/>
              <a:t> </a:t>
            </a:r>
            <a:r>
              <a:rPr sz="1100" b="1" dirty="0" err="1"/>
              <a:t>ezMCS</a:t>
            </a:r>
            <a:r>
              <a:rPr sz="1100" b="1" dirty="0"/>
              <a:t> </a:t>
            </a:r>
            <a:r>
              <a:rPr sz="1100" b="1" dirty="0" err="1"/>
              <a:t>드라이버</a:t>
            </a:r>
            <a:r>
              <a:rPr sz="1100" b="1" dirty="0"/>
              <a:t>(</a:t>
            </a:r>
            <a:r>
              <a:rPr sz="1100" b="1" dirty="0" err="1"/>
              <a:t>enumDeviceType</a:t>
            </a:r>
            <a:r>
              <a:rPr sz="1100" b="1" dirty="0"/>
              <a:t>)의 </a:t>
            </a:r>
            <a:r>
              <a:rPr sz="1100" b="1" dirty="0" err="1"/>
              <a:t>논리적</a:t>
            </a:r>
            <a:r>
              <a:rPr sz="1100" b="1" dirty="0"/>
              <a:t> </a:t>
            </a:r>
            <a:r>
              <a:rPr sz="1100" b="1" dirty="0" err="1"/>
              <a:t>메모리</a:t>
            </a:r>
            <a:r>
              <a:rPr sz="1100" b="1" dirty="0"/>
              <a:t> </a:t>
            </a:r>
            <a:r>
              <a:rPr sz="1100" b="1" dirty="0" err="1"/>
              <a:t>블록</a:t>
            </a:r>
            <a:r>
              <a:rPr sz="1100" b="1" dirty="0"/>
              <a:t> </a:t>
            </a:r>
            <a:r>
              <a:rPr sz="1100" b="1" dirty="0" err="1"/>
              <a:t>분류이며</a:t>
            </a:r>
            <a:r>
              <a:rPr sz="1100" b="1" dirty="0"/>
              <a:t>,</a:t>
            </a:r>
          </a:p>
          <a:p>
            <a:r>
              <a:rPr sz="1100" b="1" dirty="0"/>
              <a:t>   </a:t>
            </a:r>
            <a:r>
              <a:rPr sz="1100" b="1" dirty="0" err="1"/>
              <a:t>실제</a:t>
            </a:r>
            <a:r>
              <a:rPr sz="1100" b="1" dirty="0"/>
              <a:t> FEnet </a:t>
            </a:r>
            <a:r>
              <a:rPr sz="1100" b="1" dirty="0" err="1"/>
              <a:t>프레임의</a:t>
            </a:r>
            <a:r>
              <a:rPr sz="1100" b="1" dirty="0"/>
              <a:t> </a:t>
            </a:r>
            <a:r>
              <a:rPr sz="1100" b="1" dirty="0" err="1"/>
              <a:t>변수명은</a:t>
            </a:r>
            <a:r>
              <a:rPr sz="1100" b="1" dirty="0"/>
              <a:t> </a:t>
            </a:r>
            <a:r>
              <a:rPr sz="1100" b="1" dirty="0" err="1"/>
              <a:t>전부</a:t>
            </a:r>
            <a:r>
              <a:rPr sz="1100" b="1" dirty="0"/>
              <a:t> XGT M </a:t>
            </a:r>
            <a:r>
              <a:rPr sz="1100" b="1" dirty="0" err="1"/>
              <a:t>디바이스</a:t>
            </a:r>
            <a:r>
              <a:rPr sz="1100" b="1" dirty="0"/>
              <a:t>(%MX/%DB)로 </a:t>
            </a:r>
            <a:r>
              <a:rPr sz="1100" b="1" dirty="0" err="1"/>
              <a:t>생성됨</a:t>
            </a:r>
            <a:r>
              <a:rPr sz="1100" b="1" dirty="0"/>
              <a:t>. (</a:t>
            </a:r>
            <a:r>
              <a:rPr sz="1100" b="1" dirty="0" err="1"/>
              <a:t>FenetDriver.cs</a:t>
            </a:r>
            <a:r>
              <a:rPr sz="1100" b="1" dirty="0"/>
              <a:t> 538행 %MX, 783~789행 %DB)</a:t>
            </a:r>
          </a:p>
          <a:p>
            <a:r>
              <a:rPr sz="1000" b="0" dirty="0"/>
              <a:t>■ 이 </a:t>
            </a:r>
            <a:r>
              <a:rPr sz="1000" b="0" dirty="0" err="1"/>
              <a:t>분류는</a:t>
            </a:r>
            <a:r>
              <a:rPr sz="1000" b="0" dirty="0"/>
              <a:t> </a:t>
            </a:r>
            <a:r>
              <a:rPr sz="1000" b="0" dirty="0" err="1"/>
              <a:t>미쓰비시</a:t>
            </a:r>
            <a:r>
              <a:rPr sz="1000" b="0" dirty="0"/>
              <a:t> </a:t>
            </a:r>
            <a:r>
              <a:rPr sz="1000" b="0" dirty="0" err="1"/>
              <a:t>MelsecNet</a:t>
            </a:r>
            <a:r>
              <a:rPr sz="1000" b="0" dirty="0"/>
              <a:t> </a:t>
            </a:r>
            <a:r>
              <a:rPr sz="1000" b="0" dirty="0" err="1"/>
              <a:t>드라이버를</a:t>
            </a:r>
            <a:r>
              <a:rPr sz="1000" b="0" dirty="0"/>
              <a:t> </a:t>
            </a:r>
            <a:r>
              <a:rPr sz="1000" b="0" dirty="0" err="1"/>
              <a:t>XGT용으로</a:t>
            </a:r>
            <a:r>
              <a:rPr sz="1000" b="0" dirty="0"/>
              <a:t> </a:t>
            </a:r>
            <a:r>
              <a:rPr sz="1000" b="0" dirty="0" err="1"/>
              <a:t>개조하면서</a:t>
            </a:r>
            <a:r>
              <a:rPr sz="1000" b="0" dirty="0"/>
              <a:t> </a:t>
            </a:r>
            <a:r>
              <a:rPr sz="1000" b="0" dirty="0" err="1"/>
              <a:t>물려받은</a:t>
            </a:r>
            <a:r>
              <a:rPr sz="1000" b="0" dirty="0"/>
              <a:t> </a:t>
            </a:r>
            <a:r>
              <a:rPr sz="1000" b="0" dirty="0" err="1"/>
              <a:t>명명</a:t>
            </a:r>
            <a:r>
              <a:rPr sz="1000" b="0" dirty="0"/>
              <a:t> </a:t>
            </a:r>
            <a:r>
              <a:rPr sz="1000" b="0" dirty="0" err="1"/>
              <a:t>관습임</a:t>
            </a:r>
            <a:r>
              <a:rPr sz="1000" b="0" dirty="0"/>
              <a:t> (</a:t>
            </a:r>
            <a:r>
              <a:rPr sz="1000" b="0" dirty="0" err="1"/>
              <a:t>에러</a:t>
            </a:r>
            <a:r>
              <a:rPr sz="1000" b="0" dirty="0"/>
              <a:t> </a:t>
            </a:r>
            <a:r>
              <a:rPr sz="1000" b="0" dirty="0" err="1"/>
              <a:t>로그에</a:t>
            </a:r>
            <a:r>
              <a:rPr sz="1000" b="0" dirty="0"/>
              <a:t> '</a:t>
            </a:r>
            <a:r>
              <a:rPr sz="1000" b="0" dirty="0" err="1"/>
              <a:t>Melsec</a:t>
            </a:r>
            <a:r>
              <a:rPr sz="1000" b="0" dirty="0"/>
              <a:t> Driver Read Error' </a:t>
            </a:r>
            <a:r>
              <a:rPr sz="1000" b="0" dirty="0" err="1"/>
              <a:t>잔존</a:t>
            </a:r>
            <a:r>
              <a:rPr sz="1000" b="0" dirty="0"/>
              <a:t> — </a:t>
            </a:r>
            <a:r>
              <a:rPr sz="1000" b="0" dirty="0" err="1"/>
              <a:t>FenetDriver.cs</a:t>
            </a:r>
            <a:r>
              <a:rPr sz="1000" b="0" dirty="0"/>
              <a:t> 203행)</a:t>
            </a:r>
          </a:p>
          <a:p>
            <a:r>
              <a:rPr sz="1100" b="1" dirty="0"/>
              <a:t>■ </a:t>
            </a:r>
            <a:r>
              <a:rPr sz="1100" b="1" dirty="0" err="1"/>
              <a:t>주소</a:t>
            </a:r>
            <a:r>
              <a:rPr sz="1100" b="1" dirty="0"/>
              <a:t> </a:t>
            </a:r>
            <a:r>
              <a:rPr sz="1100" b="1" dirty="0" err="1"/>
              <a:t>변환</a:t>
            </a:r>
            <a:r>
              <a:rPr sz="1100" b="1" dirty="0"/>
              <a:t> </a:t>
            </a:r>
            <a:r>
              <a:rPr sz="1100" b="1" dirty="0" err="1"/>
              <a:t>핵심</a:t>
            </a:r>
            <a:r>
              <a:rPr sz="1100" b="1" dirty="0"/>
              <a:t>: </a:t>
            </a:r>
            <a:r>
              <a:rPr sz="1100" b="1" dirty="0" err="1"/>
              <a:t>워드주소</a:t>
            </a:r>
            <a:r>
              <a:rPr sz="1100" b="1" dirty="0"/>
              <a:t> × 2 = %DB </a:t>
            </a:r>
            <a:r>
              <a:rPr sz="1100" b="1" dirty="0" err="1"/>
              <a:t>바이트주소</a:t>
            </a:r>
            <a:r>
              <a:rPr sz="1100" b="1" dirty="0"/>
              <a:t>  (</a:t>
            </a:r>
            <a:r>
              <a:rPr sz="1100" b="1" dirty="0" err="1"/>
              <a:t>FenetDriver.cs</a:t>
            </a:r>
            <a:r>
              <a:rPr sz="1100" b="1" dirty="0"/>
              <a:t> 776행: </a:t>
            </a:r>
            <a:r>
              <a:rPr sz="1100" b="1" dirty="0" err="1"/>
              <a:t>strMemAddress</a:t>
            </a:r>
            <a:r>
              <a:rPr sz="1100" b="1" dirty="0"/>
              <a:t> = (</a:t>
            </a:r>
            <a:r>
              <a:rPr sz="1100" b="1" dirty="0" err="1"/>
              <a:t>deviceAddress</a:t>
            </a:r>
            <a:r>
              <a:rPr sz="1100" b="1" dirty="0"/>
              <a:t> * 2).</a:t>
            </a:r>
            <a:r>
              <a:rPr sz="1100" b="1" dirty="0" err="1"/>
              <a:t>ToString</a:t>
            </a:r>
            <a:r>
              <a:rPr sz="1100" b="1" dirty="0"/>
              <a:t>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9260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문서/DB 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2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드라이버 논리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실제 XGT 전송 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79" y="2926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변환 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832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/>
              <a:t>B0312 (</a:t>
            </a:r>
            <a:r>
              <a:rPr sz="900" b="1" dirty="0" err="1"/>
              <a:t>비트</a:t>
            </a:r>
            <a:r>
              <a:rPr sz="900" b="1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비트 영역 블록, 16진 비트주소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%MX (M 디바이스 비트 접근)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79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B0312 → %MX 비트주소 0x0312 기준 접근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02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%DW336 (워드)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워드 영역 블록, 16진 워드주소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%DB (</a:t>
            </a:r>
            <a:r>
              <a:rPr sz="900" b="0" dirty="0" err="1"/>
              <a:t>바이트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, 주소×2)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7204" y="3950208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%DW336 → %DB672  (336×2=672)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171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%DW490 (방향)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C/V#11 Direction Mode 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%DB (주소×2)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5196" y="4517136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%DW490 → %DB980  (490×2=980)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8406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R0130 (트래킹)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5084064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트래킹 워드 블록, 10진 주소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084064"/>
            <a:ext cx="23736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M </a:t>
            </a:r>
            <a:r>
              <a:rPr sz="900" b="0" dirty="0" err="1"/>
              <a:t>영역</a:t>
            </a:r>
            <a:r>
              <a:rPr sz="900" b="0" dirty="0"/>
              <a:t> </a:t>
            </a:r>
            <a:r>
              <a:rPr sz="900" b="0" dirty="0" err="1"/>
              <a:t>워드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 (W </a:t>
            </a:r>
            <a:r>
              <a:rPr sz="900" b="0" dirty="0" err="1"/>
              <a:t>계열과</a:t>
            </a:r>
            <a:r>
              <a:rPr sz="900" b="0" dirty="0"/>
              <a:t> </a:t>
            </a:r>
            <a:r>
              <a:rPr sz="900" b="0" dirty="0" err="1"/>
              <a:t>동일</a:t>
            </a:r>
            <a:r>
              <a:rPr sz="900" b="0" dirty="0"/>
              <a:t> </a:t>
            </a:r>
            <a:r>
              <a:rPr sz="900" b="0" dirty="0" err="1"/>
              <a:t>분기</a:t>
            </a:r>
            <a:r>
              <a:rPr sz="900" b="0" dirty="0"/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508406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R0130 → 워드주소 130 기준, JOB NO 2워드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943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dirty="0">
                <a:solidFill>
                  <a:srgbClr val="FF0000"/>
                </a:solidFill>
              </a:rPr>
              <a:t>※ PLC 래더와 대조할 때는 M 영역 기준으로 확인할 것 — 문서의 비트 주소는 M 비트, 트래킹은 R 영역, 워드 주소는 D 영역 DW(문서 주소 ×2 = 바이트 오프셋)에 대응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Times New Roman"/>
        <a:ea typeface="굴림"/>
        <a:cs typeface=""/>
      </a:majorFont>
      <a:minorFont>
        <a:latin typeface="Times New Roman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33599</TotalTime>
  <Words>29924</Words>
  <Application>Microsoft Office PowerPoint</Application>
  <PresentationFormat>사용자 지정</PresentationFormat>
  <Paragraphs>5962</Paragraphs>
  <Slides>67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67</vt:i4>
      </vt:variant>
    </vt:vector>
  </HeadingPairs>
  <TitlesOfParts>
    <vt:vector size="76" baseType="lpstr">
      <vt:lpstr>굴림</vt:lpstr>
      <vt:lpstr>돋움체</vt:lpstr>
      <vt:lpstr>바탕체</vt:lpstr>
      <vt:lpstr>Arial</vt:lpstr>
      <vt:lpstr>Tahoma</vt:lpstr>
      <vt:lpstr>Times New Roman</vt:lpstr>
      <vt:lpstr>Trebuchet MS</vt:lpstr>
      <vt:lpstr>기본 디자인</vt:lpstr>
      <vt:lpstr>Photo Editor 사진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[호기 병기] 입고작업 ① 입출고대 C/V  (슬라이드 20~28)</vt:lpstr>
      <vt:lpstr>[호기 병기] 입고작업 ② RGV 반송  (슬라이드 20~28)</vt:lpstr>
      <vt:lpstr>[호기 병기] 입고작업 ③ 통로 C/V  (슬라이드 20~28)</vt:lpstr>
      <vt:lpstr>[호기 병기] 입고작업 ④ S/C 반송  (슬라이드 20~28)</vt:lpstr>
      <vt:lpstr>반송 시나리오 2. S/C → 입출고대 #22 출고 (랙 → S/C → 통로 → RGV → C/V #11)</vt:lpstr>
      <vt:lpstr>반송 시나리오 2  —  구간 1/4 (S/C)</vt:lpstr>
      <vt:lpstr>반송 시나리오 2  —  구간 2/4 (C/V)</vt:lpstr>
      <vt:lpstr>반송 시나리오 2  —  구간 3/4 (RGV)</vt:lpstr>
      <vt:lpstr>반송 시나리오 2  —  구간 4/4 (C/V)</vt:lpstr>
      <vt:lpstr>반송 시나리오 3-1. 26 입고대 → S/C 입고 (C/V #13 → RGV → 통로 → S/C → 랙)</vt:lpstr>
      <vt:lpstr>반송 시나리오 3-1  —  구간 1/4 (C/V)</vt:lpstr>
      <vt:lpstr>반송 시나리오 3-1  —  구간 2/4 (RGV)</vt:lpstr>
      <vt:lpstr>반송 시나리오 3-1  —  구간 3/4 (C/V)</vt:lpstr>
      <vt:lpstr>반송 시나리오 3-1  —  구간 4/4 (S/C)</vt:lpstr>
      <vt:lpstr>반송 시나리오 3-2. S/C → 24 출고대 출고 (랙 → S/C → 통로 → RGV → C/V #12)</vt:lpstr>
      <vt:lpstr>반송 시나리오 3-2  —  구간 1/4 (S/C)</vt:lpstr>
      <vt:lpstr>반송 시나리오 3-2  —  구간 2/4 (C/V)</vt:lpstr>
      <vt:lpstr>반송 시나리오 3-2  —  구간 3/4 (RGV)</vt:lpstr>
      <vt:lpstr>반송 시나리오 3-2  —  구간 4/4 (C/V)</vt:lpstr>
      <vt:lpstr>반송 시나리오 4-1. 30 입고대 → S/C 입고 (C/V #15 → RGV → 통로 → S/C → 랙)</vt:lpstr>
      <vt:lpstr>반송 시나리오 4-1  —  구간 1/4 (C/V)</vt:lpstr>
      <vt:lpstr>반송 시나리오 4-1  —  구간 2/4 (RGV)</vt:lpstr>
      <vt:lpstr>반송 시나리오 4-1  —  구간 3/4 (C/V)</vt:lpstr>
      <vt:lpstr>반송 시나리오 4-1  —  구간 4/4 (S/C)</vt:lpstr>
      <vt:lpstr>반송 시나리오 4-2. S/C → 29 피킹대 출고 (랙 → S/C → 통로 → RGV → C/V #14)</vt:lpstr>
      <vt:lpstr>반송 시나리오 4-2  —  구간 1/4 (S/C)</vt:lpstr>
      <vt:lpstr>반송 시나리오 4-2  —  구간 2/4 (C/V)</vt:lpstr>
      <vt:lpstr>반송 시나리오 4-2  —  구간 3/4 (RGV)</vt:lpstr>
      <vt:lpstr>반송 시나리오 4-2  —  구간 4/4 (C/V)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 CNS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WISE2 PM작업 계획서</dc:title>
  <dc:creator>WISE3 SM, 운영</dc:creator>
  <cp:lastModifiedBy>USER</cp:lastModifiedBy>
  <cp:revision>1913</cp:revision>
  <cp:lastPrinted>2026-07-07T12:28:32Z</cp:lastPrinted>
  <dcterms:created xsi:type="dcterms:W3CDTF">1999-05-06T22:41:56Z</dcterms:created>
  <dcterms:modified xsi:type="dcterms:W3CDTF">2026-08-20T09:20:48Z</dcterms:modified>
</cp:coreProperties>
</file>