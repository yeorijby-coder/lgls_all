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7" r:id="rId2"/>
    <p:sldId id="496" r:id="rId3"/>
    <p:sldId id="495" r:id="rId4"/>
    <p:sldId id="396" r:id="rId5"/>
    <p:sldId id="397" r:id="rId6"/>
    <p:sldId id="398" r:id="rId7"/>
    <p:sldId id="399" r:id="rId8"/>
    <p:sldId id="400" r:id="rId9"/>
    <p:sldId id="401" r:id="rId10"/>
    <p:sldId id="402" r:id="rId11"/>
    <p:sldId id="403" r:id="rId12"/>
    <p:sldId id="494" r:id="rId13"/>
    <p:sldId id="493" r:id="rId14"/>
    <p:sldId id="492" r:id="rId15"/>
    <p:sldId id="491" r:id="rId16"/>
    <p:sldId id="490" r:id="rId17"/>
    <p:sldId id="409" r:id="rId18"/>
    <p:sldId id="410" r:id="rId19"/>
    <p:sldId id="411" r:id="rId20"/>
    <p:sldId id="412" r:id="rId21"/>
    <p:sldId id="413" r:id="rId22"/>
    <p:sldId id="414" r:id="rId23"/>
    <p:sldId id="381" r:id="rId24"/>
    <p:sldId id="382" r:id="rId25"/>
    <p:sldId id="489" r:id="rId26"/>
    <p:sldId id="488" r:id="rId27"/>
    <p:sldId id="487" r:id="rId28"/>
    <p:sldId id="486" r:id="rId29"/>
    <p:sldId id="485" r:id="rId30"/>
    <p:sldId id="420" r:id="rId31"/>
    <p:sldId id="421" r:id="rId32"/>
    <p:sldId id="422" r:id="rId33"/>
    <p:sldId id="423" r:id="rId34"/>
    <p:sldId id="424" r:id="rId35"/>
    <p:sldId id="425" r:id="rId36"/>
    <p:sldId id="426" r:id="rId37"/>
    <p:sldId id="427" r:id="rId38"/>
    <p:sldId id="484" r:id="rId39"/>
    <p:sldId id="483" r:id="rId40"/>
    <p:sldId id="482" r:id="rId41"/>
    <p:sldId id="481" r:id="rId42"/>
    <p:sldId id="480" r:id="rId43"/>
    <p:sldId id="504" r:id="rId44"/>
    <p:sldId id="505" r:id="rId45"/>
    <p:sldId id="506" r:id="rId46"/>
    <p:sldId id="507" r:id="rId47"/>
    <p:sldId id="508" r:id="rId48"/>
    <p:sldId id="509" r:id="rId49"/>
    <p:sldId id="439" r:id="rId50"/>
    <p:sldId id="440" r:id="rId51"/>
    <p:sldId id="479" r:id="rId52"/>
    <p:sldId id="478" r:id="rId53"/>
    <p:sldId id="477" r:id="rId54"/>
    <p:sldId id="476" r:id="rId55"/>
    <p:sldId id="475" r:id="rId56"/>
    <p:sldId id="393" r:id="rId57"/>
    <p:sldId id="394" r:id="rId58"/>
    <p:sldId id="446" r:id="rId59"/>
    <p:sldId id="447" r:id="rId60"/>
    <p:sldId id="448" r:id="rId61"/>
    <p:sldId id="449" r:id="rId62"/>
    <p:sldId id="450" r:id="rId63"/>
    <p:sldId id="451" r:id="rId64"/>
    <p:sldId id="474" r:id="rId65"/>
    <p:sldId id="473" r:id="rId66"/>
    <p:sldId id="472" r:id="rId67"/>
    <p:sldId id="471" r:id="rId68"/>
    <p:sldId id="470" r:id="rId69"/>
    <p:sldId id="498" r:id="rId70"/>
    <p:sldId id="499" r:id="rId71"/>
    <p:sldId id="500" r:id="rId72"/>
    <p:sldId id="501" r:id="rId73"/>
    <p:sldId id="502" r:id="rId74"/>
    <p:sldId id="503" r:id="rId75"/>
    <p:sldId id="390" r:id="rId76"/>
    <p:sldId id="391" r:id="rId77"/>
    <p:sldId id="469" r:id="rId78"/>
    <p:sldId id="468" r:id="rId79"/>
    <p:sldId id="467" r:id="rId80"/>
    <p:sldId id="466" r:id="rId8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511BF-CD94-5227-1EED-1A8B71E9D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93C3B6-86EF-9488-DE87-8253D34BA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B4B4AE-8239-5BCB-A2D7-7AD50DAC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FC473-B9EC-323A-306D-B1611A5A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A8C28-9B18-9BB0-30EB-C36409E1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0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27665-A9D2-DE42-DC65-B9255F7B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A476A1-B8DC-F43D-9A3C-831FD8375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8929D9-45CD-3E26-A548-C90690F6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5A0E9-90B2-4EEB-8C6D-DF029084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23199-7F15-AB50-DC60-B5B02A2F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53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AD1B9-C947-2F0F-79CC-027C5046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3AD25E-BB8B-29D2-86D9-417250579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1CE1C-4168-4B12-9DB7-6CB6A76A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1A009-879C-E042-C363-F2644529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4AA9B-8D2E-C887-5E3C-2B1FDAAF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95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ACC57-BABA-A4AF-434F-900987F81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3C0C8-F7F3-D532-6C66-D9B3F92DF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569B55-BC43-CC06-1C08-7E491F149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23F656-B283-3E3D-4F14-39FA8B22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AE68E5-CAF3-E2F3-27F2-5D71C753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F497B-8FB2-9080-41B1-9EB904AE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45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F03F9-1754-015E-3931-E4A22895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D47465-BE35-C8B1-40E6-00630F558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F0540C-E28A-A65E-0C14-7092E1331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2BB7E9-6D5A-5058-B9CE-5DD9287D6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78CB4F-538F-19D6-05A3-05838F7C9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DA3021-E7F7-5AA6-1270-7AAD9D6A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C30B1A-3491-5783-682B-BA7883C9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E0C1C0-19FA-37EC-C724-04ACFE4F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16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58559-DAF7-62E0-86CE-0E85F28C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BB70A5-97CD-C2E8-DC8F-1425E1CF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09A26-6E68-F130-C7EE-55B1F07C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9982F7-1419-2AAC-065E-8F4A1469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07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B29E04-98C9-A7EB-BF51-E88891B0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B7AA26-DAC5-A503-095B-D89F57EC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D5097-125F-5299-B3B8-3571C878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56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A94D1-F17F-877D-4E10-62403185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AFEAC-626E-98C0-B4FA-8B38DC047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CBBC93-E3A8-4EEE-DD36-D188FCADA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BC5915-20F7-C3ED-B051-8E859A9A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50833D-412F-4D65-E8D9-E98EA5DF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19F2FF-91D3-E1AD-F740-1D1866AE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13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A2AE9-FC71-93FB-6D93-C91298C9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971CB1-43B6-2E3A-3620-6ED8E3BBF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7BA25B-6DA9-16F3-70E5-A92317DC5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EE6A1-B8A7-C1F2-2DB1-ADB74427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A09781-7DF2-87F7-7448-57536DCE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385423-69ED-E6B1-B849-D5AD792B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2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377AA-C379-C4AF-8A2B-1F27119A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1E4597-2E60-5336-2086-0AE62B518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F9AD7-B6A4-34E6-8BCF-DA7BB58A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35BE8-8999-F031-D483-F58751E5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2CC55-90AB-55CA-F5AA-1510980D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86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F25614C-E096-E4EF-155E-8B4FA2BBC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BBA8B4-8D18-C8E8-3AF3-B5CF437C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15A257-0E60-5485-697B-74F1D9C3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B620BF-5E88-1C21-8178-B5EC7210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87CC7-84D4-9A1C-0D56-E2AF65E1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19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E785E5-ED95-E7A4-9C04-B3FDFE8B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D88C48-2855-320E-32CF-AB0E8C01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A73B3-DEA3-8948-8489-4BA5B6FF3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37F31-8810-41D0-9AD5-316A7131877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D4AD64-A2C3-5620-9B89-8E1133C04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16131A-32E3-19B9-ECBF-BE25DAD57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521C-2124-403F-8106-0B85B8C79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8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3F4EE6-9741-72BA-EE61-E4E598D551F8}"/>
              </a:ext>
            </a:extLst>
          </p:cNvPr>
          <p:cNvSpPr txBox="1"/>
          <p:nvPr/>
        </p:nvSpPr>
        <p:spPr>
          <a:xfrm>
            <a:off x="508000" y="1905000"/>
            <a:ext cx="1117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2000"/>
              <a:t>LG </a:t>
            </a:r>
            <a:r>
              <a:rPr lang="ko-KR" altLang="en-US" sz="2000"/>
              <a:t>생명과학 물류창고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A7AF3-36F9-3E86-01C9-233B81A42337}"/>
              </a:ext>
            </a:extLst>
          </p:cNvPr>
          <p:cNvSpPr txBox="1"/>
          <p:nvPr/>
        </p:nvSpPr>
        <p:spPr>
          <a:xfrm>
            <a:off x="508000" y="2540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4000" b="1">
                <a:solidFill>
                  <a:srgbClr val="00008B"/>
                </a:solidFill>
              </a:rPr>
              <a:t>반송 시나리오 </a:t>
            </a:r>
            <a:r>
              <a:rPr lang="en-US" altLang="ko-KR" sz="4000" b="1">
                <a:solidFill>
                  <a:srgbClr val="00008B"/>
                </a:solidFill>
              </a:rPr>
              <a:t>6</a:t>
            </a:r>
            <a:r>
              <a:rPr lang="ko-KR" altLang="en-US" sz="4000" b="1">
                <a:solidFill>
                  <a:srgbClr val="00008B"/>
                </a:solidFill>
              </a:rPr>
              <a:t>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D2D14-31DA-2618-CF3C-FD30C0C66851}"/>
              </a:ext>
            </a:extLst>
          </p:cNvPr>
          <p:cNvSpPr txBox="1"/>
          <p:nvPr/>
        </p:nvSpPr>
        <p:spPr>
          <a:xfrm>
            <a:off x="508000" y="3683000"/>
            <a:ext cx="11176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1300"/>
              <a:t>입출고대 </a:t>
            </a:r>
            <a:r>
              <a:rPr lang="en-US" altLang="ko-KR" sz="1300"/>
              <a:t>#22 </a:t>
            </a:r>
            <a:r>
              <a:rPr lang="ko-KR" altLang="en-US" sz="1300"/>
              <a:t>입출고  </a:t>
            </a:r>
            <a:r>
              <a:rPr lang="en-US" altLang="ko-KR" sz="1300"/>
              <a:t>·  26 </a:t>
            </a:r>
            <a:r>
              <a:rPr lang="ko-KR" altLang="en-US" sz="1300"/>
              <a:t>입고대 </a:t>
            </a:r>
            <a:r>
              <a:rPr lang="en-US" altLang="ko-KR" sz="1300"/>
              <a:t>/ 24 </a:t>
            </a:r>
            <a:r>
              <a:rPr lang="ko-KR" altLang="en-US" sz="1300"/>
              <a:t>출고대  </a:t>
            </a:r>
            <a:r>
              <a:rPr lang="en-US" altLang="ko-KR" sz="1300"/>
              <a:t>·  30 </a:t>
            </a:r>
            <a:r>
              <a:rPr lang="ko-KR" altLang="en-US" sz="1300"/>
              <a:t>입고대 </a:t>
            </a:r>
            <a:r>
              <a:rPr lang="en-US" altLang="ko-KR" sz="1300"/>
              <a:t>/ 29 </a:t>
            </a:r>
            <a:r>
              <a:rPr lang="ko-KR" altLang="en-US" sz="1300"/>
              <a:t>피킹대</a:t>
            </a:r>
          </a:p>
          <a:p>
            <a:pPr algn="ctr"/>
            <a:r>
              <a:rPr lang="en-US" altLang="ko-KR" sz="1300"/>
              <a:t>S/C #1 </a:t>
            </a:r>
            <a:r>
              <a:rPr lang="ko-KR" altLang="en-US" sz="1300"/>
              <a:t>기준 다이어그램 </a:t>
            </a:r>
            <a:r>
              <a:rPr lang="en-US" altLang="ko-KR" sz="1300"/>
              <a:t>+ S/C #1~#5 </a:t>
            </a:r>
            <a:r>
              <a:rPr lang="ko-KR" altLang="en-US" sz="1300"/>
              <a:t>호기 병기</a:t>
            </a:r>
          </a:p>
          <a:p>
            <a:pPr algn="ctr"/>
            <a:endParaRPr lang="ko-KR" altLang="en-US" sz="1300"/>
          </a:p>
          <a:p>
            <a:pPr algn="ctr"/>
            <a:r>
              <a:rPr lang="en-US" altLang="ko-KR" sz="1300"/>
              <a:t>V2.0    2026-08-20</a:t>
            </a:r>
            <a:endParaRPr lang="ko-KR" altLang="en-US" sz="1300"/>
          </a:p>
        </p:txBody>
      </p:sp>
    </p:spTree>
    <p:extLst>
      <p:ext uri="{BB962C8B-B14F-4D97-AF65-F5344CB8AC3E}">
        <p14:creationId xmlns:p14="http://schemas.microsoft.com/office/powerpoint/2010/main" val="3536162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8CB83-F33A-CB5E-16DC-4FB35C52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2400"/>
              <a:t>목  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CB37E-8CF6-582D-5B6A-10D57CE979A5}"/>
              </a:ext>
            </a:extLst>
          </p:cNvPr>
          <p:cNvSpPr txBox="1"/>
          <p:nvPr/>
        </p:nvSpPr>
        <p:spPr>
          <a:xfrm>
            <a:off x="508000" y="965200"/>
            <a:ext cx="1117600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각 시나리오는 개요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장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구간 다이어그램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8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장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호기 병기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장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= 13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장으로 구성된다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1    1.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입출고대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#22 → S/C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입고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(C/V #11 → RGV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통로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랙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)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3 ~ 15</a:t>
            </a:r>
          </a:p>
          <a:p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2    2. 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입출고대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#22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출고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랙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통로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RGV → C/V #11)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16 ~ 28</a:t>
            </a:r>
          </a:p>
          <a:p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3-1  3-1. 26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입고대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입고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(C/V #13 → RGV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통로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랙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)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29 ~ 41</a:t>
            </a:r>
          </a:p>
          <a:p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3-2  3-2. S/C → 24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출고대 출고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랙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통로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RGV → C/V #12)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42 ~ 54</a:t>
            </a:r>
          </a:p>
          <a:p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4-1  4-1. 30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입고대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입고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(C/V #15 → RGV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통로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랙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)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55 ~ 67</a:t>
            </a:r>
          </a:p>
          <a:p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4-2  4-2. S/C → 29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피킹대 출고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랙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→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통로 →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RGV → C/V #14)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슬라이드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68 ~ 80</a:t>
            </a:r>
          </a:p>
          <a:p>
            <a:endParaRPr lang="en-US" altLang="ko-KR" sz="120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공통 규약</a:t>
            </a:r>
          </a:p>
          <a:p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   좌측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EQP =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설비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(PLC)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측 신호  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·  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우측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ECS = WCS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측 응답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지시</a:t>
            </a:r>
          </a:p>
          <a:p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  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%MX = M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비트 절대주소  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·   %DW = D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워드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(%DB =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워드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×2)   ·   %RB = R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바이트</a:t>
            </a:r>
          </a:p>
          <a:p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   호기 병기 슬라이드는 같은 단계를 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S/C #1~#5 </a:t>
            </a:r>
            <a:r>
              <a:rPr lang="ko-KR" altLang="en-US" sz="1200">
                <a:solidFill>
                  <a:srgbClr val="000000"/>
                </a:solidFill>
                <a:latin typeface="맑은 고딕" panose="020B0503020000020004" pitchFamily="50" charset="-127"/>
              </a:rPr>
              <a:t>로 옮겼을 때의 주소를 전부 나열한다</a:t>
            </a:r>
            <a:r>
              <a:rPr lang="en-US" altLang="ko-KR" sz="120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705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09A5A-A6B3-A07E-9690-64F7ADCA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1700"/>
              <a:t>반송 시나리오 </a:t>
            </a:r>
            <a:r>
              <a:rPr lang="en-US" altLang="ko-KR" sz="1700"/>
              <a:t>1. </a:t>
            </a:r>
            <a:r>
              <a:rPr lang="ko-KR" altLang="en-US" sz="1700"/>
              <a:t>입출고대 </a:t>
            </a:r>
            <a:r>
              <a:rPr lang="en-US" altLang="ko-KR" sz="1700"/>
              <a:t>#22 → S/C </a:t>
            </a:r>
            <a:r>
              <a:rPr lang="ko-KR" altLang="en-US" sz="1700"/>
              <a:t>입고 </a:t>
            </a:r>
            <a:r>
              <a:rPr lang="en-US" altLang="ko-KR" sz="1700"/>
              <a:t>(C/V #11 → RGV → </a:t>
            </a:r>
            <a:r>
              <a:rPr lang="ko-KR" altLang="en-US" sz="1700"/>
              <a:t>통로 → </a:t>
            </a:r>
            <a:r>
              <a:rPr lang="en-US" altLang="ko-KR" sz="1700"/>
              <a:t>S/C → </a:t>
            </a:r>
            <a:r>
              <a:rPr lang="ko-KR" altLang="en-US" sz="1700"/>
              <a:t>랙</a:t>
            </a:r>
            <a:r>
              <a:rPr lang="en-US" altLang="ko-KR" sz="1700"/>
              <a:t>)</a:t>
            </a:r>
            <a:endParaRPr lang="ko-KR" alt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F9B29-FE3A-F4E6-F926-D23D3140ACF0}"/>
              </a:ext>
            </a:extLst>
          </p:cNvPr>
          <p:cNvSpPr txBox="1"/>
          <p:nvPr/>
        </p:nvSpPr>
        <p:spPr>
          <a:xfrm>
            <a:off x="381000" y="787400"/>
            <a:ext cx="11430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000000"/>
                </a:solidFill>
              </a:rPr>
              <a:t>경로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호기별</a:t>
            </a:r>
            <a:r>
              <a:rPr lang="en-US" altLang="ko-KR" sz="1100">
                <a:solidFill>
                  <a:srgbClr val="000000"/>
                </a:solidFill>
              </a:rPr>
              <a:t>) — PlcAddressMap.xml &lt;CraneMap&gt; </a:t>
            </a:r>
            <a:r>
              <a:rPr lang="ko-KR" altLang="en-US" sz="1100">
                <a:solidFill>
                  <a:srgbClr val="000000"/>
                </a:solidFill>
              </a:rPr>
              <a:t>기준</a:t>
            </a:r>
          </a:p>
          <a:p>
            <a:r>
              <a:rPr lang="ko-KR" altLang="en-US" sz="1100">
                <a:solidFill>
                  <a:srgbClr val="000000"/>
                </a:solidFill>
              </a:rPr>
              <a:t>  </a:t>
            </a:r>
            <a:r>
              <a:rPr lang="en-US" altLang="ko-KR" sz="1100">
                <a:solidFill>
                  <a:srgbClr val="000000"/>
                </a:solidFill>
              </a:rPr>
              <a:t>S/C #1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#2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#3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#4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#2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#4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#7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#8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#3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#6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#11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#12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#4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#8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#15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#16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#5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#10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#19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#20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ko-KR" altLang="en-US" sz="1100">
                <a:solidFill>
                  <a:srgbClr val="000000"/>
                </a:solidFill>
              </a:rPr>
              <a:t>구간 구성 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이어지는 슬라이드</a:t>
            </a:r>
            <a:r>
              <a:rPr lang="en-US" altLang="ko-KR" sz="1100">
                <a:solidFill>
                  <a:srgbClr val="000000"/>
                </a:solidFill>
              </a:rPr>
              <a:t>)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① C/V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4·5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12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② RGV  (16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6·7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13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③ C/V  (15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8·9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14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④ S/C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10·11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15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en-US" altLang="ko-KR" sz="1100">
                <a:solidFill>
                  <a:srgbClr val="000000"/>
                </a:solidFill>
              </a:rPr>
              <a:t>※ </a:t>
            </a:r>
            <a:r>
              <a:rPr lang="ko-KR" altLang="en-US" sz="1100">
                <a:solidFill>
                  <a:srgbClr val="000000"/>
                </a:solidFill>
              </a:rPr>
              <a:t>모든 주소는 </a:t>
            </a:r>
            <a:r>
              <a:rPr lang="en-US" altLang="ko-KR" sz="1100">
                <a:solidFill>
                  <a:srgbClr val="000000"/>
                </a:solidFill>
              </a:rPr>
              <a:t>PlcAddressMap.xml </a:t>
            </a:r>
            <a:r>
              <a:rPr lang="ko-KR" altLang="en-US" sz="1100">
                <a:solidFill>
                  <a:srgbClr val="000000"/>
                </a:solidFill>
              </a:rPr>
              <a:t>에서 계산되었다</a:t>
            </a:r>
            <a:r>
              <a:rPr lang="en-US" altLang="ko-KR" sz="1100">
                <a:solidFill>
                  <a:srgbClr val="000000"/>
                </a:solidFill>
              </a:rPr>
              <a:t>. XML </a:t>
            </a:r>
            <a:r>
              <a:rPr lang="ko-KR" altLang="en-US" sz="1100">
                <a:solidFill>
                  <a:srgbClr val="000000"/>
                </a:solidFill>
              </a:rPr>
              <a:t>을 고치면 </a:t>
            </a:r>
            <a:r>
              <a:rPr lang="en-US" altLang="ko-KR" sz="1100">
                <a:solidFill>
                  <a:srgbClr val="000000"/>
                </a:solidFill>
              </a:rPr>
              <a:t>EQP_TASK · EQP_SIM · </a:t>
            </a:r>
            <a:r>
              <a:rPr lang="ko-KR" altLang="en-US" sz="1100">
                <a:solidFill>
                  <a:srgbClr val="000000"/>
                </a:solidFill>
              </a:rPr>
              <a:t>본 문서가 함께 바뀐다</a:t>
            </a:r>
            <a:r>
              <a:rPr lang="en-US" altLang="ko-KR" sz="110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 </a:t>
            </a:r>
            <a:r>
              <a:rPr lang="ko-KR" altLang="en-US" sz="1100">
                <a:solidFill>
                  <a:srgbClr val="000000"/>
                </a:solidFill>
              </a:rPr>
              <a:t>주소식 </a:t>
            </a:r>
            <a:r>
              <a:rPr lang="en-US" altLang="ko-KR" sz="1100">
                <a:solidFill>
                  <a:srgbClr val="000000"/>
                </a:solidFill>
              </a:rPr>
              <a:t>:  base = origin + (</a:t>
            </a:r>
            <a:r>
              <a:rPr lang="ko-KR" altLang="en-US" sz="1100">
                <a:solidFill>
                  <a:srgbClr val="000000"/>
                </a:solidFill>
              </a:rPr>
              <a:t>설비번호 </a:t>
            </a:r>
            <a:r>
              <a:rPr lang="en-US" altLang="ko-KR" sz="1100">
                <a:solidFill>
                  <a:srgbClr val="000000"/>
                </a:solidFill>
              </a:rPr>
              <a:t>- numberFrom) × stride ,  </a:t>
            </a:r>
            <a:r>
              <a:rPr lang="ko-KR" altLang="en-US" sz="1100">
                <a:solidFill>
                  <a:srgbClr val="000000"/>
                </a:solidFill>
              </a:rPr>
              <a:t>주소 </a:t>
            </a:r>
            <a:r>
              <a:rPr lang="en-US" altLang="ko-KR" sz="1100">
                <a:solidFill>
                  <a:srgbClr val="000000"/>
                </a:solidFill>
              </a:rPr>
              <a:t>= base + offset</a:t>
            </a:r>
            <a:endParaRPr lang="ko-KR" alt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5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Text Box 2">
            <a:extLst>
              <a:ext uri="{FF2B5EF4-FFF2-40B4-BE49-F238E27FC236}">
                <a16:creationId xmlns:a16="http://schemas.microsoft.com/office/drawing/2014/main" id="{0EBAFCFB-776B-11EA-702E-AE3F36A6E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6960239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입출고대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#22 → #21, C/V #11)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357C00AE-A6C1-17A0-D3AF-1EF06719E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28463" name="Rectangle 79">
            <a:extLst>
              <a:ext uri="{FF2B5EF4-FFF2-40B4-BE49-F238E27FC236}">
                <a16:creationId xmlns:a16="http://schemas.microsoft.com/office/drawing/2014/main" id="{EE146ACF-6B50-3903-CF80-6B1E5EBDD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28464" name="Rectangle 80">
            <a:extLst>
              <a:ext uri="{FF2B5EF4-FFF2-40B4-BE49-F238E27FC236}">
                <a16:creationId xmlns:a16="http://schemas.microsoft.com/office/drawing/2014/main" id="{6C6B0C8D-7499-CD0A-1644-12CE883B7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28465" name="Group 81">
            <a:extLst>
              <a:ext uri="{FF2B5EF4-FFF2-40B4-BE49-F238E27FC236}">
                <a16:creationId xmlns:a16="http://schemas.microsoft.com/office/drawing/2014/main" id="{37EE6D04-4F86-3F8F-EDEF-23B0110128D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28466" name="Line 82">
              <a:extLst>
                <a:ext uri="{FF2B5EF4-FFF2-40B4-BE49-F238E27FC236}">
                  <a16:creationId xmlns:a16="http://schemas.microsoft.com/office/drawing/2014/main" id="{8DED1FEE-7638-6B23-7980-457487E9E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28467" name="Line 83">
              <a:extLst>
                <a:ext uri="{FF2B5EF4-FFF2-40B4-BE49-F238E27FC236}">
                  <a16:creationId xmlns:a16="http://schemas.microsoft.com/office/drawing/2014/main" id="{D973893F-114E-48A7-18D5-F2138EE06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28468" name="Text Box 84">
            <a:extLst>
              <a:ext uri="{FF2B5EF4-FFF2-40B4-BE49-F238E27FC236}">
                <a16:creationId xmlns:a16="http://schemas.microsoft.com/office/drawing/2014/main" id="{1540A6BD-9145-E175-0892-F222A0411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3807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입고대에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적재 됨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. #22</a:t>
            </a:r>
          </a:p>
        </p:txBody>
      </p:sp>
      <p:grpSp>
        <p:nvGrpSpPr>
          <p:cNvPr id="528469" name="Group 85">
            <a:extLst>
              <a:ext uri="{FF2B5EF4-FFF2-40B4-BE49-F238E27FC236}">
                <a16:creationId xmlns:a16="http://schemas.microsoft.com/office/drawing/2014/main" id="{501ACCE7-0B52-1E50-645A-2689CDF926AA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28470" name="Rectangle 86">
              <a:extLst>
                <a:ext uri="{FF2B5EF4-FFF2-40B4-BE49-F238E27FC236}">
                  <a16:creationId xmlns:a16="http://schemas.microsoft.com/office/drawing/2014/main" id="{8B691FA4-129A-28FC-BAA5-5ABB30C9F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28471" name="Rectangle 87">
              <a:extLst>
                <a:ext uri="{FF2B5EF4-FFF2-40B4-BE49-F238E27FC236}">
                  <a16:creationId xmlns:a16="http://schemas.microsoft.com/office/drawing/2014/main" id="{9175CE53-D174-F687-1852-4FD8EF692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28472" name="AutoShape 88">
            <a:extLst>
              <a:ext uri="{FF2B5EF4-FFF2-40B4-BE49-F238E27FC236}">
                <a16:creationId xmlns:a16="http://schemas.microsoft.com/office/drawing/2014/main" id="{EC32373E-485A-BE32-B078-5ED48EC0E3C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05499" y="56097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28473" name="Text Box 89">
            <a:extLst>
              <a:ext uri="{FF2B5EF4-FFF2-40B4-BE49-F238E27FC236}">
                <a16:creationId xmlns:a16="http://schemas.microsoft.com/office/drawing/2014/main" id="{8E8773DA-3969-405A-2CAE-ABAE2D4AF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#11</a:t>
            </a:r>
          </a:p>
        </p:txBody>
      </p:sp>
      <p:sp>
        <p:nvSpPr>
          <p:cNvPr id="528474" name="Line 90">
            <a:extLst>
              <a:ext uri="{FF2B5EF4-FFF2-40B4-BE49-F238E27FC236}">
                <a16:creationId xmlns:a16="http://schemas.microsoft.com/office/drawing/2014/main" id="{EFC4FE8B-5956-023B-86C0-2F0608D4F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28475" name="Text Box 91">
            <a:extLst>
              <a:ext uri="{FF2B5EF4-FFF2-40B4-BE49-F238E27FC236}">
                <a16:creationId xmlns:a16="http://schemas.microsoft.com/office/drawing/2014/main" id="{F4264214-46CD-C267-E836-229B2F9B7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#22</a:t>
            </a:r>
          </a:p>
        </p:txBody>
      </p:sp>
      <p:sp>
        <p:nvSpPr>
          <p:cNvPr id="528476" name="Line 92">
            <a:extLst>
              <a:ext uri="{FF2B5EF4-FFF2-40B4-BE49-F238E27FC236}">
                <a16:creationId xmlns:a16="http://schemas.microsoft.com/office/drawing/2014/main" id="{B1CE1928-735E-0805-5431-0AD4869FE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77" name="Text Box 93">
            <a:extLst>
              <a:ext uri="{FF2B5EF4-FFF2-40B4-BE49-F238E27FC236}">
                <a16:creationId xmlns:a16="http://schemas.microsoft.com/office/drawing/2014/main" id="{5D0C1A79-E1E2-8202-1495-160393466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694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%MX593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28478" name="Line 94">
            <a:extLst>
              <a:ext uri="{FF2B5EF4-FFF2-40B4-BE49-F238E27FC236}">
                <a16:creationId xmlns:a16="http://schemas.microsoft.com/office/drawing/2014/main" id="{A6BC2AA5-F57D-A5F1-9F7C-5E8486951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79" name="Text Box 95">
            <a:extLst>
              <a:ext uri="{FF2B5EF4-FFF2-40B4-BE49-F238E27FC236}">
                <a16:creationId xmlns:a16="http://schemas.microsoft.com/office/drawing/2014/main" id="{676462AB-E2ED-A7C0-503D-33678F39B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%MX580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28480" name="Text Box 96">
            <a:extLst>
              <a:ext uri="{FF2B5EF4-FFF2-40B4-BE49-F238E27FC236}">
                <a16:creationId xmlns:a16="http://schemas.microsoft.com/office/drawing/2014/main" id="{FCF99BE6-D977-5C1C-E1E7-14A72EF3B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28481" name="Line 97">
            <a:extLst>
              <a:ext uri="{FF2B5EF4-FFF2-40B4-BE49-F238E27FC236}">
                <a16:creationId xmlns:a16="http://schemas.microsoft.com/office/drawing/2014/main" id="{29AD1A00-C24F-18D8-70D4-033D35608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82" name="Text Box 98">
            <a:extLst>
              <a:ext uri="{FF2B5EF4-FFF2-40B4-BE49-F238E27FC236}">
                <a16:creationId xmlns:a16="http://schemas.microsoft.com/office/drawing/2014/main" id="{B456D154-C126-00A3-7E8E-A9D7EE948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6258" y="1905501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28483" name="Text Box 99">
            <a:extLst>
              <a:ext uri="{FF2B5EF4-FFF2-40B4-BE49-F238E27FC236}">
                <a16:creationId xmlns:a16="http://schemas.microsoft.com/office/drawing/2014/main" id="{9AE4BE6B-DE55-D4F2-9425-23F653CB1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28484" name="Line 100">
            <a:extLst>
              <a:ext uri="{FF2B5EF4-FFF2-40B4-BE49-F238E27FC236}">
                <a16:creationId xmlns:a16="http://schemas.microsoft.com/office/drawing/2014/main" id="{4E3F3C7A-D93F-7DC4-76D2-3FA6764F2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842461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85" name="Text Box 101">
            <a:extLst>
              <a:ext uri="{FF2B5EF4-FFF2-40B4-BE49-F238E27FC236}">
                <a16:creationId xmlns:a16="http://schemas.microsoft.com/office/drawing/2014/main" id="{8C604D17-DDD9-3400-B389-B4F0ECEDE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995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28486" name="Text Box 102">
            <a:extLst>
              <a:ext uri="{FF2B5EF4-FFF2-40B4-BE49-F238E27FC236}">
                <a16:creationId xmlns:a16="http://schemas.microsoft.com/office/drawing/2014/main" id="{73F0C88E-DF43-E49A-30B8-154CBC2DD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28487" name="Text Box 103">
            <a:extLst>
              <a:ext uri="{FF2B5EF4-FFF2-40B4-BE49-F238E27FC236}">
                <a16:creationId xmlns:a16="http://schemas.microsoft.com/office/drawing/2014/main" id="{50907242-EBF4-1B88-16D6-A6FAE2A5F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155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%MX580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28488" name="Text Box 104">
            <a:extLst>
              <a:ext uri="{FF2B5EF4-FFF2-40B4-BE49-F238E27FC236}">
                <a16:creationId xmlns:a16="http://schemas.microsoft.com/office/drawing/2014/main" id="{ABCAAE44-B307-1796-2BD6-752E0006B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28489" name="Line 105">
            <a:extLst>
              <a:ext uri="{FF2B5EF4-FFF2-40B4-BE49-F238E27FC236}">
                <a16:creationId xmlns:a16="http://schemas.microsoft.com/office/drawing/2014/main" id="{0457DEB2-2535-2562-B167-047E5C0B4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90" name="Text Box 106">
            <a:extLst>
              <a:ext uri="{FF2B5EF4-FFF2-40B4-BE49-F238E27FC236}">
                <a16:creationId xmlns:a16="http://schemas.microsoft.com/office/drawing/2014/main" id="{C3A037FD-A0DA-3D97-40B2-655CC8D7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05627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WMS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반송정보를 받아 입고대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28491" name="AutoShape 107">
            <a:extLst>
              <a:ext uri="{FF2B5EF4-FFF2-40B4-BE49-F238E27FC236}">
                <a16:creationId xmlns:a16="http://schemas.microsoft.com/office/drawing/2014/main" id="{A79C56C0-923A-84C5-6A16-4CB2BF849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383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(R0102~R0103 %RB204~%RB206)</a:t>
            </a:r>
          </a:p>
        </p:txBody>
      </p:sp>
      <p:sp>
        <p:nvSpPr>
          <p:cNvPr id="528492" name="Freeform 108">
            <a:extLst>
              <a:ext uri="{FF2B5EF4-FFF2-40B4-BE49-F238E27FC236}">
                <a16:creationId xmlns:a16="http://schemas.microsoft.com/office/drawing/2014/main" id="{60B9C005-B916-17D4-9D57-63199725D586}"/>
              </a:ext>
            </a:extLst>
          </p:cNvPr>
          <p:cNvSpPr>
            <a:spLocks/>
          </p:cNvSpPr>
          <p:nvPr/>
        </p:nvSpPr>
        <p:spPr bwMode="auto">
          <a:xfrm flipH="1">
            <a:off x="4253665" y="3838074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95" name="Text Box 111">
            <a:extLst>
              <a:ext uri="{FF2B5EF4-FFF2-40B4-BE49-F238E27FC236}">
                <a16:creationId xmlns:a16="http://schemas.microsoft.com/office/drawing/2014/main" id="{89514CE6-2582-AE9D-848A-C5A7C4739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9263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28496" name="Text Box 112">
            <a:extLst>
              <a:ext uri="{FF2B5EF4-FFF2-40B4-BE49-F238E27FC236}">
                <a16:creationId xmlns:a16="http://schemas.microsoft.com/office/drawing/2014/main" id="{186F5512-E372-D819-32DD-D3B397541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28499" name="Line 115">
            <a:extLst>
              <a:ext uri="{FF2B5EF4-FFF2-40B4-BE49-F238E27FC236}">
                <a16:creationId xmlns:a16="http://schemas.microsoft.com/office/drawing/2014/main" id="{171EEBB0-C717-3086-C35B-FE8FF7CB7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49667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00" name="Text Box 116">
            <a:extLst>
              <a:ext uri="{FF2B5EF4-FFF2-40B4-BE49-F238E27FC236}">
                <a16:creationId xmlns:a16="http://schemas.microsoft.com/office/drawing/2014/main" id="{8C3FD326-FBDB-E4CA-29CF-BA628968C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591" y="3292142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Check(D0310 → %DW490(%DB980))</a:t>
            </a:r>
          </a:p>
        </p:txBody>
      </p:sp>
      <p:sp>
        <p:nvSpPr>
          <p:cNvPr id="528502" name="Text Box 118">
            <a:extLst>
              <a:ext uri="{FF2B5EF4-FFF2-40B4-BE49-F238E27FC236}">
                <a16:creationId xmlns:a16="http://schemas.microsoft.com/office/drawing/2014/main" id="{104CA328-54EA-F179-8D96-7A59BE4D5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00426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0,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1</a:t>
            </a:r>
          </a:p>
        </p:txBody>
      </p:sp>
      <p:sp>
        <p:nvSpPr>
          <p:cNvPr id="528503" name="Line 119">
            <a:extLst>
              <a:ext uri="{FF2B5EF4-FFF2-40B4-BE49-F238E27FC236}">
                <a16:creationId xmlns:a16="http://schemas.microsoft.com/office/drawing/2014/main" id="{8247BDC9-B0F6-4A1D-4412-D61E98119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11742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04" name="Text Box 120">
            <a:extLst>
              <a:ext uri="{FF2B5EF4-FFF2-40B4-BE49-F238E27FC236}">
                <a16:creationId xmlns:a16="http://schemas.microsoft.com/office/drawing/2014/main" id="{44BFE5FC-0000-58EA-878D-A88FA5F14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06466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0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528505" name="Text Box 121">
            <a:extLst>
              <a:ext uri="{FF2B5EF4-FFF2-40B4-BE49-F238E27FC236}">
                <a16:creationId xmlns:a16="http://schemas.microsoft.com/office/drawing/2014/main" id="{0D9D0CCF-0B56-1875-209C-7065DA1E3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832" y="3565860"/>
            <a:ext cx="329930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705">
                <a:solidFill/>
                <a:latin typeface="Times New Roman"/>
              </a:rPr>
              <a:t>D0310 → %DW490(%DB980) “0”</a:t>
            </a:r>
            <a:endParaRPr sz="1705" dirty="0">
              <a:solidFill/>
              <a:latin typeface="Times New Roman"/>
            </a:endParaRPr>
          </a:p>
        </p:txBody>
      </p:sp>
      <p:sp>
        <p:nvSpPr>
          <p:cNvPr id="528506" name="Text Box 122">
            <a:extLst>
              <a:ext uri="{FF2B5EF4-FFF2-40B4-BE49-F238E27FC236}">
                <a16:creationId xmlns:a16="http://schemas.microsoft.com/office/drawing/2014/main" id="{61BB5623-0750-879A-7A9D-C0D6570D6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563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#21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28507" name="Text Box 123">
            <a:extLst>
              <a:ext uri="{FF2B5EF4-FFF2-40B4-BE49-F238E27FC236}">
                <a16:creationId xmlns:a16="http://schemas.microsoft.com/office/drawing/2014/main" id="{0F64C41B-A870-D8C5-987F-F9092EC00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253" y="507732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#21</a:t>
            </a:r>
          </a:p>
        </p:txBody>
      </p:sp>
      <p:sp>
        <p:nvSpPr>
          <p:cNvPr id="528508" name="Line 124">
            <a:extLst>
              <a:ext uri="{FF2B5EF4-FFF2-40B4-BE49-F238E27FC236}">
                <a16:creationId xmlns:a16="http://schemas.microsoft.com/office/drawing/2014/main" id="{372D4924-5793-E02C-7564-D2AF22CB4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5326982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09" name="Text Box 125">
            <a:extLst>
              <a:ext uri="{FF2B5EF4-FFF2-40B4-BE49-F238E27FC236}">
                <a16:creationId xmlns:a16="http://schemas.microsoft.com/office/drawing/2014/main" id="{1BF9450C-C821-6BA9-696C-903DF35A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638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%MX592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28510" name="Text Box 126">
            <a:extLst>
              <a:ext uri="{FF2B5EF4-FFF2-40B4-BE49-F238E27FC236}">
                <a16:creationId xmlns:a16="http://schemas.microsoft.com/office/drawing/2014/main" id="{2ABFA345-BD09-3CD3-5B63-6BAACF6FB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253" y="45434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#22</a:t>
            </a:r>
          </a:p>
        </p:txBody>
      </p:sp>
      <p:sp>
        <p:nvSpPr>
          <p:cNvPr id="528511" name="Line 127">
            <a:extLst>
              <a:ext uri="{FF2B5EF4-FFF2-40B4-BE49-F238E27FC236}">
                <a16:creationId xmlns:a16="http://schemas.microsoft.com/office/drawing/2014/main" id="{D964BB2D-A275-98DD-073E-EF000A022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479308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12" name="Text Box 128">
            <a:extLst>
              <a:ext uri="{FF2B5EF4-FFF2-40B4-BE49-F238E27FC236}">
                <a16:creationId xmlns:a16="http://schemas.microsoft.com/office/drawing/2014/main" id="{3F2242C2-B3A1-ED7C-CAD5-36A7B3113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151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%MX593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28513" name="Text Box 129">
            <a:extLst>
              <a:ext uri="{FF2B5EF4-FFF2-40B4-BE49-F238E27FC236}">
                <a16:creationId xmlns:a16="http://schemas.microsoft.com/office/drawing/2014/main" id="{D189BF41-C7A9-5E53-FA3C-A12234DE0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563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28514" name="Freeform 130">
            <a:extLst>
              <a:ext uri="{FF2B5EF4-FFF2-40B4-BE49-F238E27FC236}">
                <a16:creationId xmlns:a16="http://schemas.microsoft.com/office/drawing/2014/main" id="{CF0E4B13-46F7-EB6E-35FE-51D07F550DAA}"/>
              </a:ext>
            </a:extLst>
          </p:cNvPr>
          <p:cNvSpPr>
            <a:spLocks/>
          </p:cNvSpPr>
          <p:nvPr/>
        </p:nvSpPr>
        <p:spPr bwMode="auto">
          <a:xfrm>
            <a:off x="4279232" y="5921042"/>
            <a:ext cx="3274094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15" name="AutoShape 131">
            <a:extLst>
              <a:ext uri="{FF2B5EF4-FFF2-40B4-BE49-F238E27FC236}">
                <a16:creationId xmlns:a16="http://schemas.microsoft.com/office/drawing/2014/main" id="{1A8EADBB-3755-4D9F-91F6-5CFBA2DFE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NO(R0100~R0101 %RB200~%RB202)</a:t>
            </a:r>
          </a:p>
        </p:txBody>
      </p:sp>
      <p:sp>
        <p:nvSpPr>
          <p:cNvPr id="528516" name="Text Box 132">
            <a:extLst>
              <a:ext uri="{FF2B5EF4-FFF2-40B4-BE49-F238E27FC236}">
                <a16:creationId xmlns:a16="http://schemas.microsoft.com/office/drawing/2014/main" id="{8CDDDCD3-64C2-DB98-9722-B016FFB1B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0160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28517" name="Text Box 133">
            <a:extLst>
              <a:ext uri="{FF2B5EF4-FFF2-40B4-BE49-F238E27FC236}">
                <a16:creationId xmlns:a16="http://schemas.microsoft.com/office/drawing/2014/main" id="{07F40468-78D0-8FD7-4F0F-33069D9AE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28520" name="Text Box 136">
            <a:extLst>
              <a:ext uri="{FF2B5EF4-FFF2-40B4-BE49-F238E27FC236}">
                <a16:creationId xmlns:a16="http://schemas.microsoft.com/office/drawing/2014/main" id="{EE092034-3681-B736-3FDC-4ACDBDE1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2704098"/>
            <a:ext cx="1228725" cy="73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Direction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모드 변경은 관련 방향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Job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이 없을 경우만 일어나야 함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.</a:t>
            </a:r>
          </a:p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Direction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방향 반대일 경우 대기</a:t>
            </a:r>
          </a:p>
        </p:txBody>
      </p:sp>
      <p:sp>
        <p:nvSpPr>
          <p:cNvPr id="528521" name="Text Box 137">
            <a:extLst>
              <a:ext uri="{FF2B5EF4-FFF2-40B4-BE49-F238E27FC236}">
                <a16:creationId xmlns:a16="http://schemas.microsoft.com/office/drawing/2014/main" id="{A17ED590-54F8-748D-2E88-CC1E3A38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806" y="4520866"/>
            <a:ext cx="1705476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*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앞에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가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exist Off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하고 뒤에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On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사이의 갭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?</a:t>
            </a:r>
          </a:p>
        </p:txBody>
      </p:sp>
      <p:sp>
        <p:nvSpPr>
          <p:cNvPr id="528522" name="TextBox 528521"/>
          <p:cNvSpPr txBox="1"/>
          <p:nvPr/>
        </p:nvSpPr>
        <p:spPr>
          <a:xfrm>
            <a:off x="1529475" y="6021288"/>
            <a:ext cx="8864266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① </a:t>
            </a:r>
            <a:r>
              <a:rPr sz="853" b="1" dirty="0" err="1">
                <a:solidFill>
                  <a:srgbClr val="FF0000"/>
                </a:solidFill>
              </a:rPr>
              <a:t>방향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전환</a:t>
            </a:r>
            <a:r>
              <a:rPr sz="853" b="1" dirty="0">
                <a:solidFill>
                  <a:srgbClr val="FF0000"/>
                </a:solidFill>
              </a:rPr>
              <a:t> 시 </a:t>
            </a:r>
            <a:r>
              <a:rPr sz="853" b="1" dirty="0" err="1">
                <a:solidFill>
                  <a:srgbClr val="FF0000"/>
                </a:solidFill>
              </a:rPr>
              <a:t>반대방향</a:t>
            </a:r>
            <a:r>
              <a:rPr sz="853" b="1" dirty="0">
                <a:solidFill>
                  <a:srgbClr val="FF0000"/>
                </a:solidFill>
              </a:rPr>
              <a:t> Job </a:t>
            </a:r>
            <a:r>
              <a:rPr sz="853" b="1" dirty="0" err="1">
                <a:solidFill>
                  <a:srgbClr val="FF0000"/>
                </a:solidFill>
              </a:rPr>
              <a:t>유무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확인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가드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미구현</a:t>
            </a:r>
            <a:r>
              <a:rPr sz="853" b="1" dirty="0">
                <a:solidFill>
                  <a:srgbClr val="FF0000"/>
                </a:solidFill>
              </a:rPr>
              <a:t>(</a:t>
            </a:r>
            <a:r>
              <a:rPr sz="853" b="1" dirty="0" err="1">
                <a:solidFill>
                  <a:srgbClr val="FF0000"/>
                </a:solidFill>
              </a:rPr>
              <a:t>ECSDispatcher.cs</a:t>
            </a:r>
            <a:r>
              <a:rPr sz="853" b="1" dirty="0">
                <a:solidFill>
                  <a:srgbClr val="FF0000"/>
                </a:solidFill>
              </a:rPr>
              <a:t> — </a:t>
            </a:r>
            <a:r>
              <a:rPr sz="853" b="1" dirty="0" err="1">
                <a:solidFill>
                  <a:srgbClr val="FF0000"/>
                </a:solidFill>
              </a:rPr>
              <a:t>현재모드만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비교</a:t>
            </a:r>
            <a:r>
              <a:rPr sz="853" b="1" dirty="0">
                <a:solidFill>
                  <a:srgbClr val="FF0000"/>
                </a:solidFill>
              </a:rPr>
              <a:t> 후 </a:t>
            </a:r>
            <a:r>
              <a:rPr sz="853" b="1" dirty="0" err="1">
                <a:solidFill>
                  <a:srgbClr val="FF0000"/>
                </a:solidFill>
              </a:rPr>
              <a:t>즉시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전환</a:t>
            </a:r>
            <a:r>
              <a:rPr sz="853" b="1" dirty="0">
                <a:solidFill>
                  <a:srgbClr val="FF0000"/>
                </a:solidFill>
              </a:rPr>
              <a:t>) ② ECS </a:t>
            </a:r>
            <a:r>
              <a:rPr sz="853" b="1" dirty="0" err="1">
                <a:solidFill>
                  <a:srgbClr val="FF0000"/>
                </a:solidFill>
              </a:rPr>
              <a:t>판독주기</a:t>
            </a:r>
            <a:r>
              <a:rPr sz="853" b="1" dirty="0">
                <a:solidFill>
                  <a:srgbClr val="FF0000"/>
                </a:solidFill>
              </a:rPr>
              <a:t> 1초(</a:t>
            </a:r>
            <a:r>
              <a:rPr sz="853" b="1" dirty="0" err="1">
                <a:solidFill>
                  <a:srgbClr val="FF0000"/>
                </a:solidFill>
              </a:rPr>
              <a:t>문서</a:t>
            </a:r>
            <a:r>
              <a:rPr sz="853" b="1" dirty="0">
                <a:solidFill>
                  <a:srgbClr val="FF0000"/>
                </a:solidFill>
              </a:rPr>
              <a:t> 0.5초와 </a:t>
            </a:r>
            <a:r>
              <a:rPr sz="853" b="1" dirty="0" err="1">
                <a:solidFill>
                  <a:srgbClr val="FF0000"/>
                </a:solidFill>
              </a:rPr>
              <a:t>불일치</a:t>
            </a:r>
            <a:r>
              <a:rPr sz="853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759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Text Box 2">
            <a:extLst>
              <a:ext uri="{FF2B5EF4-FFF2-40B4-BE49-F238E27FC236}">
                <a16:creationId xmlns:a16="http://schemas.microsoft.com/office/drawing/2014/main" id="{2B7C0813-D88D-9ED1-AA5B-8E70DE8C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6960239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입출고대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#22 → #21, C/V #11)</a:t>
            </a:r>
          </a:p>
        </p:txBody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04EEBF1C-AC5F-B634-9241-282604E27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0436" name="Rectangle 4">
            <a:extLst>
              <a:ext uri="{FF2B5EF4-FFF2-40B4-BE49-F238E27FC236}">
                <a16:creationId xmlns:a16="http://schemas.microsoft.com/office/drawing/2014/main" id="{547A2827-CFFA-762C-6F45-EE390FD5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0437" name="Rectangle 5">
            <a:extLst>
              <a:ext uri="{FF2B5EF4-FFF2-40B4-BE49-F238E27FC236}">
                <a16:creationId xmlns:a16="http://schemas.microsoft.com/office/drawing/2014/main" id="{37D57082-40F4-9130-DDAD-37885B60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0438" name="Group 6">
            <a:extLst>
              <a:ext uri="{FF2B5EF4-FFF2-40B4-BE49-F238E27FC236}">
                <a16:creationId xmlns:a16="http://schemas.microsoft.com/office/drawing/2014/main" id="{C2EDE718-4EA5-1EDF-53A5-66289DEB01CA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0439" name="Line 7">
              <a:extLst>
                <a:ext uri="{FF2B5EF4-FFF2-40B4-BE49-F238E27FC236}">
                  <a16:creationId xmlns:a16="http://schemas.microsoft.com/office/drawing/2014/main" id="{3CD8C766-A727-E2D5-228F-A856D5295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0440" name="Line 8">
              <a:extLst>
                <a:ext uri="{FF2B5EF4-FFF2-40B4-BE49-F238E27FC236}">
                  <a16:creationId xmlns:a16="http://schemas.microsoft.com/office/drawing/2014/main" id="{38FE1572-916A-615E-91ED-1BBFF9C8A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grpSp>
        <p:nvGrpSpPr>
          <p:cNvPr id="530442" name="Group 10">
            <a:extLst>
              <a:ext uri="{FF2B5EF4-FFF2-40B4-BE49-F238E27FC236}">
                <a16:creationId xmlns:a16="http://schemas.microsoft.com/office/drawing/2014/main" id="{15A28284-6F32-F818-46D9-8F79A99BCFC4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30443" name="Rectangle 11">
              <a:extLst>
                <a:ext uri="{FF2B5EF4-FFF2-40B4-BE49-F238E27FC236}">
                  <a16:creationId xmlns:a16="http://schemas.microsoft.com/office/drawing/2014/main" id="{1DCD6BE7-C65D-5C34-9EF6-B22AD80AD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0444" name="Rectangle 12">
              <a:extLst>
                <a:ext uri="{FF2B5EF4-FFF2-40B4-BE49-F238E27FC236}">
                  <a16:creationId xmlns:a16="http://schemas.microsoft.com/office/drawing/2014/main" id="{056431AF-42FB-8B8E-7D1C-38BE37C91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0445" name="AutoShape 13">
            <a:extLst>
              <a:ext uri="{FF2B5EF4-FFF2-40B4-BE49-F238E27FC236}">
                <a16:creationId xmlns:a16="http://schemas.microsoft.com/office/drawing/2014/main" id="{206BF3B9-1BD3-3DB6-0671-E199C822F5B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05499" y="56097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0446" name="Text Box 14">
            <a:extLst>
              <a:ext uri="{FF2B5EF4-FFF2-40B4-BE49-F238E27FC236}">
                <a16:creationId xmlns:a16="http://schemas.microsoft.com/office/drawing/2014/main" id="{880218A2-7853-5529-A503-0102D7C72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#11</a:t>
            </a:r>
          </a:p>
        </p:txBody>
      </p:sp>
      <p:sp>
        <p:nvSpPr>
          <p:cNvPr id="530447" name="Line 15">
            <a:extLst>
              <a:ext uri="{FF2B5EF4-FFF2-40B4-BE49-F238E27FC236}">
                <a16:creationId xmlns:a16="http://schemas.microsoft.com/office/drawing/2014/main" id="{CE33FA4D-F6A4-B837-3A21-9FD9D16B0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0486" name="Text Box 54">
            <a:extLst>
              <a:ext uri="{FF2B5EF4-FFF2-40B4-BE49-F238E27FC236}">
                <a16:creationId xmlns:a16="http://schemas.microsoft.com/office/drawing/2014/main" id="{F75C792E-655E-4FF0-8964-9A4757CCB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0487" name="Text Box 55">
            <a:extLst>
              <a:ext uri="{FF2B5EF4-FFF2-40B4-BE49-F238E27FC236}">
                <a16:creationId xmlns:a16="http://schemas.microsoft.com/office/drawing/2014/main" id="{5827740E-48AD-256F-1FB4-98D0B24D1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0488" name="Text Box 56">
            <a:extLst>
              <a:ext uri="{FF2B5EF4-FFF2-40B4-BE49-F238E27FC236}">
                <a16:creationId xmlns:a16="http://schemas.microsoft.com/office/drawing/2014/main" id="{7D364425-BC68-3D88-88F7-D2CBAE14F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0489" name="Line 57">
            <a:extLst>
              <a:ext uri="{FF2B5EF4-FFF2-40B4-BE49-F238E27FC236}">
                <a16:creationId xmlns:a16="http://schemas.microsoft.com/office/drawing/2014/main" id="{E90FB379-1865-8206-43B7-56ED0F181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490" name="Text Box 58">
            <a:extLst>
              <a:ext uri="{FF2B5EF4-FFF2-40B4-BE49-F238E27FC236}">
                <a16:creationId xmlns:a16="http://schemas.microsoft.com/office/drawing/2014/main" id="{64DC32CA-F7BE-709E-01C7-B28DD3B8E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%MX577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0491" name="Text Box 59">
            <a:extLst>
              <a:ext uri="{FF2B5EF4-FFF2-40B4-BE49-F238E27FC236}">
                <a16:creationId xmlns:a16="http://schemas.microsoft.com/office/drawing/2014/main" id="{DAF282CA-91B2-8983-D821-608BBB554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0492" name="Line 60">
            <a:extLst>
              <a:ext uri="{FF2B5EF4-FFF2-40B4-BE49-F238E27FC236}">
                <a16:creationId xmlns:a16="http://schemas.microsoft.com/office/drawing/2014/main" id="{C9C357B6-CDBA-4DC9-C098-771150C94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493" name="Text Box 61">
            <a:extLst>
              <a:ext uri="{FF2B5EF4-FFF2-40B4-BE49-F238E27FC236}">
                <a16:creationId xmlns:a16="http://schemas.microsoft.com/office/drawing/2014/main" id="{E1E14050-0C21-8BF5-5B0D-D9B8A2528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122" y="3387171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0494" name="Text Box 62">
            <a:extLst>
              <a:ext uri="{FF2B5EF4-FFF2-40B4-BE49-F238E27FC236}">
                <a16:creationId xmlns:a16="http://schemas.microsoft.com/office/drawing/2014/main" id="{AF3AC0BC-01E2-AD57-1D0A-84A870615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0495" name="Line 63">
            <a:extLst>
              <a:ext uri="{FF2B5EF4-FFF2-40B4-BE49-F238E27FC236}">
                <a16:creationId xmlns:a16="http://schemas.microsoft.com/office/drawing/2014/main" id="{249EF0F3-526D-D649-D53B-AC0288BBB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496" name="Text Box 64">
            <a:extLst>
              <a:ext uri="{FF2B5EF4-FFF2-40B4-BE49-F238E27FC236}">
                <a16:creationId xmlns:a16="http://schemas.microsoft.com/office/drawing/2014/main" id="{1452DF4A-B032-AD17-30FF-4B3EBB1E7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660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%MX1441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0497" name="Text Box 65">
            <a:extLst>
              <a:ext uri="{FF2B5EF4-FFF2-40B4-BE49-F238E27FC236}">
                <a16:creationId xmlns:a16="http://schemas.microsoft.com/office/drawing/2014/main" id="{63631F95-13A6-B064-34F0-85DA2E04A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0498" name="Text Box 66">
            <a:extLst>
              <a:ext uri="{FF2B5EF4-FFF2-40B4-BE49-F238E27FC236}">
                <a16:creationId xmlns:a16="http://schemas.microsoft.com/office/drawing/2014/main" id="{22B96FA7-00AD-CBFB-A872-2A84DDF2E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#21</a:t>
            </a:r>
          </a:p>
        </p:txBody>
      </p:sp>
      <p:sp>
        <p:nvSpPr>
          <p:cNvPr id="530499" name="Line 67">
            <a:extLst>
              <a:ext uri="{FF2B5EF4-FFF2-40B4-BE49-F238E27FC236}">
                <a16:creationId xmlns:a16="http://schemas.microsoft.com/office/drawing/2014/main" id="{0F893E72-362F-98A1-34C6-F23A4045B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0" name="Text Box 68">
            <a:extLst>
              <a:ext uri="{FF2B5EF4-FFF2-40B4-BE49-F238E27FC236}">
                <a16:creationId xmlns:a16="http://schemas.microsoft.com/office/drawing/2014/main" id="{D7840867-02A4-39D4-ABB1-C72817384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658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%MX592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0501" name="Line 69">
            <a:extLst>
              <a:ext uri="{FF2B5EF4-FFF2-40B4-BE49-F238E27FC236}">
                <a16:creationId xmlns:a16="http://schemas.microsoft.com/office/drawing/2014/main" id="{AA9C4FE5-68BB-4BD3-744D-61DCF68BA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2" name="Text Box 70">
            <a:extLst>
              <a:ext uri="{FF2B5EF4-FFF2-40B4-BE49-F238E27FC236}">
                <a16:creationId xmlns:a16="http://schemas.microsoft.com/office/drawing/2014/main" id="{9765759D-780D-D676-A160-3F838887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658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%MX582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0503" name="Text Box 71">
            <a:extLst>
              <a:ext uri="{FF2B5EF4-FFF2-40B4-BE49-F238E27FC236}">
                <a16:creationId xmlns:a16="http://schemas.microsoft.com/office/drawing/2014/main" id="{5B56F8C1-7139-C710-CF70-C65C63B3D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0504" name="Text Box 72">
            <a:extLst>
              <a:ext uri="{FF2B5EF4-FFF2-40B4-BE49-F238E27FC236}">
                <a16:creationId xmlns:a16="http://schemas.microsoft.com/office/drawing/2014/main" id="{9C08B830-EEE5-29DE-7155-971796EE1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%MX577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0505" name="Text Box 73">
            <a:extLst>
              <a:ext uri="{FF2B5EF4-FFF2-40B4-BE49-F238E27FC236}">
                <a16:creationId xmlns:a16="http://schemas.microsoft.com/office/drawing/2014/main" id="{CEAAFAC0-883D-66BB-CC55-1056F5FB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0506" name="Line 74">
            <a:extLst>
              <a:ext uri="{FF2B5EF4-FFF2-40B4-BE49-F238E27FC236}">
                <a16:creationId xmlns:a16="http://schemas.microsoft.com/office/drawing/2014/main" id="{C2356E9E-DB02-50E0-6F49-E915C22D0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7" name="Freeform 75">
            <a:extLst>
              <a:ext uri="{FF2B5EF4-FFF2-40B4-BE49-F238E27FC236}">
                <a16:creationId xmlns:a16="http://schemas.microsoft.com/office/drawing/2014/main" id="{4DEA4E77-8E37-836E-0783-669F859332C1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8" name="AutoShape 76">
            <a:extLst>
              <a:ext uri="{FF2B5EF4-FFF2-40B4-BE49-F238E27FC236}">
                <a16:creationId xmlns:a16="http://schemas.microsoft.com/office/drawing/2014/main" id="{DD2FD42B-9B33-9676-00EB-B5E2DEAB3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(R0100~R0101 %RB200~%RB202)</a:t>
            </a:r>
          </a:p>
        </p:txBody>
      </p:sp>
      <p:sp>
        <p:nvSpPr>
          <p:cNvPr id="530509" name="Line 77">
            <a:extLst>
              <a:ext uri="{FF2B5EF4-FFF2-40B4-BE49-F238E27FC236}">
                <a16:creationId xmlns:a16="http://schemas.microsoft.com/office/drawing/2014/main" id="{41D94438-CFE3-4350-7DF4-E047B9D07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10" name="Text Box 78">
            <a:extLst>
              <a:ext uri="{FF2B5EF4-FFF2-40B4-BE49-F238E27FC236}">
                <a16:creationId xmlns:a16="http://schemas.microsoft.com/office/drawing/2014/main" id="{5DABA05D-22C3-A1CA-B563-5B9BAA86D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%MX582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0511" name="Text Box 79">
            <a:extLst>
              <a:ext uri="{FF2B5EF4-FFF2-40B4-BE49-F238E27FC236}">
                <a16:creationId xmlns:a16="http://schemas.microsoft.com/office/drawing/2014/main" id="{5B7384F9-92C6-8A82-D404-4D46611CF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0512" name="Text Box 80">
            <a:extLst>
              <a:ext uri="{FF2B5EF4-FFF2-40B4-BE49-F238E27FC236}">
                <a16:creationId xmlns:a16="http://schemas.microsoft.com/office/drawing/2014/main" id="{E67F343D-645B-22E8-6F23-E0B2E3A6C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4269" y="2815389"/>
            <a:ext cx="1705476" cy="617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Tx/>
              <a:buChar char="•"/>
            </a:pP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최종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Unload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시점에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R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영역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Data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삭제는 누가 하는가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?</a:t>
            </a:r>
          </a:p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 Tracking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영역 삭제는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PLC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쪽에서 처리해주면 됨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.</a:t>
            </a:r>
            <a:endParaRPr lang="en-US" altLang="ko-KR" sz="758">
              <a:solidFill>
                <a:srgbClr val="000099"/>
              </a:solidFill>
              <a:latin typeface="Tahoma" panose="020B0604030504040204" pitchFamily="34" charset="0"/>
              <a:ea typeface="돋움체" panose="020B0609000101010101" pitchFamily="49" charset="-127"/>
            </a:endParaRPr>
          </a:p>
        </p:txBody>
      </p:sp>
      <p:sp>
        <p:nvSpPr>
          <p:cNvPr id="530513" name="TextBox 530512"/>
          <p:cNvSpPr txBox="1"/>
          <p:nvPr/>
        </p:nvSpPr>
        <p:spPr>
          <a:xfrm>
            <a:off x="1530016" y="6157724"/>
            <a:ext cx="8229600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</a:t>
            </a:r>
            <a:r>
              <a:rPr sz="853" b="1" dirty="0" err="1">
                <a:solidFill>
                  <a:srgbClr val="FF0000"/>
                </a:solidFill>
              </a:rPr>
              <a:t>ECS는</a:t>
            </a:r>
            <a:r>
              <a:rPr sz="853" b="1" dirty="0">
                <a:solidFill>
                  <a:srgbClr val="FF0000"/>
                </a:solidFill>
              </a:rPr>
              <a:t> Complete OFF </a:t>
            </a:r>
            <a:r>
              <a:rPr sz="853" b="1" dirty="0" err="1">
                <a:solidFill>
                  <a:srgbClr val="FF0000"/>
                </a:solidFill>
              </a:rPr>
              <a:t>수신</a:t>
            </a:r>
            <a:r>
              <a:rPr sz="853" b="1" dirty="0">
                <a:solidFill>
                  <a:srgbClr val="FF0000"/>
                </a:solidFill>
              </a:rPr>
              <a:t> 시 Ack OFF </a:t>
            </a:r>
            <a:r>
              <a:rPr sz="853" b="1" dirty="0" err="1">
                <a:solidFill>
                  <a:srgbClr val="FF0000"/>
                </a:solidFill>
              </a:rPr>
              <a:t>처리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없음</a:t>
            </a:r>
            <a:r>
              <a:rPr sz="853" b="1" dirty="0">
                <a:solidFill>
                  <a:srgbClr val="FF0000"/>
                </a:solidFill>
              </a:rPr>
              <a:t> — Ack </a:t>
            </a:r>
            <a:r>
              <a:rPr sz="853" b="1" dirty="0" err="1">
                <a:solidFill>
                  <a:srgbClr val="FF0000"/>
                </a:solidFill>
              </a:rPr>
              <a:t>리셋은</a:t>
            </a:r>
            <a:r>
              <a:rPr sz="853" b="1" dirty="0">
                <a:solidFill>
                  <a:srgbClr val="FF0000"/>
                </a:solidFill>
              </a:rPr>
              <a:t> PLC </a:t>
            </a:r>
            <a:r>
              <a:rPr sz="853" b="1" dirty="0" err="1">
                <a:solidFill>
                  <a:srgbClr val="FF0000"/>
                </a:solidFill>
              </a:rPr>
              <a:t>래더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담당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전제</a:t>
            </a:r>
            <a:r>
              <a:rPr sz="853" b="1" dirty="0">
                <a:solidFill>
                  <a:srgbClr val="FF0000"/>
                </a:solidFill>
              </a:rPr>
              <a:t> (</a:t>
            </a:r>
            <a:r>
              <a:rPr sz="853" b="1" dirty="0" err="1">
                <a:solidFill>
                  <a:srgbClr val="FF0000"/>
                </a:solidFill>
              </a:rPr>
              <a:t>Conveyor.cs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OnUnload</a:t>
            </a:r>
            <a:r>
              <a:rPr sz="853" b="1" dirty="0">
                <a:solidFill>
                  <a:srgbClr val="FF0000"/>
                </a:solidFill>
              </a:rPr>
              <a:t>/</a:t>
            </a:r>
            <a:r>
              <a:rPr sz="853" b="1" dirty="0" err="1">
                <a:solidFill>
                  <a:srgbClr val="FF0000"/>
                </a:solidFill>
              </a:rPr>
              <a:t>LoadComplete</a:t>
            </a:r>
            <a:r>
              <a:rPr sz="853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6376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#21 → C/V #2 #3)</a:t>
            </a:r>
          </a:p>
        </p:txBody>
      </p:sp>
      <p:sp>
        <p:nvSpPr>
          <p:cNvPr id="535606" name="AutoShape 54">
            <a:extLst>
              <a:ext uri="{FF2B5EF4-FFF2-40B4-BE49-F238E27FC236}">
                <a16:creationId xmlns:a16="http://schemas.microsoft.com/office/drawing/2014/main" id="{50EBBCE3-AB51-261A-1268-ED2501E1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9" y="2242386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826" y="949654"/>
            <a:ext cx="2859644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D0370(%DW848)=00/00/21,  To : D0373(%DW851)=00/00/03,</a:t>
            </a:r>
          </a:p>
          <a:p>
            <a:r>
              <a:rPr lang="en-US" sz="1705">
                <a:solidFill/>
                <a:latin typeface="Times New Roman"/>
              </a:rPr>
              <a:t>Job No : D0376(%DW854)=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35619" name="Group 67">
            <a:extLst>
              <a:ext uri="{FF2B5EF4-FFF2-40B4-BE49-F238E27FC236}">
                <a16:creationId xmlns:a16="http://schemas.microsoft.com/office/drawing/2014/main" id="{EDD0A87F-B2AD-A96E-5780-5AA9F4481081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5620" name="Rectangle 68">
              <a:extLst>
                <a:ext uri="{FF2B5EF4-FFF2-40B4-BE49-F238E27FC236}">
                  <a16:creationId xmlns:a16="http://schemas.microsoft.com/office/drawing/2014/main" id="{D214D6ED-62AC-17AB-5032-3ED04665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5621" name="Rectangle 69">
              <a:extLst>
                <a:ext uri="{FF2B5EF4-FFF2-40B4-BE49-F238E27FC236}">
                  <a16:creationId xmlns:a16="http://schemas.microsoft.com/office/drawing/2014/main" id="{EE95829E-086C-F087-0308-D9211A16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5622" name="Group 70">
            <a:extLst>
              <a:ext uri="{FF2B5EF4-FFF2-40B4-BE49-F238E27FC236}">
                <a16:creationId xmlns:a16="http://schemas.microsoft.com/office/drawing/2014/main" id="{C8208F65-F3BF-D341-D040-CB38E56E426F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5623" name="Rectangle 71">
              <a:extLst>
                <a:ext uri="{FF2B5EF4-FFF2-40B4-BE49-F238E27FC236}">
                  <a16:creationId xmlns:a16="http://schemas.microsoft.com/office/drawing/2014/main" id="{5FE08C84-5404-044B-5082-B49FE72BB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5624" name="Rectangle 72">
              <a:extLst>
                <a:ext uri="{FF2B5EF4-FFF2-40B4-BE49-F238E27FC236}">
                  <a16:creationId xmlns:a16="http://schemas.microsoft.com/office/drawing/2014/main" id="{E6B73301-4C20-BDF4-B0CF-63051A2E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5625" name="Line 73">
            <a:extLst>
              <a:ext uri="{FF2B5EF4-FFF2-40B4-BE49-F238E27FC236}">
                <a16:creationId xmlns:a16="http://schemas.microsoft.com/office/drawing/2014/main" id="{F91AF9D7-017D-82FB-0FF6-83D0ACFCE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6" name="Line 74">
            <a:extLst>
              <a:ext uri="{FF2B5EF4-FFF2-40B4-BE49-F238E27FC236}">
                <a16:creationId xmlns:a16="http://schemas.microsoft.com/office/drawing/2014/main" id="{BCEE5132-A061-19EC-6BEC-E0F6F24E1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7" name="Line 75">
            <a:extLst>
              <a:ext uri="{FF2B5EF4-FFF2-40B4-BE49-F238E27FC236}">
                <a16:creationId xmlns:a16="http://schemas.microsoft.com/office/drawing/2014/main" id="{DF39DCCB-1F40-E181-CB8D-C1003304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8" name="Line 76">
            <a:extLst>
              <a:ext uri="{FF2B5EF4-FFF2-40B4-BE49-F238E27FC236}">
                <a16:creationId xmlns:a16="http://schemas.microsoft.com/office/drawing/2014/main" id="{458BD7A7-1C5F-0FBF-8F9E-B0F6001FD1B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156458"/>
            <a:ext cx="2237874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RGV (R0310~ R0311 %RB620~%RB622)</a:t>
            </a: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6365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65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4" y="4689308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: #21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#3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으로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dirty="0">
                <a:solidFill>
                  <a:srgbClr val="7030A0"/>
                </a:solidFill>
              </a:rPr>
              <a:t>%DW336 → %DB672  (336×2=672)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582D0-8878-988F-D004-98CBCD2C35A2}"/>
              </a:ext>
            </a:extLst>
          </p:cNvPr>
          <p:cNvSpPr txBox="1"/>
          <p:nvPr/>
        </p:nvSpPr>
        <p:spPr>
          <a:xfrm>
            <a:off x="1794710" y="5630779"/>
            <a:ext cx="7700211" cy="2235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</a:t>
            </a:r>
            <a:r>
              <a:rPr lang="ko-KR" altLang="en-US" sz="853">
                <a:solidFill>
                  <a:srgbClr val="00008B"/>
                </a:solidFill>
              </a:rPr>
              <a:t>구표기 </a:t>
            </a:r>
            <a:r>
              <a:rPr lang="en-US" altLang="ko-KR" sz="853">
                <a:solidFill>
                  <a:srgbClr val="00008B"/>
                </a:solidFill>
              </a:rPr>
              <a:t>D0530 → D0370 </a:t>
            </a:r>
            <a:r>
              <a:rPr lang="ko-KR" altLang="en-US" sz="853">
                <a:solidFill>
                  <a:srgbClr val="00008B"/>
                </a:solidFill>
              </a:rPr>
              <a:t>정정 </a:t>
            </a:r>
            <a:r>
              <a:rPr lang="en-US" altLang="ko-KR" sz="853">
                <a:solidFill>
                  <a:srgbClr val="00008B"/>
                </a:solidFill>
              </a:rPr>
              <a:t>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RGV#1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D0370).  To = 00/00/03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#3 (RGV</a:t>
            </a:r>
            <a:r>
              <a:rPr lang="ko-KR" altLang="en-US" sz="853">
                <a:solidFill>
                  <a:srgbClr val="00008B"/>
                </a:solidFill>
              </a:rPr>
              <a:t>측 포트</a:t>
            </a:r>
            <a:r>
              <a:rPr lang="en-US" altLang="ko-KR" sz="853">
                <a:solidFill>
                  <a:srgbClr val="00008B"/>
                </a:solidFill>
              </a:rPr>
              <a:t>)</a:t>
            </a:r>
            <a:endParaRPr lang="ko-KR" altLang="en-US" sz="853">
              <a:solidFill>
                <a:srgbClr val="000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22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#21 → C/V #2 #3)</a:t>
            </a:r>
          </a:p>
        </p:txBody>
      </p:sp>
      <p:sp>
        <p:nvSpPr>
          <p:cNvPr id="537609" name="AutoShape 9">
            <a:extLst>
              <a:ext uri="{FF2B5EF4-FFF2-40B4-BE49-F238E27FC236}">
                <a16:creationId xmlns:a16="http://schemas.microsoft.com/office/drawing/2014/main" id="{76D78DA2-FBA0-DEB7-9640-ADB80AEF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grpSp>
        <p:nvGrpSpPr>
          <p:cNvPr id="537621" name="Group 21">
            <a:extLst>
              <a:ext uri="{FF2B5EF4-FFF2-40B4-BE49-F238E27FC236}">
                <a16:creationId xmlns:a16="http://schemas.microsoft.com/office/drawing/2014/main" id="{0079F24D-CCAE-8112-2904-2EE8C4CA51E5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7622" name="Rectangle 22">
              <a:extLst>
                <a:ext uri="{FF2B5EF4-FFF2-40B4-BE49-F238E27FC236}">
                  <a16:creationId xmlns:a16="http://schemas.microsoft.com/office/drawing/2014/main" id="{3C80D141-4037-9601-CE1F-C5853561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7623" name="Rectangle 23">
              <a:extLst>
                <a:ext uri="{FF2B5EF4-FFF2-40B4-BE49-F238E27FC236}">
                  <a16:creationId xmlns:a16="http://schemas.microsoft.com/office/drawing/2014/main" id="{3C7D0217-21BB-5EB5-396B-C286A8295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7624" name="Group 24">
            <a:extLst>
              <a:ext uri="{FF2B5EF4-FFF2-40B4-BE49-F238E27FC236}">
                <a16:creationId xmlns:a16="http://schemas.microsoft.com/office/drawing/2014/main" id="{ACBA2464-EDB0-24F1-9A40-68059AD21EA5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7625" name="Rectangle 25">
              <a:extLst>
                <a:ext uri="{FF2B5EF4-FFF2-40B4-BE49-F238E27FC236}">
                  <a16:creationId xmlns:a16="http://schemas.microsoft.com/office/drawing/2014/main" id="{CE75508B-E449-C65C-2BF4-C8163866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7626" name="Rectangle 26">
              <a:extLst>
                <a:ext uri="{FF2B5EF4-FFF2-40B4-BE49-F238E27FC236}">
                  <a16:creationId xmlns:a16="http://schemas.microsoft.com/office/drawing/2014/main" id="{C5383EA5-DA13-DBA0-B3B0-136EC602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7627" name="Line 27">
            <a:extLst>
              <a:ext uri="{FF2B5EF4-FFF2-40B4-BE49-F238E27FC236}">
                <a16:creationId xmlns:a16="http://schemas.microsoft.com/office/drawing/2014/main" id="{AE2EB6B0-997D-9FF1-072C-8B5B5FEC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28" name="Line 28">
            <a:extLst>
              <a:ext uri="{FF2B5EF4-FFF2-40B4-BE49-F238E27FC236}">
                <a16:creationId xmlns:a16="http://schemas.microsoft.com/office/drawing/2014/main" id="{7C92B76D-375C-5FB2-E3B6-CE995C6D6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29" name="Line 29">
            <a:extLst>
              <a:ext uri="{FF2B5EF4-FFF2-40B4-BE49-F238E27FC236}">
                <a16:creationId xmlns:a16="http://schemas.microsoft.com/office/drawing/2014/main" id="{5F2259FC-FF5C-9C2D-9125-3CC6EC65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30" name="Line 30">
            <a:extLst>
              <a:ext uri="{FF2B5EF4-FFF2-40B4-BE49-F238E27FC236}">
                <a16:creationId xmlns:a16="http://schemas.microsoft.com/office/drawing/2014/main" id="{9C2F4F4C-B542-C782-334A-526A805031C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1" y="1491916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1" y="2322095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45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M101.2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2"/>
            <a:ext cx="675422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S/C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경우는 경로 및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Location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정보가 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 사용하는 것이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다름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2550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M101.5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131219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9"/>
            <a:ext cx="12972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M101.5 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2"/>
            <a:ext cx="9068379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Transfer Complete Ack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(RGV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B0650~B0654)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RGV </a:t>
            </a:r>
            <a:r>
              <a:rPr lang="ko-KR" altLang="en-US" sz="1705" b="1">
                <a:solidFill>
                  <a:srgbClr val="FF0000"/>
                </a:solidFill>
              </a:rPr>
              <a:t>가 </a:t>
            </a:r>
            <a:r>
              <a:rPr lang="en-US" altLang="ko-KR" sz="1705" b="1">
                <a:solidFill>
                  <a:srgbClr val="FF0000"/>
                </a:solidFill>
              </a:rPr>
              <a:t>C/V #2 </a:t>
            </a:r>
            <a:r>
              <a:rPr lang="ko-KR" altLang="en-US" sz="1705" b="1">
                <a:solidFill>
                  <a:srgbClr val="FF0000"/>
                </a:solidFill>
              </a:rPr>
              <a:t>의 </a:t>
            </a:r>
            <a:r>
              <a:rPr lang="en-US" altLang="ko-KR" sz="1705" b="1">
                <a:solidFill>
                  <a:srgbClr val="FF0000"/>
                </a:solidFill>
              </a:rPr>
              <a:t>#3 </a:t>
            </a:r>
            <a:r>
              <a:rPr lang="ko-KR" altLang="en-US" sz="1705" b="1">
                <a:solidFill>
                  <a:srgbClr val="FF0000"/>
                </a:solidFill>
              </a:rPr>
              <a:t>에 </a:t>
            </a:r>
            <a:r>
              <a:rPr lang="en-US" altLang="ko-KR" sz="1705" b="1">
                <a:solidFill>
                  <a:srgbClr val="FF0000"/>
                </a:solidFill>
              </a:rPr>
              <a:t>Unload </a:t>
            </a:r>
            <a:r>
              <a:rPr lang="ko-KR" altLang="en-US" sz="1705" b="1">
                <a:solidFill>
                  <a:srgbClr val="FF0000"/>
                </a:solidFill>
              </a:rPr>
              <a:t>완료 → ③ 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시나리오로 이어짐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70358EC2-9C3C-A999-49BB-4F1FF1EB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08" name="Rectangle 4">
            <a:extLst>
              <a:ext uri="{FF2B5EF4-FFF2-40B4-BE49-F238E27FC236}">
                <a16:creationId xmlns:a16="http://schemas.microsoft.com/office/drawing/2014/main" id="{92B687CB-54D0-7773-E019-50D41CEC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3509" name="Rectangle 5">
            <a:extLst>
              <a:ext uri="{FF2B5EF4-FFF2-40B4-BE49-F238E27FC236}">
                <a16:creationId xmlns:a16="http://schemas.microsoft.com/office/drawing/2014/main" id="{43630144-3C1E-E674-54B5-BF2E18C8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3510" name="Group 6">
            <a:extLst>
              <a:ext uri="{FF2B5EF4-FFF2-40B4-BE49-F238E27FC236}">
                <a16:creationId xmlns:a16="http://schemas.microsoft.com/office/drawing/2014/main" id="{4E756539-EF8C-98BB-241B-D0F1DFFE1E82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3511" name="Line 7">
              <a:extLst>
                <a:ext uri="{FF2B5EF4-FFF2-40B4-BE49-F238E27FC236}">
                  <a16:creationId xmlns:a16="http://schemas.microsoft.com/office/drawing/2014/main" id="{3159E9B0-F220-CEC6-7438-037081DE6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3512" name="Line 8">
              <a:extLst>
                <a:ext uri="{FF2B5EF4-FFF2-40B4-BE49-F238E27FC236}">
                  <a16:creationId xmlns:a16="http://schemas.microsoft.com/office/drawing/2014/main" id="{69690E59-4381-9EFC-6D40-87F75C70A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3518" name="Text Box 14">
            <a:extLst>
              <a:ext uri="{FF2B5EF4-FFF2-40B4-BE49-F238E27FC236}">
                <a16:creationId xmlns:a16="http://schemas.microsoft.com/office/drawing/2014/main" id="{1006973E-B449-2464-BDF6-6DC14C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3557" name="Text Box 53">
            <a:extLst>
              <a:ext uri="{FF2B5EF4-FFF2-40B4-BE49-F238E27FC236}">
                <a16:creationId xmlns:a16="http://schemas.microsoft.com/office/drawing/2014/main" id="{C4853A32-0593-E41D-42BC-92E96AC2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3558" name="Group 54">
            <a:extLst>
              <a:ext uri="{FF2B5EF4-FFF2-40B4-BE49-F238E27FC236}">
                <a16:creationId xmlns:a16="http://schemas.microsoft.com/office/drawing/2014/main" id="{14B761EB-8FFA-0FB3-A032-B413EA05E199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3559" name="Rectangle 55">
              <a:extLst>
                <a:ext uri="{FF2B5EF4-FFF2-40B4-BE49-F238E27FC236}">
                  <a16:creationId xmlns:a16="http://schemas.microsoft.com/office/drawing/2014/main" id="{C79A217C-60DC-7F5C-089C-331BA13C5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3560" name="Rectangle 56">
              <a:extLst>
                <a:ext uri="{FF2B5EF4-FFF2-40B4-BE49-F238E27FC236}">
                  <a16:creationId xmlns:a16="http://schemas.microsoft.com/office/drawing/2014/main" id="{09CFD69E-6B34-B7D1-204C-34E5A15B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3561" name="AutoShape 57">
            <a:extLst>
              <a:ext uri="{FF2B5EF4-FFF2-40B4-BE49-F238E27FC236}">
                <a16:creationId xmlns:a16="http://schemas.microsoft.com/office/drawing/2014/main" id="{0529F277-C4EB-F2FB-D087-D3FD6BDE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899" y="107532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2" name="AutoShape 58">
            <a:extLst>
              <a:ext uri="{FF2B5EF4-FFF2-40B4-BE49-F238E27FC236}">
                <a16:creationId xmlns:a16="http://schemas.microsoft.com/office/drawing/2014/main" id="{F1B9359C-06A6-1290-3687-7D2699E753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57347" y="583531"/>
            <a:ext cx="169947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3" name="Text Box 59">
            <a:extLst>
              <a:ext uri="{FF2B5EF4-FFF2-40B4-BE49-F238E27FC236}">
                <a16:creationId xmlns:a16="http://schemas.microsoft.com/office/drawing/2014/main" id="{D7AAD8FB-94FA-D6FD-1835-405BD604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9564" y="1245268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3564" name="Text Box 60">
            <a:extLst>
              <a:ext uri="{FF2B5EF4-FFF2-40B4-BE49-F238E27FC236}">
                <a16:creationId xmlns:a16="http://schemas.microsoft.com/office/drawing/2014/main" id="{B7B98C2E-28BE-BFCA-1284-A0EF269E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740427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#3 → #4 → S/C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3565" name="Text Box 61">
            <a:extLst>
              <a:ext uri="{FF2B5EF4-FFF2-40B4-BE49-F238E27FC236}">
                <a16:creationId xmlns:a16="http://schemas.microsoft.com/office/drawing/2014/main" id="{C8809712-4046-4CE6-9D3A-11ADA50AA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3566" name="Text Box 62">
            <a:extLst>
              <a:ext uri="{FF2B5EF4-FFF2-40B4-BE49-F238E27FC236}">
                <a16:creationId xmlns:a16="http://schemas.microsoft.com/office/drawing/2014/main" id="{2BFDF2E9-C815-54C5-7EA4-91107782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67" name="Line 63">
            <a:extLst>
              <a:ext uri="{FF2B5EF4-FFF2-40B4-BE49-F238E27FC236}">
                <a16:creationId xmlns:a16="http://schemas.microsoft.com/office/drawing/2014/main" id="{384994EE-2198-B38A-A793-D3C5FF79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68" name="Text Box 64">
            <a:extLst>
              <a:ext uri="{FF2B5EF4-FFF2-40B4-BE49-F238E27FC236}">
                <a16:creationId xmlns:a16="http://schemas.microsoft.com/office/drawing/2014/main" id="{4B8DB408-473A-6C67-77E6-4909B9C9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69" name="Line 65">
            <a:extLst>
              <a:ext uri="{FF2B5EF4-FFF2-40B4-BE49-F238E27FC236}">
                <a16:creationId xmlns:a16="http://schemas.microsoft.com/office/drawing/2014/main" id="{8F70801C-F297-4E43-C112-2F30AC78F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0" name="Text Box 66">
            <a:extLst>
              <a:ext uri="{FF2B5EF4-FFF2-40B4-BE49-F238E27FC236}">
                <a16:creationId xmlns:a16="http://schemas.microsoft.com/office/drawing/2014/main" id="{8F07FB36-F688-F62A-3DB4-592DD35D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71" name="Text Box 67">
            <a:extLst>
              <a:ext uri="{FF2B5EF4-FFF2-40B4-BE49-F238E27FC236}">
                <a16:creationId xmlns:a16="http://schemas.microsoft.com/office/drawing/2014/main" id="{81D63802-4352-4620-763B-34BF0F56F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3572" name="Line 68">
            <a:extLst>
              <a:ext uri="{FF2B5EF4-FFF2-40B4-BE49-F238E27FC236}">
                <a16:creationId xmlns:a16="http://schemas.microsoft.com/office/drawing/2014/main" id="{C47FBE3B-F4A7-4263-3BD0-DF9959B9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3" name="Text Box 69">
            <a:extLst>
              <a:ext uri="{FF2B5EF4-FFF2-40B4-BE49-F238E27FC236}">
                <a16:creationId xmlns:a16="http://schemas.microsoft.com/office/drawing/2014/main" id="{7636475B-2821-1441-D428-FFC46B52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809" y="196566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74" name="Text Box 70">
            <a:extLst>
              <a:ext uri="{FF2B5EF4-FFF2-40B4-BE49-F238E27FC236}">
                <a16:creationId xmlns:a16="http://schemas.microsoft.com/office/drawing/2014/main" id="{B76FC19B-6976-900B-043B-FB7EB31A7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3575" name="Text Box 71">
            <a:extLst>
              <a:ext uri="{FF2B5EF4-FFF2-40B4-BE49-F238E27FC236}">
                <a16:creationId xmlns:a16="http://schemas.microsoft.com/office/drawing/2014/main" id="{0BD13E6E-AFE1-AA8E-19EA-B2D129A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44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76" name="Text Box 72">
            <a:extLst>
              <a:ext uri="{FF2B5EF4-FFF2-40B4-BE49-F238E27FC236}">
                <a16:creationId xmlns:a16="http://schemas.microsoft.com/office/drawing/2014/main" id="{97BFA956-432D-B0D4-D98F-B48A15A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3577" name="Text Box 73">
            <a:extLst>
              <a:ext uri="{FF2B5EF4-FFF2-40B4-BE49-F238E27FC236}">
                <a16:creationId xmlns:a16="http://schemas.microsoft.com/office/drawing/2014/main" id="{8DC1ED3F-DC0D-F3E6-A007-68A18B01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496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78" name="Text Box 74">
            <a:extLst>
              <a:ext uri="{FF2B5EF4-FFF2-40B4-BE49-F238E27FC236}">
                <a16:creationId xmlns:a16="http://schemas.microsoft.com/office/drawing/2014/main" id="{ADAB9441-6D69-27F3-9AC2-8A3BEFD2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3579" name="Line 75">
            <a:extLst>
              <a:ext uri="{FF2B5EF4-FFF2-40B4-BE49-F238E27FC236}">
                <a16:creationId xmlns:a16="http://schemas.microsoft.com/office/drawing/2014/main" id="{C5EEC5B4-2409-61E3-DAE9-5E7298DF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0" name="Text Box 76">
            <a:extLst>
              <a:ext uri="{FF2B5EF4-FFF2-40B4-BE49-F238E27FC236}">
                <a16:creationId xmlns:a16="http://schemas.microsoft.com/office/drawing/2014/main" id="{E629B58D-9674-6365-6A17-EAB8CDAB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3581" name="Line 77">
            <a:extLst>
              <a:ext uri="{FF2B5EF4-FFF2-40B4-BE49-F238E27FC236}">
                <a16:creationId xmlns:a16="http://schemas.microsoft.com/office/drawing/2014/main" id="{AE2245C4-4E03-D514-FB39-334715A94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2" name="Text Box 78">
            <a:extLst>
              <a:ext uri="{FF2B5EF4-FFF2-40B4-BE49-F238E27FC236}">
                <a16:creationId xmlns:a16="http://schemas.microsoft.com/office/drawing/2014/main" id="{7D91AE98-A12B-0445-C22B-61DEF927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56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Check(D0301 → %DW481(%DB962))</a:t>
            </a:r>
          </a:p>
        </p:txBody>
      </p:sp>
      <p:sp>
        <p:nvSpPr>
          <p:cNvPr id="533583" name="Text Box 79">
            <a:extLst>
              <a:ext uri="{FF2B5EF4-FFF2-40B4-BE49-F238E27FC236}">
                <a16:creationId xmlns:a16="http://schemas.microsoft.com/office/drawing/2014/main" id="{974C701B-2D53-AF53-3380-9CCFD6EA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입고 0, 출고 1</a:t>
            </a:r>
          </a:p>
        </p:txBody>
      </p:sp>
      <p:sp>
        <p:nvSpPr>
          <p:cNvPr id="533584" name="Line 80">
            <a:extLst>
              <a:ext uri="{FF2B5EF4-FFF2-40B4-BE49-F238E27FC236}">
                <a16:creationId xmlns:a16="http://schemas.microsoft.com/office/drawing/2014/main" id="{B0790009-FCDE-DF23-1924-4084E20B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5" name="Text Box 81">
            <a:extLst>
              <a:ext uri="{FF2B5EF4-FFF2-40B4-BE49-F238E27FC236}">
                <a16:creationId xmlns:a16="http://schemas.microsoft.com/office/drawing/2014/main" id="{417D5E0F-3FFC-A588-8A3C-9DEECE09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0이 아닐 경우 변경</a:t>
            </a:r>
          </a:p>
        </p:txBody>
      </p:sp>
      <p:sp>
        <p:nvSpPr>
          <p:cNvPr id="533586" name="Text Box 82">
            <a:extLst>
              <a:ext uri="{FF2B5EF4-FFF2-40B4-BE49-F238E27FC236}">
                <a16:creationId xmlns:a16="http://schemas.microsoft.com/office/drawing/2014/main" id="{E476DEE1-02E3-887A-3D82-DF6ADCD5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947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D0301 → %DW481(%DB962) “0”</a:t>
            </a:r>
          </a:p>
        </p:txBody>
      </p:sp>
      <p:sp>
        <p:nvSpPr>
          <p:cNvPr id="533587" name="AutoShape 83">
            <a:extLst>
              <a:ext uri="{FF2B5EF4-FFF2-40B4-BE49-F238E27FC236}">
                <a16:creationId xmlns:a16="http://schemas.microsoft.com/office/drawing/2014/main" id="{41F24FDC-0743-06D3-9410-E5FE5CB6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(R0010~R0011 %RB20~%RB22)</a:t>
            </a:r>
          </a:p>
        </p:txBody>
      </p:sp>
      <p:sp>
        <p:nvSpPr>
          <p:cNvPr id="533588" name="Freeform 84">
            <a:extLst>
              <a:ext uri="{FF2B5EF4-FFF2-40B4-BE49-F238E27FC236}">
                <a16:creationId xmlns:a16="http://schemas.microsoft.com/office/drawing/2014/main" id="{13C6F9D3-ECE1-92EF-7B4A-874D0EC0DCE1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9" name="Text Box 85">
            <a:extLst>
              <a:ext uri="{FF2B5EF4-FFF2-40B4-BE49-F238E27FC236}">
                <a16:creationId xmlns:a16="http://schemas.microsoft.com/office/drawing/2014/main" id="{8C22392F-D766-3286-5F80-DE3A730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3590" name="Text Box 86">
            <a:extLst>
              <a:ext uri="{FF2B5EF4-FFF2-40B4-BE49-F238E27FC236}">
                <a16:creationId xmlns:a16="http://schemas.microsoft.com/office/drawing/2014/main" id="{D4A39BC3-5F99-2432-10B8-7653793C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3591" name="Text Box 87">
            <a:extLst>
              <a:ext uri="{FF2B5EF4-FFF2-40B4-BE49-F238E27FC236}">
                <a16:creationId xmlns:a16="http://schemas.microsoft.com/office/drawing/2014/main" id="{1E927574-7FFD-0A38-75F6-D426214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3592" name="Text Box 88">
            <a:extLst>
              <a:ext uri="{FF2B5EF4-FFF2-40B4-BE49-F238E27FC236}">
                <a16:creationId xmlns:a16="http://schemas.microsoft.com/office/drawing/2014/main" id="{C7FF51BB-940A-63E8-289F-353ECE2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93" name="Line 89">
            <a:extLst>
              <a:ext uri="{FF2B5EF4-FFF2-40B4-BE49-F238E27FC236}">
                <a16:creationId xmlns:a16="http://schemas.microsoft.com/office/drawing/2014/main" id="{CC7FFA3B-DBF5-6F41-12F9-23AFAE7CC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4" name="Text Box 90">
            <a:extLst>
              <a:ext uri="{FF2B5EF4-FFF2-40B4-BE49-F238E27FC236}">
                <a16:creationId xmlns:a16="http://schemas.microsoft.com/office/drawing/2014/main" id="{F7EC59EA-A5E8-A144-38D4-F979571D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95" name="Text Box 91">
            <a:extLst>
              <a:ext uri="{FF2B5EF4-FFF2-40B4-BE49-F238E27FC236}">
                <a16:creationId xmlns:a16="http://schemas.microsoft.com/office/drawing/2014/main" id="{AD5A3DB5-6D95-06A5-54CF-876AA980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96" name="Line 92">
            <a:extLst>
              <a:ext uri="{FF2B5EF4-FFF2-40B4-BE49-F238E27FC236}">
                <a16:creationId xmlns:a16="http://schemas.microsoft.com/office/drawing/2014/main" id="{B1EEEB2D-C38E-5695-1E81-8F34809E6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7" name="Text Box 93">
            <a:extLst>
              <a:ext uri="{FF2B5EF4-FFF2-40B4-BE49-F238E27FC236}">
                <a16:creationId xmlns:a16="http://schemas.microsoft.com/office/drawing/2014/main" id="{B5504981-CB1E-56EC-61A0-51018F1A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98" name="Text Box 94">
            <a:extLst>
              <a:ext uri="{FF2B5EF4-FFF2-40B4-BE49-F238E27FC236}">
                <a16:creationId xmlns:a16="http://schemas.microsoft.com/office/drawing/2014/main" id="{84A00CDF-AE65-C22C-A3D7-4B5B06959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3599" name="Freeform 95">
            <a:extLst>
              <a:ext uri="{FF2B5EF4-FFF2-40B4-BE49-F238E27FC236}">
                <a16:creationId xmlns:a16="http://schemas.microsoft.com/office/drawing/2014/main" id="{66BF3986-84F0-065C-C7B8-2A7B0455679D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600" name="AutoShape 96">
            <a:extLst>
              <a:ext uri="{FF2B5EF4-FFF2-40B4-BE49-F238E27FC236}">
                <a16:creationId xmlns:a16="http://schemas.microsoft.com/office/drawing/2014/main" id="{C03259B5-9CAB-E4D0-A7DE-2B3EAAD0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NO(R0012~R0013 %RB24~%RB26)</a:t>
            </a:r>
          </a:p>
        </p:txBody>
      </p:sp>
      <p:sp>
        <p:nvSpPr>
          <p:cNvPr id="533601" name="Text Box 97">
            <a:extLst>
              <a:ext uri="{FF2B5EF4-FFF2-40B4-BE49-F238E27FC236}">
                <a16:creationId xmlns:a16="http://schemas.microsoft.com/office/drawing/2014/main" id="{60CBCFBA-742A-9C66-C594-BEB94A04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3602" name="TextBox 533601"/>
          <p:cNvSpPr txBox="1"/>
          <p:nvPr/>
        </p:nvSpPr>
        <p:spPr>
          <a:xfrm>
            <a:off x="1437524" y="6063301"/>
            <a:ext cx="8634161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방향 전환 가드 미구현</a:t>
            </a:r>
            <a:r>
              <a:rPr lang="en-US" altLang="ko-KR" sz="1705" b="1">
                <a:solidFill>
                  <a:srgbClr val="FF0000"/>
                </a:solidFill>
              </a:rPr>
              <a:t>(ECSDispatcher.cs — </a:t>
            </a:r>
            <a:r>
              <a:rPr lang="ko-KR" altLang="en-US" sz="1705" b="1">
                <a:solidFill>
                  <a:srgbClr val="FF0000"/>
                </a:solidFill>
              </a:rPr>
              <a:t>현재모드만 비교 후 즉시 전환</a:t>
            </a:r>
            <a:r>
              <a:rPr lang="en-US" altLang="ko-KR" sz="1705" b="1">
                <a:solidFill>
                  <a:srgbClr val="FF0000"/>
                </a:solidFill>
              </a:rPr>
              <a:t>) / IN_READY_02·OPERATION_MODE </a:t>
            </a:r>
            <a:r>
              <a:rPr lang="ko-KR" altLang="en-US" sz="1705" b="1">
                <a:solidFill>
                  <a:srgbClr val="FF0000"/>
                </a:solidFill>
              </a:rPr>
              <a:t>는 판독만 하고 배차 조건에 미활용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C/V #2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S/C #1 </a:t>
            </a:r>
            <a:r>
              <a:rPr lang="ko-KR" altLang="en-US" sz="1705" b="1">
                <a:solidFill>
                  <a:srgbClr val="FF0000"/>
                </a:solidFill>
              </a:rPr>
              <a:t>의 입고</a:t>
            </a:r>
            <a:r>
              <a:rPr lang="en-US" altLang="ko-KR" sz="1705" b="1">
                <a:solidFill>
                  <a:srgbClr val="FF0000"/>
                </a:solidFill>
              </a:rPr>
              <a:t>·</a:t>
            </a:r>
            <a:r>
              <a:rPr lang="ko-KR" altLang="en-US" sz="1705" b="1">
                <a:solidFill>
                  <a:srgbClr val="FF0000"/>
                </a:solidFill>
              </a:rPr>
              <a:t>출고 겸용 통로</a:t>
            </a:r>
            <a:r>
              <a:rPr lang="en-US" altLang="ko-KR" sz="1705" b="1">
                <a:solidFill>
                  <a:srgbClr val="FF0000"/>
                </a:solidFill>
              </a:rPr>
              <a:t>(</a:t>
            </a:r>
            <a:r>
              <a:rPr lang="ko-KR" altLang="en-US" sz="1705" b="1">
                <a:solidFill>
                  <a:srgbClr val="FF0000"/>
                </a:solidFill>
              </a:rPr>
              <a:t>방향전환형</a:t>
            </a:r>
            <a:r>
              <a:rPr lang="en-US" altLang="ko-KR" sz="1705" b="1">
                <a:solidFill>
                  <a:srgbClr val="FF0000"/>
                </a:solidFill>
              </a:rPr>
              <a:t>). </a:t>
            </a:r>
            <a:r>
              <a:rPr lang="ko-KR" altLang="en-US" sz="1705" b="1">
                <a:solidFill>
                  <a:srgbClr val="FF0000"/>
                </a:solidFill>
              </a:rPr>
              <a:t>입고 방향값 </a:t>
            </a:r>
            <a:r>
              <a:rPr lang="en-US" altLang="ko-KR" sz="1705" b="1">
                <a:solidFill>
                  <a:srgbClr val="FF0000"/>
                </a:solidFill>
              </a:rPr>
              <a:t>= 0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82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>
            <a:extLst>
              <a:ext uri="{FF2B5EF4-FFF2-40B4-BE49-F238E27FC236}">
                <a16:creationId xmlns:a16="http://schemas.microsoft.com/office/drawing/2014/main" id="{4AA782E3-BF2A-C5BE-1026-7549A3C1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740427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#3 → #4 → S/C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E273624-EC1A-D2A3-09EC-CF386B37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24D1DEE5-DC09-72BA-904E-B20931B7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4533" name="Rectangle 5">
            <a:extLst>
              <a:ext uri="{FF2B5EF4-FFF2-40B4-BE49-F238E27FC236}">
                <a16:creationId xmlns:a16="http://schemas.microsoft.com/office/drawing/2014/main" id="{A8CC38E1-84CA-EAD9-E2B6-AC545BAD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F1A5004D-84C0-4823-36E7-20B2B06FD640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4144879"/>
            <a:chOff x="1125" y="1346"/>
            <a:chExt cx="2169" cy="4722"/>
          </a:xfrm>
        </p:grpSpPr>
        <p:sp>
          <p:nvSpPr>
            <p:cNvPr id="534535" name="Line 7">
              <a:extLst>
                <a:ext uri="{FF2B5EF4-FFF2-40B4-BE49-F238E27FC236}">
                  <a16:creationId xmlns:a16="http://schemas.microsoft.com/office/drawing/2014/main" id="{C70A90B0-E15C-3305-BD93-4A1B7DD1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4536" name="Line 8">
              <a:extLst>
                <a:ext uri="{FF2B5EF4-FFF2-40B4-BE49-F238E27FC236}">
                  <a16:creationId xmlns:a16="http://schemas.microsoft.com/office/drawing/2014/main" id="{007EE21A-CF1E-1B1A-EA01-1C5D44CB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4542" name="Text Box 14">
            <a:extLst>
              <a:ext uri="{FF2B5EF4-FFF2-40B4-BE49-F238E27FC236}">
                <a16:creationId xmlns:a16="http://schemas.microsoft.com/office/drawing/2014/main" id="{00B3AD84-A7BF-DC0B-46E7-337CB715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4557" name="Group 29">
            <a:extLst>
              <a:ext uri="{FF2B5EF4-FFF2-40B4-BE49-F238E27FC236}">
                <a16:creationId xmlns:a16="http://schemas.microsoft.com/office/drawing/2014/main" id="{D682007A-0F9A-C266-8752-CE01BB726E4F}"/>
              </a:ext>
            </a:extLst>
          </p:cNvPr>
          <p:cNvGrpSpPr>
            <a:grpSpLocks/>
          </p:cNvGrpSpPr>
          <p:nvPr/>
        </p:nvGrpSpPr>
        <p:grpSpPr bwMode="auto">
          <a:xfrm>
            <a:off x="9834813" y="634666"/>
            <a:ext cx="341397" cy="681289"/>
            <a:chOff x="995" y="2643"/>
            <a:chExt cx="227" cy="453"/>
          </a:xfrm>
        </p:grpSpPr>
        <p:sp>
          <p:nvSpPr>
            <p:cNvPr id="534558" name="Rectangle 30">
              <a:extLst>
                <a:ext uri="{FF2B5EF4-FFF2-40B4-BE49-F238E27FC236}">
                  <a16:creationId xmlns:a16="http://schemas.microsoft.com/office/drawing/2014/main" id="{C72DCFD1-CFE8-F78E-0C84-8FD38EDC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4559" name="Rectangle 31">
              <a:extLst>
                <a:ext uri="{FF2B5EF4-FFF2-40B4-BE49-F238E27FC236}">
                  <a16:creationId xmlns:a16="http://schemas.microsoft.com/office/drawing/2014/main" id="{C6951F39-1C5E-E5A8-F47C-3AB3BA74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4560" name="AutoShape 32">
            <a:extLst>
              <a:ext uri="{FF2B5EF4-FFF2-40B4-BE49-F238E27FC236}">
                <a16:creationId xmlns:a16="http://schemas.microsoft.com/office/drawing/2014/main" id="{C7B94BA7-FCC2-8934-021D-EB1576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363" y="114600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1" name="AutoShape 33">
            <a:extLst>
              <a:ext uri="{FF2B5EF4-FFF2-40B4-BE49-F238E27FC236}">
                <a16:creationId xmlns:a16="http://schemas.microsoft.com/office/drawing/2014/main" id="{C6AA9A68-E3C3-EFB8-E6C6-6B30EDFB8E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3813" y="654218"/>
            <a:ext cx="169946" cy="169946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D8F212AC-C384-03C4-2EC4-1F27CFB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028" y="1315954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394CBC0-D2BD-D25A-CFCA-C6AAAF22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CA1D7020-2A9E-88FD-B78B-E0452BB9D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4565" name="Line 37">
            <a:extLst>
              <a:ext uri="{FF2B5EF4-FFF2-40B4-BE49-F238E27FC236}">
                <a16:creationId xmlns:a16="http://schemas.microsoft.com/office/drawing/2014/main" id="{61C141DA-F898-A101-0F4C-A670E132D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DA58B013-A827-47D4-C0E4-DEF4AFA5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B8C7016-1157-AA78-A33F-0E9BEA88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4568" name="Line 40">
            <a:extLst>
              <a:ext uri="{FF2B5EF4-FFF2-40B4-BE49-F238E27FC236}">
                <a16:creationId xmlns:a16="http://schemas.microsoft.com/office/drawing/2014/main" id="{8D6FFBAD-AC20-3860-8FE1-8563D64BE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061B748B-D334-1C26-E28B-A7D99790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748" y="3503716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%MX1299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4570" name="Text Box 42">
            <a:extLst>
              <a:ext uri="{FF2B5EF4-FFF2-40B4-BE49-F238E27FC236}">
                <a16:creationId xmlns:a16="http://schemas.microsoft.com/office/drawing/2014/main" id="{3F0B89E8-8604-B7EA-6AF4-56C6EA6B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4571" name="Line 43">
            <a:extLst>
              <a:ext uri="{FF2B5EF4-FFF2-40B4-BE49-F238E27FC236}">
                <a16:creationId xmlns:a16="http://schemas.microsoft.com/office/drawing/2014/main" id="{DAA197E4-B665-5FD6-35BD-195F4C59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FE70E080-A169-1720-D322-DEC99F0C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88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%MX1299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51D7FE5E-2F56-D7B2-5655-0A172BA0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F65DB8D0-B2B4-140E-8E17-3D347B94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4575" name="Line 47">
            <a:extLst>
              <a:ext uri="{FF2B5EF4-FFF2-40B4-BE49-F238E27FC236}">
                <a16:creationId xmlns:a16="http://schemas.microsoft.com/office/drawing/2014/main" id="{1AD6AF4F-A690-F3E9-6B9A-04B14B644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29557B46-D4A5-DF96-9663-5359C43B1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7" name="Line 49">
            <a:extLst>
              <a:ext uri="{FF2B5EF4-FFF2-40B4-BE49-F238E27FC236}">
                <a16:creationId xmlns:a16="http://schemas.microsoft.com/office/drawing/2014/main" id="{5AC7D4EF-4CDE-C605-F13C-CE4FB97C0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B737D5A-042C-B82B-422D-2D2A19C4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31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2F9AC8B2-49CE-5316-5B9D-A5AD8844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0" name="Text Box 52">
            <a:extLst>
              <a:ext uri="{FF2B5EF4-FFF2-40B4-BE49-F238E27FC236}">
                <a16:creationId xmlns:a16="http://schemas.microsoft.com/office/drawing/2014/main" id="{FF0F4938-FE93-2E57-5B68-9A5C072F8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%MX291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81" name="Text Box 53">
            <a:extLst>
              <a:ext uri="{FF2B5EF4-FFF2-40B4-BE49-F238E27FC236}">
                <a16:creationId xmlns:a16="http://schemas.microsoft.com/office/drawing/2014/main" id="{AC4CB840-9EDF-AF3D-5890-4956AFD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4582" name="Line 54">
            <a:extLst>
              <a:ext uri="{FF2B5EF4-FFF2-40B4-BE49-F238E27FC236}">
                <a16:creationId xmlns:a16="http://schemas.microsoft.com/office/drawing/2014/main" id="{BDAB8D9D-2CB3-641A-2335-F2C3A245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3" name="Freeform 55">
            <a:extLst>
              <a:ext uri="{FF2B5EF4-FFF2-40B4-BE49-F238E27FC236}">
                <a16:creationId xmlns:a16="http://schemas.microsoft.com/office/drawing/2014/main" id="{A546262F-C695-F296-16D3-95976DA85B88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4" name="AutoShape 56">
            <a:extLst>
              <a:ext uri="{FF2B5EF4-FFF2-40B4-BE49-F238E27FC236}">
                <a16:creationId xmlns:a16="http://schemas.microsoft.com/office/drawing/2014/main" id="{20CA4675-9095-C921-B292-9ECB8E08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(R0012~R0013 %RB24~%RB26)</a:t>
            </a:r>
          </a:p>
        </p:txBody>
      </p:sp>
      <p:sp>
        <p:nvSpPr>
          <p:cNvPr id="534585" name="Line 57">
            <a:extLst>
              <a:ext uri="{FF2B5EF4-FFF2-40B4-BE49-F238E27FC236}">
                <a16:creationId xmlns:a16="http://schemas.microsoft.com/office/drawing/2014/main" id="{7D0D25D4-3E30-533E-288F-0059389E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E9652FE8-CF28-9CB4-608D-035C826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M018.6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4587" name="Text Box 59">
            <a:extLst>
              <a:ext uri="{FF2B5EF4-FFF2-40B4-BE49-F238E27FC236}">
                <a16:creationId xmlns:a16="http://schemas.microsoft.com/office/drawing/2014/main" id="{F8A4651C-D00F-AD92-76FC-4766231B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8" name="Text Box 60">
            <a:extLst>
              <a:ext uri="{FF2B5EF4-FFF2-40B4-BE49-F238E27FC236}">
                <a16:creationId xmlns:a16="http://schemas.microsoft.com/office/drawing/2014/main" id="{B42800D1-F70C-959E-44A8-9129D59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44" y="5406691"/>
            <a:ext cx="6754227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출고의 경우는 입고의 반대 순서대로 진행되면 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.</a:t>
            </a:r>
          </a:p>
        </p:txBody>
      </p:sp>
      <p:sp>
        <p:nvSpPr>
          <p:cNvPr id="534589" name="TextBox 534588"/>
          <p:cNvSpPr txBox="1"/>
          <p:nvPr/>
        </p:nvSpPr>
        <p:spPr>
          <a:xfrm>
            <a:off x="1530016" y="6020603"/>
            <a:ext cx="8229600" cy="166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Ack OFF </a:t>
            </a:r>
            <a:r>
              <a:rPr lang="ko-KR" altLang="en-US" sz="1705" b="1">
                <a:solidFill>
                  <a:srgbClr val="FF0000"/>
                </a:solidFill>
              </a:rPr>
              <a:t>처리 없음 </a:t>
            </a:r>
            <a:r>
              <a:rPr lang="en-US" altLang="ko-KR" sz="1705" b="1">
                <a:solidFill>
                  <a:srgbClr val="FF0000"/>
                </a:solidFill>
              </a:rPr>
              <a:t>— PLC </a:t>
            </a:r>
            <a:r>
              <a:rPr lang="ko-KR" altLang="en-US" sz="1705" b="1">
                <a:solidFill>
                  <a:srgbClr val="FF0000"/>
                </a:solidFill>
              </a:rPr>
              <a:t>래더의 </a:t>
            </a:r>
            <a:r>
              <a:rPr lang="en-US" altLang="ko-KR" sz="1705" b="1">
                <a:solidFill>
                  <a:srgbClr val="FF0000"/>
                </a:solidFill>
              </a:rPr>
              <a:t>Ack </a:t>
            </a:r>
            <a:r>
              <a:rPr lang="ko-KR" altLang="en-US" sz="1705" b="1">
                <a:solidFill>
                  <a:srgbClr val="FF0000"/>
                </a:solidFill>
              </a:rPr>
              <a:t>리셋 전제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M018.3(%MX291) 'Unload Complete#2' </a:t>
            </a:r>
            <a:r>
              <a:rPr lang="ko-KR" altLang="en-US" sz="1705" b="1">
                <a:solidFill>
                  <a:srgbClr val="FF0000"/>
                </a:solidFill>
              </a:rPr>
              <a:t>는 정상 표기 </a:t>
            </a:r>
            <a:r>
              <a:rPr lang="en-US" altLang="ko-KR" sz="1705" b="1">
                <a:solidFill>
                  <a:srgbClr val="FF0000"/>
                </a:solidFill>
              </a:rPr>
              <a:t>— </a:t>
            </a:r>
            <a:r>
              <a:rPr lang="ko-KR" altLang="en-US" sz="1705" b="1">
                <a:solidFill>
                  <a:srgbClr val="FF0000"/>
                </a:solidFill>
              </a:rPr>
              <a:t>신호명이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기준이므로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가 화물을 실어가면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'</a:t>
            </a:r>
            <a:r>
              <a:rPr lang="ko-KR" altLang="en-US" sz="1705" b="1">
                <a:solidFill>
                  <a:srgbClr val="FF0000"/>
                </a:solidFill>
              </a:rPr>
              <a:t>하역완료</a:t>
            </a:r>
            <a:r>
              <a:rPr lang="en-US" altLang="ko-KR" sz="1705" b="1">
                <a:solidFill>
                  <a:srgbClr val="FF0000"/>
                </a:solidFill>
              </a:rPr>
              <a:t>(Unload)' </a:t>
            </a:r>
            <a:r>
              <a:rPr lang="ko-KR" altLang="en-US" sz="1705" b="1">
                <a:solidFill>
                  <a:srgbClr val="FF0000"/>
                </a:solidFill>
              </a:rPr>
              <a:t>를 보고한다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운영</a:t>
            </a:r>
            <a:r>
              <a:rPr lang="en-US" altLang="ko-KR" sz="1705" b="1">
                <a:solidFill>
                  <a:srgbClr val="FF0000"/>
                </a:solidFill>
              </a:rPr>
              <a:t>DB </a:t>
            </a:r>
            <a:r>
              <a:rPr lang="ko-KR" altLang="en-US" sz="1705" b="1">
                <a:solidFill>
                  <a:srgbClr val="FF0000"/>
                </a:solidFill>
              </a:rPr>
              <a:t>태그도 </a:t>
            </a:r>
            <a:r>
              <a:rPr lang="en-US" altLang="ko-KR" sz="1705" b="1">
                <a:solidFill>
                  <a:srgbClr val="FF0000"/>
                </a:solidFill>
              </a:rPr>
              <a:t>CONVEYOR:2.UNLOAD_COMPLETE_02 </a:t>
            </a:r>
            <a:r>
              <a:rPr lang="ko-KR" altLang="en-US" sz="1705" b="1">
                <a:solidFill>
                  <a:srgbClr val="FF0000"/>
                </a:solidFill>
              </a:rPr>
              <a:t>로 일치</a:t>
            </a:r>
          </a:p>
          <a:p>
            <a:r>
              <a:rPr lang="ko-KR" altLang="en-US" sz="1705" b="1">
                <a:solidFill>
                  <a:srgbClr val="FF0000"/>
                </a:solidFill>
              </a:rPr>
              <a:t>→ 다음 </a:t>
            </a:r>
            <a:r>
              <a:rPr lang="en-US" altLang="ko-KR" sz="1705" b="1">
                <a:solidFill>
                  <a:srgbClr val="FF0000"/>
                </a:solidFill>
              </a:rPr>
              <a:t>: S/C #1 </a:t>
            </a:r>
            <a:r>
              <a:rPr lang="ko-KR" altLang="en-US" sz="1705" b="1">
                <a:solidFill>
                  <a:srgbClr val="FF0000"/>
                </a:solidFill>
              </a:rPr>
              <a:t>이 </a:t>
            </a:r>
            <a:r>
              <a:rPr lang="en-US" altLang="ko-KR" sz="1705" b="1">
                <a:solidFill>
                  <a:srgbClr val="FF0000"/>
                </a:solidFill>
              </a:rPr>
              <a:t>#4 </a:t>
            </a:r>
            <a:r>
              <a:rPr lang="ko-KR" altLang="en-US" sz="1705" b="1">
                <a:solidFill>
                  <a:srgbClr val="FF0000"/>
                </a:solidFill>
              </a:rPr>
              <a:t>에서 </a:t>
            </a:r>
            <a:r>
              <a:rPr lang="en-US" altLang="ko-KR" sz="1705" b="1">
                <a:solidFill>
                  <a:srgbClr val="FF0000"/>
                </a:solidFill>
              </a:rPr>
              <a:t>Load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(④ S/C </a:t>
            </a:r>
            <a:r>
              <a:rPr lang="ko-KR" altLang="en-US" sz="1705" b="1">
                <a:solidFill>
                  <a:srgbClr val="FF0000"/>
                </a:solidFill>
              </a:rPr>
              <a:t>반송의 </a:t>
            </a:r>
            <a:r>
              <a:rPr lang="en-US" altLang="ko-KR" sz="1705" b="1">
                <a:solidFill>
                  <a:srgbClr val="FF0000"/>
                </a:solidFill>
              </a:rPr>
              <a:t>Load Complete </a:t>
            </a:r>
            <a:r>
              <a:rPr lang="ko-KR" altLang="en-US" sz="1705" b="1">
                <a:solidFill>
                  <a:srgbClr val="FF0000"/>
                </a:solidFill>
              </a:rPr>
              <a:t>와 동일 시점</a:t>
            </a:r>
            <a:r>
              <a:rPr lang="en-US" altLang="ko-KR" sz="1705" b="1">
                <a:solidFill>
                  <a:srgbClr val="FF0000"/>
                </a:solidFill>
              </a:rPr>
              <a:t>)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1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6896119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④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 →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랙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8" y="2242386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759" y="949654"/>
            <a:ext cx="3141775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D0320(%DW768)=00/00/04,  To : D0323(%DW771)=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Bay/Level,</a:t>
            </a:r>
          </a:p>
          <a:p>
            <a:r>
              <a:rPr lang="en-US" sz="1705">
                <a:solidFill/>
                <a:latin typeface="Times New Roman"/>
              </a:rPr>
              <a:t>Job No : D0326(%DW774)=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237083"/>
            <a:ext cx="2237874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S/C (R0300~R0301 %RB600~%RB602)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63654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238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3" y="4689308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#1 : C/V #2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의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랙 셀로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3" dirty="0">
                <a:solidFill>
                  <a:srgbClr val="7030A0"/>
                </a:solidFill>
              </a:rPr>
              <a:t>%DW256 → %DB512  (256×2=512)</a:t>
            </a:r>
            <a:endParaRPr sz="853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7ED67-4BBB-BE28-3CB2-3F84759ECC3C}"/>
              </a:ext>
            </a:extLst>
          </p:cNvPr>
          <p:cNvSpPr txBox="1"/>
          <p:nvPr/>
        </p:nvSpPr>
        <p:spPr>
          <a:xfrm>
            <a:off x="1794711" y="5630780"/>
            <a:ext cx="7940842" cy="3548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S/C 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D0320~ 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ECS').  From = 00/00/04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#4 (S/C</a:t>
            </a:r>
            <a:r>
              <a:rPr lang="ko-KR" altLang="en-US" sz="853">
                <a:solidFill>
                  <a:srgbClr val="00008B"/>
                </a:solidFill>
              </a:rPr>
              <a:t>측 픽업포트</a:t>
            </a:r>
            <a:r>
              <a:rPr lang="en-US" altLang="ko-KR" sz="853">
                <a:solidFill>
                  <a:srgbClr val="00008B"/>
                </a:solidFill>
              </a:rPr>
              <a:t>),  To = </a:t>
            </a:r>
            <a:r>
              <a:rPr lang="ko-KR" altLang="en-US" sz="853">
                <a:solidFill>
                  <a:srgbClr val="00008B"/>
                </a:solidFill>
              </a:rPr>
              <a:t>좌우</a:t>
            </a:r>
            <a:r>
              <a:rPr lang="en-US" altLang="ko-KR" sz="853">
                <a:solidFill>
                  <a:srgbClr val="00008B"/>
                </a:solidFill>
              </a:rPr>
              <a:t>(01|02)/Bay(2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)/Level(2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 </a:t>
            </a:r>
            <a:r>
              <a:rPr lang="ko-KR" altLang="en-US" sz="853">
                <a:solidFill>
                  <a:srgbClr val="00008B"/>
                </a:solidFill>
              </a:rPr>
              <a:t>랙 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E0D531-BE1C-93EC-025C-5A6E7451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2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6896119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④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 →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랙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1491916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2" y="2322095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719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3"/>
            <a:ext cx="6754228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From = 00/00/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픽업 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), To =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좌우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(01|02)/Bay/Level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셀 좌표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를 사용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— RGV(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포트↔포트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다르다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255069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5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131219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8"/>
            <a:ext cx="1297200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3"/>
            <a:ext cx="9068379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V1.3 : Transfer Complete Ack(M096.5)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(S/C #1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B0600~B0604)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 / WCS VehThread)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랙 적치 완료</a:t>
            </a:r>
            <a:r>
              <a:rPr lang="en-US" altLang="ko-KR" sz="1705" b="1">
                <a:solidFill>
                  <a:srgbClr val="FF0000"/>
                </a:solidFill>
              </a:rPr>
              <a:t>(Unload Complete → IDLE) = </a:t>
            </a:r>
            <a:r>
              <a:rPr lang="ko-KR" altLang="en-US" sz="1705" b="1">
                <a:solidFill>
                  <a:srgbClr val="FF0000"/>
                </a:solidFill>
              </a:rPr>
              <a:t>입고작업 종료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반자동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보고 없이 </a:t>
            </a:r>
            <a:r>
              <a:rPr lang="en-US" altLang="ko-KR" sz="1705" b="1">
                <a:solidFill>
                  <a:srgbClr val="FF0000"/>
                </a:solidFill>
              </a:rPr>
              <a:t>JOB </a:t>
            </a:r>
            <a:r>
              <a:rPr lang="ko-KR" altLang="en-US" sz="1705" b="1">
                <a:solidFill>
                  <a:srgbClr val="FF0000"/>
                </a:solidFill>
              </a:rPr>
              <a:t>삭제</a:t>
            </a:r>
            <a:r>
              <a:rPr lang="en-US" altLang="ko-KR" sz="1705" b="1">
                <a:solidFill>
                  <a:srgbClr val="FF0000"/>
                </a:solidFill>
              </a:rPr>
              <a:t>, </a:t>
            </a:r>
            <a:r>
              <a:rPr lang="ko-KR" altLang="en-US" sz="1705" b="1">
                <a:solidFill>
                  <a:srgbClr val="FF0000"/>
                </a:solidFill>
              </a:rPr>
              <a:t>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(F) </a:t>
            </a:r>
            <a:r>
              <a:rPr lang="ko-KR" altLang="en-US" sz="1705" b="1">
                <a:solidFill>
                  <a:srgbClr val="FF0000"/>
                </a:solidFill>
              </a:rPr>
              <a:t>보고</a:t>
            </a:r>
            <a:endParaRPr sz="1705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1AB92F-6AD8-8A14-E5A7-83088DD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1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9487C-7F54-D8B3-511D-A723BF67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입고  ①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C6825-ECBD-EA21-45EB-820A14B8FDB0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1/4)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A898AFE-6C2D-849E-DCC7-55445160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953456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77628854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19654277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980538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9726717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4495338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87377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335470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1488733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492278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입출고대 </a:t>
                      </a:r>
                      <a:r>
                        <a:rPr lang="en-US" altLang="ko-KR" sz="850"/>
                        <a:t>#22 </a:t>
                      </a:r>
                      <a:r>
                        <a:rPr lang="ko-KR" altLang="en-US" sz="850"/>
                        <a:t>적재 감지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작업자 투입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731762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ON (</a:t>
                      </a:r>
                      <a:r>
                        <a:rPr lang="ko-KR" altLang="en-US" sz="850"/>
                        <a:t>적재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762549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810694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M036.4 %MX580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744421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OFF (</a:t>
                      </a:r>
                      <a:r>
                        <a:rPr lang="ko-KR" altLang="en-US" sz="850"/>
                        <a:t>설비 리셋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M090.4 %MX1444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043700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입고 </a:t>
                      </a:r>
                      <a:r>
                        <a:rPr lang="en-US" altLang="ko-KR" sz="850"/>
                        <a:t>'0'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499792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최초 기록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적재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8465112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적재 위치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697612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반출 위치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246443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반출 위치로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852009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(RGV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727652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반출 위치 </a:t>
                      </a:r>
                      <a:r>
                        <a:rPr lang="en-US" altLang="ko-KR" sz="850"/>
                        <a:t>Pallet Exist OFF (RGV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448705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ON (RGV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635115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698825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M036.1 %MX577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616578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OFF (</a:t>
                      </a:r>
                      <a:r>
                        <a:rPr lang="ko-KR" altLang="en-US" sz="850"/>
                        <a:t>설비 리셋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M090.1 %MX1441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006871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M036.6 %MX582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137147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F07E5A-22F7-9446-F16D-EA4AA8959437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57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AB75EC-81E5-7399-6929-0940FF23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입고  ② </a:t>
            </a:r>
            <a:r>
              <a:rPr lang="en-US" altLang="ko-KR" sz="1800"/>
              <a:t>RGV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CD72A-8046-0228-4446-51AE7DE08F99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2/4)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598F4A1-6608-BCFA-9504-DE8783102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47120"/>
              </p:ext>
            </p:extLst>
          </p:nvPr>
        </p:nvGraphicFramePr>
        <p:xfrm>
          <a:off x="304800" y="1016000"/>
          <a:ext cx="1158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977171857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99920491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84674848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754174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850617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267634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4295118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1059860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824388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578841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000933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185827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통로 </a:t>
                      </a:r>
                      <a:r>
                        <a:rPr lang="en-US" altLang="ko-KR" sz="850"/>
                        <a:t>C/V RGV</a:t>
                      </a:r>
                      <a:r>
                        <a:rPr lang="ko-KR" altLang="en-US" sz="850"/>
                        <a:t>측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391247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788734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(RGV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070764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RGV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590374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076123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45242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26284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588818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469474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547744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876273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756037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952064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FA9C01-A7CF-C622-8C41-A17708BEDF27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32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96959-EA83-85C8-C84F-D54641D2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입고  ③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CECD1-319D-F302-68DD-C0C2C103AACF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3/4)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6799C2-8B42-6937-2A91-3C3DF5DC8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409636"/>
              </p:ext>
            </p:extLst>
          </p:nvPr>
        </p:nvGraphicFramePr>
        <p:xfrm>
          <a:off x="304800" y="1016000"/>
          <a:ext cx="1158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15156439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427425943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9990973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52256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8816706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780418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59383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829673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189186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(RGV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M023.0 %MX368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M027.0 %MX432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M031.0 %MX496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M035.0 %MX560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153853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M018.2 %MX290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M022.2 %MX354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M026.2 %MX418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M030.2 %MX482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M034.2 %MX546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859180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M081.2 %MX1298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M083.2 %MX1330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M085.2 %MX1362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M087.2 %MX1394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M089.2 %MX1426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0321141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M018.2 %MX290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M022.2 %MX354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M026.2 %MX418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M030.2 %MX482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M034.2 %MX546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365757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입고 </a:t>
                      </a:r>
                      <a:r>
                        <a:rPr lang="en-US" altLang="ko-KR" sz="850"/>
                        <a:t>'0'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%DW481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%DW483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%DW485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%DW487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%DW489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8716454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(RGV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%RB96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%RB160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%RB224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%RB288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091403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M023.0 %MX368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M027.0 %MX432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M031.0 %MX496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M035.0 %MX560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526763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M023.1 %MX369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M027.1 %MX433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M031.1 %MX497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M035.1 %MX561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299717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</a:t>
                      </a:r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측으로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%RB100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%RB164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%RB228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%RB292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415841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(S/C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M022.6 %MX358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M026.6 %MX422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M030.6 %MX486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M034.6 %MX550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320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(S/C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M023.1 %MX369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M027.1 %MX433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M031.1 %MX497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M035.1 %MX561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637182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#2 ON (S/C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M018.3 %MX291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M022.3 %MX355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M026.3 %MX419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M030.3 %MX483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M034.3 %MX547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828829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M081.3 %MX1299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M083.3 %MX1331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M085.3 %MX1363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M087.3 %MX1395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M089.3 %MX1427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659773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M018.3 %MX291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M022.3 %MX355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M026.3 %MX419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M030.3 %MX483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M034.3 %MX547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591553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M022.6 %MX358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M026.6 %MX422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M030.6 %MX486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M034.6 %MX550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082338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AF9EAF-A35C-8270-021E-F0D5AA523DE5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636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DEF7A-08E2-6623-E002-2900BF04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입고  ④ </a:t>
            </a:r>
            <a:r>
              <a:rPr lang="en-US" altLang="ko-KR" sz="1800"/>
              <a:t>S/C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42F5E-A9FD-A243-1034-EEB0CAD5E32D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4/4)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B57D299-CE8E-51E8-0CDA-9E2261BBE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730870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553422907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492521196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2637786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384460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948157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1782113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241530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6408698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179618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873301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M096.0 %MX1536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M097.0 %MX1552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M098.0 %MX1568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M099.0 %MX1584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M100.0 %MX1600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403746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740799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랙 셀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686279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268403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(S/C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707696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S/C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%RB1536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%RB1540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%RB1544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%RB1548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%RB1552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508682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243745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M096.1 %MX1537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M097.1 %MX1553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M098.1 %MX1569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M099.1 %MX1585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M100.1 %MX1601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882964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 </a:t>
                      </a:r>
                      <a:r>
                        <a:rPr lang="ko-KR" altLang="en-US" sz="850"/>
                        <a:t>현재위치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236442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083434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랙 적치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7193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21988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M096.2 %MX1538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M097.2 %MX1554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M098.2 %MX1570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M099.2 %MX1586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M100.2 %MX1602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752314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343490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586784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870939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36242A-DC89-ED12-A3F5-FA3214E05202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510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8A3A4-2B81-B071-1645-32A520D6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1700"/>
              <a:t>반송 시나리오 </a:t>
            </a:r>
            <a:r>
              <a:rPr lang="en-US" altLang="ko-KR" sz="1700"/>
              <a:t>2. S/C → </a:t>
            </a:r>
            <a:r>
              <a:rPr lang="ko-KR" altLang="en-US" sz="1700"/>
              <a:t>입출고대 </a:t>
            </a:r>
            <a:r>
              <a:rPr lang="en-US" altLang="ko-KR" sz="1700"/>
              <a:t>#22 </a:t>
            </a:r>
            <a:r>
              <a:rPr lang="ko-KR" altLang="en-US" sz="1700"/>
              <a:t>출고 </a:t>
            </a:r>
            <a:r>
              <a:rPr lang="en-US" altLang="ko-KR" sz="1700"/>
              <a:t>(</a:t>
            </a:r>
            <a:r>
              <a:rPr lang="ko-KR" altLang="en-US" sz="1700"/>
              <a:t>랙 → </a:t>
            </a:r>
            <a:r>
              <a:rPr lang="en-US" altLang="ko-KR" sz="1700"/>
              <a:t>S/C → </a:t>
            </a:r>
            <a:r>
              <a:rPr lang="ko-KR" altLang="en-US" sz="1700"/>
              <a:t>통로 → </a:t>
            </a:r>
            <a:r>
              <a:rPr lang="en-US" altLang="ko-KR" sz="1700"/>
              <a:t>RGV → C/V #11)</a:t>
            </a:r>
            <a:endParaRPr lang="ko-KR" alt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4F0B9-E205-772A-C335-275908CFA7FB}"/>
              </a:ext>
            </a:extLst>
          </p:cNvPr>
          <p:cNvSpPr txBox="1"/>
          <p:nvPr/>
        </p:nvSpPr>
        <p:spPr>
          <a:xfrm>
            <a:off x="381000" y="787400"/>
            <a:ext cx="11430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000000"/>
                </a:solidFill>
              </a:rPr>
              <a:t>경로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호기별</a:t>
            </a:r>
            <a:r>
              <a:rPr lang="en-US" altLang="ko-KR" sz="1100">
                <a:solidFill>
                  <a:srgbClr val="000000"/>
                </a:solidFill>
              </a:rPr>
              <a:t>) — PlcAddressMap.xml &lt;CraneMap&gt; </a:t>
            </a:r>
            <a:r>
              <a:rPr lang="ko-KR" altLang="en-US" sz="1100">
                <a:solidFill>
                  <a:srgbClr val="000000"/>
                </a:solidFill>
              </a:rPr>
              <a:t>기준</a:t>
            </a:r>
          </a:p>
          <a:p>
            <a:r>
              <a:rPr lang="ko-KR" altLang="en-US" sz="1100">
                <a:solidFill>
                  <a:srgbClr val="000000"/>
                </a:solidFill>
              </a:rPr>
              <a:t>  </a:t>
            </a:r>
            <a:r>
              <a:rPr lang="en-US" altLang="ko-KR" sz="1100">
                <a:solidFill>
                  <a:srgbClr val="000000"/>
                </a:solidFill>
              </a:rPr>
              <a:t>S/C #1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#2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#4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#2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#3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#6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#5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#3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#5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#10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#9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#4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#7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#14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#5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#9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#18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#17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ko-KR" altLang="en-US" sz="1100">
                <a:solidFill>
                  <a:srgbClr val="000000"/>
                </a:solidFill>
              </a:rPr>
              <a:t>구간 구성 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이어지는 슬라이드</a:t>
            </a:r>
            <a:r>
              <a:rPr lang="en-US" altLang="ko-KR" sz="1100">
                <a:solidFill>
                  <a:srgbClr val="000000"/>
                </a:solidFill>
              </a:rPr>
              <a:t>)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① S/C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17·18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25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② C/V  (15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19·20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26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③ RGV  (16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21·22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27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④ C/V  (10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23·24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28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en-US" altLang="ko-KR" sz="1100">
                <a:solidFill>
                  <a:srgbClr val="000000"/>
                </a:solidFill>
              </a:rPr>
              <a:t>※ </a:t>
            </a:r>
            <a:r>
              <a:rPr lang="ko-KR" altLang="en-US" sz="1100">
                <a:solidFill>
                  <a:srgbClr val="000000"/>
                </a:solidFill>
              </a:rPr>
              <a:t>모든 주소는 </a:t>
            </a:r>
            <a:r>
              <a:rPr lang="en-US" altLang="ko-KR" sz="1100">
                <a:solidFill>
                  <a:srgbClr val="000000"/>
                </a:solidFill>
              </a:rPr>
              <a:t>PlcAddressMap.xml </a:t>
            </a:r>
            <a:r>
              <a:rPr lang="ko-KR" altLang="en-US" sz="1100">
                <a:solidFill>
                  <a:srgbClr val="000000"/>
                </a:solidFill>
              </a:rPr>
              <a:t>에서 계산되었다</a:t>
            </a:r>
            <a:r>
              <a:rPr lang="en-US" altLang="ko-KR" sz="1100">
                <a:solidFill>
                  <a:srgbClr val="000000"/>
                </a:solidFill>
              </a:rPr>
              <a:t>. XML </a:t>
            </a:r>
            <a:r>
              <a:rPr lang="ko-KR" altLang="en-US" sz="1100">
                <a:solidFill>
                  <a:srgbClr val="000000"/>
                </a:solidFill>
              </a:rPr>
              <a:t>을 고치면 </a:t>
            </a:r>
            <a:r>
              <a:rPr lang="en-US" altLang="ko-KR" sz="1100">
                <a:solidFill>
                  <a:srgbClr val="000000"/>
                </a:solidFill>
              </a:rPr>
              <a:t>EQP_TASK · EQP_SIM · </a:t>
            </a:r>
            <a:r>
              <a:rPr lang="ko-KR" altLang="en-US" sz="1100">
                <a:solidFill>
                  <a:srgbClr val="000000"/>
                </a:solidFill>
              </a:rPr>
              <a:t>본 문서가 함께 바뀐다</a:t>
            </a:r>
            <a:r>
              <a:rPr lang="en-US" altLang="ko-KR" sz="110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 </a:t>
            </a:r>
            <a:r>
              <a:rPr lang="ko-KR" altLang="en-US" sz="1100">
                <a:solidFill>
                  <a:srgbClr val="000000"/>
                </a:solidFill>
              </a:rPr>
              <a:t>주소식 </a:t>
            </a:r>
            <a:r>
              <a:rPr lang="en-US" altLang="ko-KR" sz="1100">
                <a:solidFill>
                  <a:srgbClr val="000000"/>
                </a:solidFill>
              </a:rPr>
              <a:t>:  base = origin + (</a:t>
            </a:r>
            <a:r>
              <a:rPr lang="ko-KR" altLang="en-US" sz="1100">
                <a:solidFill>
                  <a:srgbClr val="000000"/>
                </a:solidFill>
              </a:rPr>
              <a:t>설비번호 </a:t>
            </a:r>
            <a:r>
              <a:rPr lang="en-US" altLang="ko-KR" sz="1100">
                <a:solidFill>
                  <a:srgbClr val="000000"/>
                </a:solidFill>
              </a:rPr>
              <a:t>- numberFrom) × stride ,  </a:t>
            </a:r>
            <a:r>
              <a:rPr lang="ko-KR" altLang="en-US" sz="1100">
                <a:solidFill>
                  <a:srgbClr val="000000"/>
                </a:solidFill>
              </a:rPr>
              <a:t>주소 </a:t>
            </a:r>
            <a:r>
              <a:rPr lang="en-US" altLang="ko-KR" sz="1100">
                <a:solidFill>
                  <a:srgbClr val="000000"/>
                </a:solidFill>
              </a:rPr>
              <a:t>= base + offset</a:t>
            </a:r>
            <a:endParaRPr lang="ko-KR" alt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187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141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랙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#4)</a:t>
            </a:r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8" y="2242386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759" y="804508"/>
            <a:ext cx="3141775" cy="2032046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D0320(%DW768)=</a:t>
            </a:r>
            <a:r>
              <a:rPr lang="ko-KR" altLang="en-US" sz="1705">
                <a:solidFill/>
                <a:latin typeface="Times New Roman"/>
              </a:rPr>
              <a:t>랙 셀</a:t>
            </a:r>
            <a:r>
              <a:rPr lang="en-US" altLang="ko-KR" sz="1705">
                <a:solidFill/>
                <a:latin typeface="Times New Roman"/>
              </a:rPr>
              <a:t>(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Bay/Level),  To : D0323(%DW771)=00/00/04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Bay/Level,</a:t>
            </a:r>
          </a:p>
          <a:p>
            <a:r>
              <a:rPr lang="en-US" sz="1705">
                <a:solidFill/>
                <a:latin typeface="Times New Roman"/>
              </a:rPr>
              <a:t>Job No : D0326(%DW774)=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237083"/>
            <a:ext cx="2237874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S/C (R0300~R0301 %RB600~%RB602)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63654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238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3" y="4689308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#1 :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랙 셀에서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의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3" dirty="0">
                <a:solidFill>
                  <a:srgbClr val="7030A0"/>
                </a:solidFill>
              </a:rPr>
              <a:t>%DW256 → %DB512  (256×2=512)</a:t>
            </a:r>
            <a:endParaRPr sz="853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7ED67-4BBB-BE28-3CB2-3F84759ECC3C}"/>
              </a:ext>
            </a:extLst>
          </p:cNvPr>
          <p:cNvSpPr txBox="1"/>
          <p:nvPr/>
        </p:nvSpPr>
        <p:spPr>
          <a:xfrm>
            <a:off x="1794711" y="5630780"/>
            <a:ext cx="7940842" cy="3548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S/C 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D0320~ 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ECS').  To = 00/00/04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#4 (S/C</a:t>
            </a:r>
            <a:r>
              <a:rPr lang="ko-KR" altLang="en-US" sz="853">
                <a:solidFill>
                  <a:srgbClr val="00008B"/>
                </a:solidFill>
              </a:rPr>
              <a:t>측 하역포트</a:t>
            </a:r>
            <a:r>
              <a:rPr lang="en-US" altLang="ko-KR" sz="853">
                <a:solidFill>
                  <a:srgbClr val="00008B"/>
                </a:solidFill>
              </a:rPr>
              <a:t>),  From = </a:t>
            </a:r>
            <a:r>
              <a:rPr lang="ko-KR" altLang="en-US" sz="853">
                <a:solidFill>
                  <a:srgbClr val="00008B"/>
                </a:solidFill>
              </a:rPr>
              <a:t>좌우</a:t>
            </a:r>
            <a:r>
              <a:rPr lang="en-US" altLang="ko-KR" sz="853">
                <a:solidFill>
                  <a:srgbClr val="00008B"/>
                </a:solidFill>
              </a:rPr>
              <a:t>(01|02)/Bay(2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)/Level(2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 </a:t>
            </a:r>
            <a:r>
              <a:rPr lang="ko-KR" altLang="en-US" sz="853">
                <a:solidFill>
                  <a:srgbClr val="00008B"/>
                </a:solidFill>
              </a:rPr>
              <a:t>랙 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E0D531-BE1C-93EC-025C-5A6E7451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95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141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랙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#4)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1491916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2" y="2322095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719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3"/>
            <a:ext cx="6754228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To = 00/00/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하역 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), From =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좌우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(01|02)/Bay/Level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셀 좌표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를 사용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— RGV(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포트↔포트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다르다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255069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5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131219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8"/>
            <a:ext cx="1297200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3"/>
            <a:ext cx="9068379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V1.3 : Transfer Complete Ack(M096.5)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(S/C #1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B0600~B0604)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 / WCS VehThread)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하역 완료</a:t>
            </a:r>
            <a:r>
              <a:rPr lang="en-US" altLang="ko-KR" sz="1705" b="1">
                <a:solidFill>
                  <a:srgbClr val="FF0000"/>
                </a:solidFill>
              </a:rPr>
              <a:t>(Unload Complete → IDLE) =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로 이송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반자동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보고 없이 </a:t>
            </a:r>
            <a:r>
              <a:rPr lang="en-US" altLang="ko-KR" sz="1705" b="1">
                <a:solidFill>
                  <a:srgbClr val="FF0000"/>
                </a:solidFill>
              </a:rPr>
              <a:t>JOB </a:t>
            </a:r>
            <a:r>
              <a:rPr lang="ko-KR" altLang="en-US" sz="1705" b="1">
                <a:solidFill>
                  <a:srgbClr val="FF0000"/>
                </a:solidFill>
              </a:rPr>
              <a:t>삭제</a:t>
            </a:r>
            <a:r>
              <a:rPr lang="en-US" altLang="ko-KR" sz="1705" b="1">
                <a:solidFill>
                  <a:srgbClr val="FF0000"/>
                </a:solidFill>
              </a:rPr>
              <a:t>, </a:t>
            </a:r>
            <a:r>
              <a:rPr lang="ko-KR" altLang="en-US" sz="1705" b="1">
                <a:solidFill>
                  <a:srgbClr val="FF0000"/>
                </a:solidFill>
              </a:rPr>
              <a:t>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(F) </a:t>
            </a:r>
            <a:r>
              <a:rPr lang="ko-KR" altLang="en-US" sz="1705" b="1">
                <a:solidFill>
                  <a:srgbClr val="FF0000"/>
                </a:solidFill>
              </a:rPr>
              <a:t>보고</a:t>
            </a:r>
            <a:endParaRPr sz="1705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1AB92F-6AD8-8A14-E5A7-83088DD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91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70358EC2-9C3C-A999-49BB-4F1FF1EB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08" name="Rectangle 4">
            <a:extLst>
              <a:ext uri="{FF2B5EF4-FFF2-40B4-BE49-F238E27FC236}">
                <a16:creationId xmlns:a16="http://schemas.microsoft.com/office/drawing/2014/main" id="{92B687CB-54D0-7773-E019-50D41CEC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3509" name="Rectangle 5">
            <a:extLst>
              <a:ext uri="{FF2B5EF4-FFF2-40B4-BE49-F238E27FC236}">
                <a16:creationId xmlns:a16="http://schemas.microsoft.com/office/drawing/2014/main" id="{43630144-3C1E-E674-54B5-BF2E18C8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3510" name="Group 6">
            <a:extLst>
              <a:ext uri="{FF2B5EF4-FFF2-40B4-BE49-F238E27FC236}">
                <a16:creationId xmlns:a16="http://schemas.microsoft.com/office/drawing/2014/main" id="{4E756539-EF8C-98BB-241B-D0F1DFFE1E82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3511" name="Line 7">
              <a:extLst>
                <a:ext uri="{FF2B5EF4-FFF2-40B4-BE49-F238E27FC236}">
                  <a16:creationId xmlns:a16="http://schemas.microsoft.com/office/drawing/2014/main" id="{3159E9B0-F220-CEC6-7438-037081DE6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3512" name="Line 8">
              <a:extLst>
                <a:ext uri="{FF2B5EF4-FFF2-40B4-BE49-F238E27FC236}">
                  <a16:creationId xmlns:a16="http://schemas.microsoft.com/office/drawing/2014/main" id="{69690E59-4381-9EFC-6D40-87F75C70A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3518" name="Text Box 14">
            <a:extLst>
              <a:ext uri="{FF2B5EF4-FFF2-40B4-BE49-F238E27FC236}">
                <a16:creationId xmlns:a16="http://schemas.microsoft.com/office/drawing/2014/main" id="{1006973E-B449-2464-BDF6-6DC14C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3557" name="Text Box 53">
            <a:extLst>
              <a:ext uri="{FF2B5EF4-FFF2-40B4-BE49-F238E27FC236}">
                <a16:creationId xmlns:a16="http://schemas.microsoft.com/office/drawing/2014/main" id="{C4853A32-0593-E41D-42BC-92E96AC2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3558" name="Group 54">
            <a:extLst>
              <a:ext uri="{FF2B5EF4-FFF2-40B4-BE49-F238E27FC236}">
                <a16:creationId xmlns:a16="http://schemas.microsoft.com/office/drawing/2014/main" id="{14B761EB-8FFA-0FB3-A032-B413EA05E199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3559" name="Rectangle 55">
              <a:extLst>
                <a:ext uri="{FF2B5EF4-FFF2-40B4-BE49-F238E27FC236}">
                  <a16:creationId xmlns:a16="http://schemas.microsoft.com/office/drawing/2014/main" id="{C79A217C-60DC-7F5C-089C-331BA13C5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3560" name="Rectangle 56">
              <a:extLst>
                <a:ext uri="{FF2B5EF4-FFF2-40B4-BE49-F238E27FC236}">
                  <a16:creationId xmlns:a16="http://schemas.microsoft.com/office/drawing/2014/main" id="{09CFD69E-6B34-B7D1-204C-34E5A15B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3561" name="AutoShape 57">
            <a:extLst>
              <a:ext uri="{FF2B5EF4-FFF2-40B4-BE49-F238E27FC236}">
                <a16:creationId xmlns:a16="http://schemas.microsoft.com/office/drawing/2014/main" id="{0529F277-C4EB-F2FB-D087-D3FD6BDE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899" y="107532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2" name="AutoShape 58">
            <a:extLst>
              <a:ext uri="{FF2B5EF4-FFF2-40B4-BE49-F238E27FC236}">
                <a16:creationId xmlns:a16="http://schemas.microsoft.com/office/drawing/2014/main" id="{F1B9359C-06A6-1290-3687-7D2699E753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57347" y="583531"/>
            <a:ext cx="169947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3" name="Text Box 59">
            <a:extLst>
              <a:ext uri="{FF2B5EF4-FFF2-40B4-BE49-F238E27FC236}">
                <a16:creationId xmlns:a16="http://schemas.microsoft.com/office/drawing/2014/main" id="{D7AAD8FB-94FA-D6FD-1835-405BD604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9564" y="1245268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3564" name="Text Box 60">
            <a:extLst>
              <a:ext uri="{FF2B5EF4-FFF2-40B4-BE49-F238E27FC236}">
                <a16:creationId xmlns:a16="http://schemas.microsoft.com/office/drawing/2014/main" id="{B7B98C2E-28BE-BFCA-1284-A0EF269E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740427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#4 → #3 → RGV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3565" name="Text Box 61">
            <a:extLst>
              <a:ext uri="{FF2B5EF4-FFF2-40B4-BE49-F238E27FC236}">
                <a16:creationId xmlns:a16="http://schemas.microsoft.com/office/drawing/2014/main" id="{C8809712-4046-4CE6-9D3A-11ADA50AA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3566" name="Text Box 62">
            <a:extLst>
              <a:ext uri="{FF2B5EF4-FFF2-40B4-BE49-F238E27FC236}">
                <a16:creationId xmlns:a16="http://schemas.microsoft.com/office/drawing/2014/main" id="{2BFDF2E9-C815-54C5-7EA4-91107782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67" name="Line 63">
            <a:extLst>
              <a:ext uri="{FF2B5EF4-FFF2-40B4-BE49-F238E27FC236}">
                <a16:creationId xmlns:a16="http://schemas.microsoft.com/office/drawing/2014/main" id="{384994EE-2198-B38A-A793-D3C5FF79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68" name="Text Box 64">
            <a:extLst>
              <a:ext uri="{FF2B5EF4-FFF2-40B4-BE49-F238E27FC236}">
                <a16:creationId xmlns:a16="http://schemas.microsoft.com/office/drawing/2014/main" id="{4B8DB408-473A-6C67-77E6-4909B9C9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69" name="Line 65">
            <a:extLst>
              <a:ext uri="{FF2B5EF4-FFF2-40B4-BE49-F238E27FC236}">
                <a16:creationId xmlns:a16="http://schemas.microsoft.com/office/drawing/2014/main" id="{8F70801C-F297-4E43-C112-2F30AC78F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0" name="Text Box 66">
            <a:extLst>
              <a:ext uri="{FF2B5EF4-FFF2-40B4-BE49-F238E27FC236}">
                <a16:creationId xmlns:a16="http://schemas.microsoft.com/office/drawing/2014/main" id="{8F07FB36-F688-F62A-3DB4-592DD35D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%MX292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71" name="Text Box 67">
            <a:extLst>
              <a:ext uri="{FF2B5EF4-FFF2-40B4-BE49-F238E27FC236}">
                <a16:creationId xmlns:a16="http://schemas.microsoft.com/office/drawing/2014/main" id="{81D63802-4352-4620-763B-34BF0F56F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33572" name="Line 68">
            <a:extLst>
              <a:ext uri="{FF2B5EF4-FFF2-40B4-BE49-F238E27FC236}">
                <a16:creationId xmlns:a16="http://schemas.microsoft.com/office/drawing/2014/main" id="{C47FBE3B-F4A7-4263-3BD0-DF9959B9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3" name="Text Box 69">
            <a:extLst>
              <a:ext uri="{FF2B5EF4-FFF2-40B4-BE49-F238E27FC236}">
                <a16:creationId xmlns:a16="http://schemas.microsoft.com/office/drawing/2014/main" id="{7636475B-2821-1441-D428-FFC46B52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809" y="196566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%MX1300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74" name="Text Box 70">
            <a:extLst>
              <a:ext uri="{FF2B5EF4-FFF2-40B4-BE49-F238E27FC236}">
                <a16:creationId xmlns:a16="http://schemas.microsoft.com/office/drawing/2014/main" id="{B76FC19B-6976-900B-043B-FB7EB31A7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33575" name="Text Box 71">
            <a:extLst>
              <a:ext uri="{FF2B5EF4-FFF2-40B4-BE49-F238E27FC236}">
                <a16:creationId xmlns:a16="http://schemas.microsoft.com/office/drawing/2014/main" id="{0BD13E6E-AFE1-AA8E-19EA-B2D129A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44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%MX1300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76" name="Text Box 72">
            <a:extLst>
              <a:ext uri="{FF2B5EF4-FFF2-40B4-BE49-F238E27FC236}">
                <a16:creationId xmlns:a16="http://schemas.microsoft.com/office/drawing/2014/main" id="{97BFA956-432D-B0D4-D98F-B48A15A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33577" name="Text Box 73">
            <a:extLst>
              <a:ext uri="{FF2B5EF4-FFF2-40B4-BE49-F238E27FC236}">
                <a16:creationId xmlns:a16="http://schemas.microsoft.com/office/drawing/2014/main" id="{8DC1ED3F-DC0D-F3E6-A007-68A18B01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496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%MX292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78" name="Text Box 74">
            <a:extLst>
              <a:ext uri="{FF2B5EF4-FFF2-40B4-BE49-F238E27FC236}">
                <a16:creationId xmlns:a16="http://schemas.microsoft.com/office/drawing/2014/main" id="{ADAB9441-6D69-27F3-9AC2-8A3BEFD2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33579" name="Line 75">
            <a:extLst>
              <a:ext uri="{FF2B5EF4-FFF2-40B4-BE49-F238E27FC236}">
                <a16:creationId xmlns:a16="http://schemas.microsoft.com/office/drawing/2014/main" id="{C5EEC5B4-2409-61E3-DAE9-5E7298DF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0" name="Text Box 76">
            <a:extLst>
              <a:ext uri="{FF2B5EF4-FFF2-40B4-BE49-F238E27FC236}">
                <a16:creationId xmlns:a16="http://schemas.microsoft.com/office/drawing/2014/main" id="{E629B58D-9674-6365-6A17-EAB8CDAB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출고대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3581" name="Line 77">
            <a:extLst>
              <a:ext uri="{FF2B5EF4-FFF2-40B4-BE49-F238E27FC236}">
                <a16:creationId xmlns:a16="http://schemas.microsoft.com/office/drawing/2014/main" id="{AE2245C4-4E03-D514-FB39-334715A94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2" name="Text Box 78">
            <a:extLst>
              <a:ext uri="{FF2B5EF4-FFF2-40B4-BE49-F238E27FC236}">
                <a16:creationId xmlns:a16="http://schemas.microsoft.com/office/drawing/2014/main" id="{7D91AE98-A12B-0445-C22B-61DEF927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56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Check(D0301 → %DW481(%DB962))</a:t>
            </a:r>
          </a:p>
        </p:txBody>
      </p:sp>
      <p:sp>
        <p:nvSpPr>
          <p:cNvPr id="533583" name="Text Box 79">
            <a:extLst>
              <a:ext uri="{FF2B5EF4-FFF2-40B4-BE49-F238E27FC236}">
                <a16:creationId xmlns:a16="http://schemas.microsoft.com/office/drawing/2014/main" id="{974C701B-2D53-AF53-3380-9CCFD6EA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입고 0, 출고 1</a:t>
            </a:r>
          </a:p>
        </p:txBody>
      </p:sp>
      <p:sp>
        <p:nvSpPr>
          <p:cNvPr id="533584" name="Line 80">
            <a:extLst>
              <a:ext uri="{FF2B5EF4-FFF2-40B4-BE49-F238E27FC236}">
                <a16:creationId xmlns:a16="http://schemas.microsoft.com/office/drawing/2014/main" id="{B0790009-FCDE-DF23-1924-4084E20B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5" name="Text Box 81">
            <a:extLst>
              <a:ext uri="{FF2B5EF4-FFF2-40B4-BE49-F238E27FC236}">
                <a16:creationId xmlns:a16="http://schemas.microsoft.com/office/drawing/2014/main" id="{417D5E0F-3FFC-A588-8A3C-9DEECE09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586" name="Text Box 82">
            <a:extLst>
              <a:ext uri="{FF2B5EF4-FFF2-40B4-BE49-F238E27FC236}">
                <a16:creationId xmlns:a16="http://schemas.microsoft.com/office/drawing/2014/main" id="{E476DEE1-02E3-887A-3D82-DF6ADCD5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947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D0301 → %DW481(%DB962) “1”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3587" name="AutoShape 83">
            <a:extLst>
              <a:ext uri="{FF2B5EF4-FFF2-40B4-BE49-F238E27FC236}">
                <a16:creationId xmlns:a16="http://schemas.microsoft.com/office/drawing/2014/main" id="{41F24FDC-0743-06D3-9410-E5FE5CB6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(R0012~R0013 %RB24~%RB26)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588" name="Freeform 84">
            <a:extLst>
              <a:ext uri="{FF2B5EF4-FFF2-40B4-BE49-F238E27FC236}">
                <a16:creationId xmlns:a16="http://schemas.microsoft.com/office/drawing/2014/main" id="{13C6F9D3-ECE1-92EF-7B4A-874D0EC0DCE1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9" name="Text Box 85">
            <a:extLst>
              <a:ext uri="{FF2B5EF4-FFF2-40B4-BE49-F238E27FC236}">
                <a16:creationId xmlns:a16="http://schemas.microsoft.com/office/drawing/2014/main" id="{8C22392F-D766-3286-5F80-DE3A730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3590" name="Text Box 86">
            <a:extLst>
              <a:ext uri="{FF2B5EF4-FFF2-40B4-BE49-F238E27FC236}">
                <a16:creationId xmlns:a16="http://schemas.microsoft.com/office/drawing/2014/main" id="{D4A39BC3-5F99-2432-10B8-7653793C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3591" name="Text Box 87">
            <a:extLst>
              <a:ext uri="{FF2B5EF4-FFF2-40B4-BE49-F238E27FC236}">
                <a16:creationId xmlns:a16="http://schemas.microsoft.com/office/drawing/2014/main" id="{1E927574-7FFD-0A38-75F6-D426214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3592" name="Text Box 88">
            <a:extLst>
              <a:ext uri="{FF2B5EF4-FFF2-40B4-BE49-F238E27FC236}">
                <a16:creationId xmlns:a16="http://schemas.microsoft.com/office/drawing/2014/main" id="{C7FF51BB-940A-63E8-289F-353ECE2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93" name="Line 89">
            <a:extLst>
              <a:ext uri="{FF2B5EF4-FFF2-40B4-BE49-F238E27FC236}">
                <a16:creationId xmlns:a16="http://schemas.microsoft.com/office/drawing/2014/main" id="{CC7FFA3B-DBF5-6F41-12F9-23AFAE7CC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4" name="Text Box 90">
            <a:extLst>
              <a:ext uri="{FF2B5EF4-FFF2-40B4-BE49-F238E27FC236}">
                <a16:creationId xmlns:a16="http://schemas.microsoft.com/office/drawing/2014/main" id="{F7EC59EA-A5E8-A144-38D4-F979571D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95" name="Text Box 91">
            <a:extLst>
              <a:ext uri="{FF2B5EF4-FFF2-40B4-BE49-F238E27FC236}">
                <a16:creationId xmlns:a16="http://schemas.microsoft.com/office/drawing/2014/main" id="{AD5A3DB5-6D95-06A5-54CF-876AA980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96" name="Line 92">
            <a:extLst>
              <a:ext uri="{FF2B5EF4-FFF2-40B4-BE49-F238E27FC236}">
                <a16:creationId xmlns:a16="http://schemas.microsoft.com/office/drawing/2014/main" id="{B1EEEB2D-C38E-5695-1E81-8F34809E6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7" name="Text Box 93">
            <a:extLst>
              <a:ext uri="{FF2B5EF4-FFF2-40B4-BE49-F238E27FC236}">
                <a16:creationId xmlns:a16="http://schemas.microsoft.com/office/drawing/2014/main" id="{B5504981-CB1E-56EC-61A0-51018F1A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98" name="Text Box 94">
            <a:extLst>
              <a:ext uri="{FF2B5EF4-FFF2-40B4-BE49-F238E27FC236}">
                <a16:creationId xmlns:a16="http://schemas.microsoft.com/office/drawing/2014/main" id="{84A00CDF-AE65-C22C-A3D7-4B5B06959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3599" name="Freeform 95">
            <a:extLst>
              <a:ext uri="{FF2B5EF4-FFF2-40B4-BE49-F238E27FC236}">
                <a16:creationId xmlns:a16="http://schemas.microsoft.com/office/drawing/2014/main" id="{66BF3986-84F0-065C-C7B8-2A7B0455679D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600" name="AutoShape 96">
            <a:extLst>
              <a:ext uri="{FF2B5EF4-FFF2-40B4-BE49-F238E27FC236}">
                <a16:creationId xmlns:a16="http://schemas.microsoft.com/office/drawing/2014/main" id="{C03259B5-9CAB-E4D0-A7DE-2B3EAAD0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NO(R0010~R0011 %RB20~%RB22)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601" name="Text Box 97">
            <a:extLst>
              <a:ext uri="{FF2B5EF4-FFF2-40B4-BE49-F238E27FC236}">
                <a16:creationId xmlns:a16="http://schemas.microsoft.com/office/drawing/2014/main" id="{60CBCFBA-742A-9C66-C594-BEB94A04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3602" name="TextBox 533601"/>
          <p:cNvSpPr txBox="1"/>
          <p:nvPr/>
        </p:nvSpPr>
        <p:spPr>
          <a:xfrm>
            <a:off x="1437524" y="6063301"/>
            <a:ext cx="8634161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방향 전환 가드 미구현</a:t>
            </a:r>
            <a:r>
              <a:rPr lang="en-US" altLang="ko-KR" sz="1705" b="1">
                <a:solidFill>
                  <a:srgbClr val="FF0000"/>
                </a:solidFill>
              </a:rPr>
              <a:t>(ECSDispatcher.cs — </a:t>
            </a:r>
            <a:r>
              <a:rPr lang="ko-KR" altLang="en-US" sz="1705" b="1">
                <a:solidFill>
                  <a:srgbClr val="FF0000"/>
                </a:solidFill>
              </a:rPr>
              <a:t>현재모드만 비교 후 즉시 전환</a:t>
            </a:r>
            <a:r>
              <a:rPr lang="en-US" altLang="ko-KR" sz="1705" b="1">
                <a:solidFill>
                  <a:srgbClr val="FF0000"/>
                </a:solidFill>
              </a:rPr>
              <a:t>) / IN_READY_02·OPERATION_MODE </a:t>
            </a:r>
            <a:r>
              <a:rPr lang="ko-KR" altLang="en-US" sz="1705" b="1">
                <a:solidFill>
                  <a:srgbClr val="FF0000"/>
                </a:solidFill>
              </a:rPr>
              <a:t>는 판독만 하고 배차 조건에 미활용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C/V #2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S/C #1 </a:t>
            </a:r>
            <a:r>
              <a:rPr lang="ko-KR" altLang="en-US" sz="1705" b="1">
                <a:solidFill>
                  <a:srgbClr val="FF0000"/>
                </a:solidFill>
              </a:rPr>
              <a:t>의 입고</a:t>
            </a:r>
            <a:r>
              <a:rPr lang="en-US" altLang="ko-KR" sz="1705" b="1">
                <a:solidFill>
                  <a:srgbClr val="FF0000"/>
                </a:solidFill>
              </a:rPr>
              <a:t>·</a:t>
            </a:r>
            <a:r>
              <a:rPr lang="ko-KR" altLang="en-US" sz="1705" b="1">
                <a:solidFill>
                  <a:srgbClr val="FF0000"/>
                </a:solidFill>
              </a:rPr>
              <a:t>출고 겸용 통로</a:t>
            </a:r>
            <a:r>
              <a:rPr lang="en-US" altLang="ko-KR" sz="1705" b="1">
                <a:solidFill>
                  <a:srgbClr val="FF0000"/>
                </a:solidFill>
              </a:rPr>
              <a:t>(</a:t>
            </a:r>
            <a:r>
              <a:rPr lang="ko-KR" altLang="en-US" sz="1705" b="1">
                <a:solidFill>
                  <a:srgbClr val="FF0000"/>
                </a:solidFill>
              </a:rPr>
              <a:t>방향전환형</a:t>
            </a:r>
            <a:r>
              <a:rPr lang="en-US" altLang="ko-KR" sz="1705" b="1">
                <a:solidFill>
                  <a:srgbClr val="FF0000"/>
                </a:solidFill>
              </a:rPr>
              <a:t>). </a:t>
            </a:r>
            <a:r>
              <a:rPr lang="ko-KR" altLang="en-US" sz="1705" b="1">
                <a:solidFill>
                  <a:srgbClr val="FF0000"/>
                </a:solidFill>
              </a:rPr>
              <a:t>출고 방향값 </a:t>
            </a:r>
            <a:r>
              <a:rPr lang="en-US" altLang="ko-KR" sz="1705" b="1">
                <a:solidFill>
                  <a:srgbClr val="FF0000"/>
                </a:solidFill>
              </a:rPr>
              <a:t>= 1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130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>
            <a:extLst>
              <a:ext uri="{FF2B5EF4-FFF2-40B4-BE49-F238E27FC236}">
                <a16:creationId xmlns:a16="http://schemas.microsoft.com/office/drawing/2014/main" id="{4AA782E3-BF2A-C5BE-1026-7549A3C1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7522893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#4 → #3 → RGV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E273624-EC1A-D2A3-09EC-CF386B37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24D1DEE5-DC09-72BA-904E-B20931B7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4533" name="Rectangle 5">
            <a:extLst>
              <a:ext uri="{FF2B5EF4-FFF2-40B4-BE49-F238E27FC236}">
                <a16:creationId xmlns:a16="http://schemas.microsoft.com/office/drawing/2014/main" id="{A8CC38E1-84CA-EAD9-E2B6-AC545BAD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F1A5004D-84C0-4823-36E7-20B2B06FD640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4144879"/>
            <a:chOff x="1125" y="1346"/>
            <a:chExt cx="2169" cy="4722"/>
          </a:xfrm>
        </p:grpSpPr>
        <p:sp>
          <p:nvSpPr>
            <p:cNvPr id="534535" name="Line 7">
              <a:extLst>
                <a:ext uri="{FF2B5EF4-FFF2-40B4-BE49-F238E27FC236}">
                  <a16:creationId xmlns:a16="http://schemas.microsoft.com/office/drawing/2014/main" id="{C70A90B0-E15C-3305-BD93-4A1B7DD1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4536" name="Line 8">
              <a:extLst>
                <a:ext uri="{FF2B5EF4-FFF2-40B4-BE49-F238E27FC236}">
                  <a16:creationId xmlns:a16="http://schemas.microsoft.com/office/drawing/2014/main" id="{007EE21A-CF1E-1B1A-EA01-1C5D44CB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4542" name="Text Box 14">
            <a:extLst>
              <a:ext uri="{FF2B5EF4-FFF2-40B4-BE49-F238E27FC236}">
                <a16:creationId xmlns:a16="http://schemas.microsoft.com/office/drawing/2014/main" id="{00B3AD84-A7BF-DC0B-46E7-337CB715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4557" name="Group 29">
            <a:extLst>
              <a:ext uri="{FF2B5EF4-FFF2-40B4-BE49-F238E27FC236}">
                <a16:creationId xmlns:a16="http://schemas.microsoft.com/office/drawing/2014/main" id="{D682007A-0F9A-C266-8752-CE01BB726E4F}"/>
              </a:ext>
            </a:extLst>
          </p:cNvPr>
          <p:cNvGrpSpPr>
            <a:grpSpLocks/>
          </p:cNvGrpSpPr>
          <p:nvPr/>
        </p:nvGrpSpPr>
        <p:grpSpPr bwMode="auto">
          <a:xfrm>
            <a:off x="9834813" y="634666"/>
            <a:ext cx="341397" cy="681289"/>
            <a:chOff x="995" y="2643"/>
            <a:chExt cx="227" cy="453"/>
          </a:xfrm>
        </p:grpSpPr>
        <p:sp>
          <p:nvSpPr>
            <p:cNvPr id="534558" name="Rectangle 30">
              <a:extLst>
                <a:ext uri="{FF2B5EF4-FFF2-40B4-BE49-F238E27FC236}">
                  <a16:creationId xmlns:a16="http://schemas.microsoft.com/office/drawing/2014/main" id="{C72DCFD1-CFE8-F78E-0C84-8FD38EDC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4559" name="Rectangle 31">
              <a:extLst>
                <a:ext uri="{FF2B5EF4-FFF2-40B4-BE49-F238E27FC236}">
                  <a16:creationId xmlns:a16="http://schemas.microsoft.com/office/drawing/2014/main" id="{C6951F39-1C5E-E5A8-F47C-3AB3BA74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4560" name="AutoShape 32">
            <a:extLst>
              <a:ext uri="{FF2B5EF4-FFF2-40B4-BE49-F238E27FC236}">
                <a16:creationId xmlns:a16="http://schemas.microsoft.com/office/drawing/2014/main" id="{C7B94BA7-FCC2-8934-021D-EB1576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363" y="114600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1" name="AutoShape 33">
            <a:extLst>
              <a:ext uri="{FF2B5EF4-FFF2-40B4-BE49-F238E27FC236}">
                <a16:creationId xmlns:a16="http://schemas.microsoft.com/office/drawing/2014/main" id="{C6AA9A68-E3C3-EFB8-E6C6-6B30EDFB8E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3813" y="654218"/>
            <a:ext cx="169946" cy="169946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D8F212AC-C384-03C4-2EC4-1F27CFB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028" y="1315954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394CBC0-D2BD-D25A-CFCA-C6AAAF22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CA1D7020-2A9E-88FD-B78B-E0452BB9D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4565" name="Line 37">
            <a:extLst>
              <a:ext uri="{FF2B5EF4-FFF2-40B4-BE49-F238E27FC236}">
                <a16:creationId xmlns:a16="http://schemas.microsoft.com/office/drawing/2014/main" id="{61C141DA-F898-A101-0F4C-A670E132D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DA58B013-A827-47D4-C0E4-DEF4AFA5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%MX289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B8C7016-1157-AA78-A33F-0E9BEA88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4568" name="Line 40">
            <a:extLst>
              <a:ext uri="{FF2B5EF4-FFF2-40B4-BE49-F238E27FC236}">
                <a16:creationId xmlns:a16="http://schemas.microsoft.com/office/drawing/2014/main" id="{8D6FFBAD-AC20-3860-8FE1-8563D64BE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061B748B-D334-1C26-E28B-A7D99790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748" y="3503716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%MX1297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4570" name="Text Box 42">
            <a:extLst>
              <a:ext uri="{FF2B5EF4-FFF2-40B4-BE49-F238E27FC236}">
                <a16:creationId xmlns:a16="http://schemas.microsoft.com/office/drawing/2014/main" id="{3F0B89E8-8604-B7EA-6AF4-56C6EA6B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4571" name="Line 43">
            <a:extLst>
              <a:ext uri="{FF2B5EF4-FFF2-40B4-BE49-F238E27FC236}">
                <a16:creationId xmlns:a16="http://schemas.microsoft.com/office/drawing/2014/main" id="{DAA197E4-B665-5FD6-35BD-195F4C59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FE70E080-A169-1720-D322-DEC99F0C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88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%MX1297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51D7FE5E-2F56-D7B2-5655-0A172BA0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F65DB8D0-B2B4-140E-8E17-3D347B94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4575" name="Line 47">
            <a:extLst>
              <a:ext uri="{FF2B5EF4-FFF2-40B4-BE49-F238E27FC236}">
                <a16:creationId xmlns:a16="http://schemas.microsoft.com/office/drawing/2014/main" id="{1AD6AF4F-A690-F3E9-6B9A-04B14B644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29557B46-D4A5-DF96-9663-5359C43B1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77" name="Line 49">
            <a:extLst>
              <a:ext uri="{FF2B5EF4-FFF2-40B4-BE49-F238E27FC236}">
                <a16:creationId xmlns:a16="http://schemas.microsoft.com/office/drawing/2014/main" id="{5AC7D4EF-4CDE-C605-F13C-CE4FB97C0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B737D5A-042C-B82B-422D-2D2A19C4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31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2F9AC8B2-49CE-5316-5B9D-A5AD8844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0" name="Text Box 52">
            <a:extLst>
              <a:ext uri="{FF2B5EF4-FFF2-40B4-BE49-F238E27FC236}">
                <a16:creationId xmlns:a16="http://schemas.microsoft.com/office/drawing/2014/main" id="{FF0F4938-FE93-2E57-5B68-9A5C072F8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%MX289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81" name="Text Box 53">
            <a:extLst>
              <a:ext uri="{FF2B5EF4-FFF2-40B4-BE49-F238E27FC236}">
                <a16:creationId xmlns:a16="http://schemas.microsoft.com/office/drawing/2014/main" id="{AC4CB840-9EDF-AF3D-5890-4956AFD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4582" name="Line 54">
            <a:extLst>
              <a:ext uri="{FF2B5EF4-FFF2-40B4-BE49-F238E27FC236}">
                <a16:creationId xmlns:a16="http://schemas.microsoft.com/office/drawing/2014/main" id="{BDAB8D9D-2CB3-641A-2335-F2C3A245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3" name="Freeform 55">
            <a:extLst>
              <a:ext uri="{FF2B5EF4-FFF2-40B4-BE49-F238E27FC236}">
                <a16:creationId xmlns:a16="http://schemas.microsoft.com/office/drawing/2014/main" id="{A546262F-C695-F296-16D3-95976DA85B88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4" name="AutoShape 56">
            <a:extLst>
              <a:ext uri="{FF2B5EF4-FFF2-40B4-BE49-F238E27FC236}">
                <a16:creationId xmlns:a16="http://schemas.microsoft.com/office/drawing/2014/main" id="{20CA4675-9095-C921-B292-9ECB8E08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(R0010~R0011 %RB20~%RB22)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4585" name="Line 57">
            <a:extLst>
              <a:ext uri="{FF2B5EF4-FFF2-40B4-BE49-F238E27FC236}">
                <a16:creationId xmlns:a16="http://schemas.microsoft.com/office/drawing/2014/main" id="{7D0D25D4-3E30-533E-288F-0059389E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E9652FE8-CF28-9CB4-608D-035C826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M018.6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4587" name="Text Box 59">
            <a:extLst>
              <a:ext uri="{FF2B5EF4-FFF2-40B4-BE49-F238E27FC236}">
                <a16:creationId xmlns:a16="http://schemas.microsoft.com/office/drawing/2014/main" id="{F8A4651C-D00F-AD92-76FC-4766231B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8" name="Text Box 60">
            <a:extLst>
              <a:ext uri="{FF2B5EF4-FFF2-40B4-BE49-F238E27FC236}">
                <a16:creationId xmlns:a16="http://schemas.microsoft.com/office/drawing/2014/main" id="{B42800D1-F70C-959E-44A8-9129D59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44" y="5406691"/>
            <a:ext cx="6754227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출고의 경우는 입고의 반대 순서대로 진행되면 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.</a:t>
            </a:r>
          </a:p>
        </p:txBody>
      </p:sp>
      <p:sp>
        <p:nvSpPr>
          <p:cNvPr id="534589" name="TextBox 534588"/>
          <p:cNvSpPr txBox="1"/>
          <p:nvPr/>
        </p:nvSpPr>
        <p:spPr>
          <a:xfrm>
            <a:off x="1530016" y="6020603"/>
            <a:ext cx="8229600" cy="166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Ack OFF </a:t>
            </a:r>
            <a:r>
              <a:rPr lang="ko-KR" altLang="en-US" sz="1705" b="1">
                <a:solidFill>
                  <a:srgbClr val="FF0000"/>
                </a:solidFill>
              </a:rPr>
              <a:t>처리 없음 </a:t>
            </a:r>
            <a:r>
              <a:rPr lang="en-US" altLang="ko-KR" sz="1705" b="1">
                <a:solidFill>
                  <a:srgbClr val="FF0000"/>
                </a:solidFill>
              </a:rPr>
              <a:t>— PLC </a:t>
            </a:r>
            <a:r>
              <a:rPr lang="ko-KR" altLang="en-US" sz="1705" b="1">
                <a:solidFill>
                  <a:srgbClr val="FF0000"/>
                </a:solidFill>
              </a:rPr>
              <a:t>래더의 </a:t>
            </a:r>
            <a:r>
              <a:rPr lang="en-US" altLang="ko-KR" sz="1705" b="1">
                <a:solidFill>
                  <a:srgbClr val="FF0000"/>
                </a:solidFill>
              </a:rPr>
              <a:t>Ack </a:t>
            </a:r>
            <a:r>
              <a:rPr lang="ko-KR" altLang="en-US" sz="1705" b="1">
                <a:solidFill>
                  <a:srgbClr val="FF0000"/>
                </a:solidFill>
              </a:rPr>
              <a:t>리셋 전제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M018.1(%MX289) 'Unload Complete#1' </a:t>
            </a:r>
            <a:r>
              <a:rPr lang="ko-KR" altLang="en-US" sz="1705" b="1">
                <a:solidFill>
                  <a:srgbClr val="FF0000"/>
                </a:solidFill>
              </a:rPr>
              <a:t>는 정상 표기 </a:t>
            </a:r>
            <a:r>
              <a:rPr lang="en-US" altLang="ko-KR" sz="1705" b="1">
                <a:solidFill>
                  <a:srgbClr val="FF0000"/>
                </a:solidFill>
              </a:rPr>
              <a:t>— </a:t>
            </a:r>
            <a:r>
              <a:rPr lang="ko-KR" altLang="en-US" sz="1705" b="1">
                <a:solidFill>
                  <a:srgbClr val="FF0000"/>
                </a:solidFill>
              </a:rPr>
              <a:t>신호명이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기준이므로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가 화물을 실어가면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'</a:t>
            </a:r>
            <a:r>
              <a:rPr lang="ko-KR" altLang="en-US" sz="1705" b="1">
                <a:solidFill>
                  <a:srgbClr val="FF0000"/>
                </a:solidFill>
              </a:rPr>
              <a:t>하역완료</a:t>
            </a:r>
            <a:r>
              <a:rPr lang="en-US" altLang="ko-KR" sz="1705" b="1">
                <a:solidFill>
                  <a:srgbClr val="FF0000"/>
                </a:solidFill>
              </a:rPr>
              <a:t>(Unload)' </a:t>
            </a:r>
            <a:r>
              <a:rPr lang="ko-KR" altLang="en-US" sz="1705" b="1">
                <a:solidFill>
                  <a:srgbClr val="FF0000"/>
                </a:solidFill>
              </a:rPr>
              <a:t>를 보고한다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운영</a:t>
            </a:r>
            <a:r>
              <a:rPr lang="en-US" altLang="ko-KR" sz="1705" b="1">
                <a:solidFill>
                  <a:srgbClr val="FF0000"/>
                </a:solidFill>
              </a:rPr>
              <a:t>DB </a:t>
            </a:r>
            <a:r>
              <a:rPr lang="ko-KR" altLang="en-US" sz="1705" b="1">
                <a:solidFill>
                  <a:srgbClr val="FF0000"/>
                </a:solidFill>
              </a:rPr>
              <a:t>태그도 </a:t>
            </a:r>
            <a:r>
              <a:rPr lang="en-US" altLang="ko-KR" sz="1705" b="1">
                <a:solidFill>
                  <a:srgbClr val="FF0000"/>
                </a:solidFill>
              </a:rPr>
              <a:t>CONVEYOR:2.UNLOAD_COMPLETE_01 </a:t>
            </a:r>
            <a:r>
              <a:rPr lang="ko-KR" altLang="en-US" sz="1705" b="1">
                <a:solidFill>
                  <a:srgbClr val="FF0000"/>
                </a:solidFill>
              </a:rPr>
              <a:t>로 일치</a:t>
            </a:r>
          </a:p>
          <a:p>
            <a:r>
              <a:rPr lang="ko-KR" altLang="en-US" sz="1705" b="1">
                <a:solidFill>
                  <a:srgbClr val="FF0000"/>
                </a:solidFill>
              </a:rPr>
              <a:t>→ 다음 </a:t>
            </a:r>
            <a:r>
              <a:rPr lang="en-US" altLang="ko-KR" sz="1705" b="1">
                <a:solidFill>
                  <a:srgbClr val="FF0000"/>
                </a:solidFill>
              </a:rPr>
              <a:t>: RGV #1 </a:t>
            </a:r>
            <a:r>
              <a:rPr lang="ko-KR" altLang="en-US" sz="1705" b="1">
                <a:solidFill>
                  <a:srgbClr val="FF0000"/>
                </a:solidFill>
              </a:rPr>
              <a:t>이 </a:t>
            </a:r>
            <a:r>
              <a:rPr lang="en-US" altLang="ko-KR" sz="1705" b="1">
                <a:solidFill>
                  <a:srgbClr val="FF0000"/>
                </a:solidFill>
              </a:rPr>
              <a:t>#4 </a:t>
            </a:r>
            <a:r>
              <a:rPr lang="ko-KR" altLang="en-US" sz="1705" b="1">
                <a:solidFill>
                  <a:srgbClr val="FF0000"/>
                </a:solidFill>
              </a:rPr>
              <a:t>에서 </a:t>
            </a:r>
            <a:r>
              <a:rPr lang="en-US" altLang="ko-KR" sz="1705" b="1">
                <a:solidFill>
                  <a:srgbClr val="FF0000"/>
                </a:solidFill>
              </a:rPr>
              <a:t>Load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(④ RGV </a:t>
            </a:r>
            <a:r>
              <a:rPr lang="ko-KR" altLang="en-US" sz="1705" b="1">
                <a:solidFill>
                  <a:srgbClr val="FF0000"/>
                </a:solidFill>
              </a:rPr>
              <a:t>반송의 </a:t>
            </a:r>
            <a:r>
              <a:rPr lang="en-US" altLang="ko-KR" sz="1705" b="1">
                <a:solidFill>
                  <a:srgbClr val="FF0000"/>
                </a:solidFill>
              </a:rPr>
              <a:t>Load Complete </a:t>
            </a:r>
            <a:r>
              <a:rPr lang="ko-KR" altLang="en-US" sz="1705" b="1">
                <a:solidFill>
                  <a:srgbClr val="FF0000"/>
                </a:solidFill>
              </a:rPr>
              <a:t>와 동일 시점</a:t>
            </a:r>
            <a:r>
              <a:rPr lang="en-US" altLang="ko-KR" sz="1705" b="1">
                <a:solidFill>
                  <a:srgbClr val="FF0000"/>
                </a:solidFill>
              </a:rPr>
              <a:t>)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233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#3 → #21)</a:t>
            </a:r>
          </a:p>
        </p:txBody>
      </p:sp>
      <p:sp>
        <p:nvSpPr>
          <p:cNvPr id="535606" name="AutoShape 54">
            <a:extLst>
              <a:ext uri="{FF2B5EF4-FFF2-40B4-BE49-F238E27FC236}">
                <a16:creationId xmlns:a16="http://schemas.microsoft.com/office/drawing/2014/main" id="{50EBBCE3-AB51-261A-1268-ED2501E1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9" y="2242386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826" y="949654"/>
            <a:ext cx="2859644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D0370(%DW848)=00/00/03,  To : D0373(%DW851)=00/00/21,</a:t>
            </a:r>
          </a:p>
          <a:p>
            <a:r>
              <a:rPr lang="en-US" sz="1705">
                <a:solidFill/>
                <a:latin typeface="Times New Roman"/>
              </a:rPr>
              <a:t>Job No : D0376(%DW854)=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35619" name="Group 67">
            <a:extLst>
              <a:ext uri="{FF2B5EF4-FFF2-40B4-BE49-F238E27FC236}">
                <a16:creationId xmlns:a16="http://schemas.microsoft.com/office/drawing/2014/main" id="{EDD0A87F-B2AD-A96E-5780-5AA9F4481081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5620" name="Rectangle 68">
              <a:extLst>
                <a:ext uri="{FF2B5EF4-FFF2-40B4-BE49-F238E27FC236}">
                  <a16:creationId xmlns:a16="http://schemas.microsoft.com/office/drawing/2014/main" id="{D214D6ED-62AC-17AB-5032-3ED04665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5621" name="Rectangle 69">
              <a:extLst>
                <a:ext uri="{FF2B5EF4-FFF2-40B4-BE49-F238E27FC236}">
                  <a16:creationId xmlns:a16="http://schemas.microsoft.com/office/drawing/2014/main" id="{EE95829E-086C-F087-0308-D9211A16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5622" name="Group 70">
            <a:extLst>
              <a:ext uri="{FF2B5EF4-FFF2-40B4-BE49-F238E27FC236}">
                <a16:creationId xmlns:a16="http://schemas.microsoft.com/office/drawing/2014/main" id="{C8208F65-F3BF-D341-D040-CB38E56E426F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5623" name="Rectangle 71">
              <a:extLst>
                <a:ext uri="{FF2B5EF4-FFF2-40B4-BE49-F238E27FC236}">
                  <a16:creationId xmlns:a16="http://schemas.microsoft.com/office/drawing/2014/main" id="{5FE08C84-5404-044B-5082-B49FE72BB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5624" name="Rectangle 72">
              <a:extLst>
                <a:ext uri="{FF2B5EF4-FFF2-40B4-BE49-F238E27FC236}">
                  <a16:creationId xmlns:a16="http://schemas.microsoft.com/office/drawing/2014/main" id="{E6B73301-4C20-BDF4-B0CF-63051A2E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5625" name="Line 73">
            <a:extLst>
              <a:ext uri="{FF2B5EF4-FFF2-40B4-BE49-F238E27FC236}">
                <a16:creationId xmlns:a16="http://schemas.microsoft.com/office/drawing/2014/main" id="{F91AF9D7-017D-82FB-0FF6-83D0ACFCE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6" name="Line 74">
            <a:extLst>
              <a:ext uri="{FF2B5EF4-FFF2-40B4-BE49-F238E27FC236}">
                <a16:creationId xmlns:a16="http://schemas.microsoft.com/office/drawing/2014/main" id="{BCEE5132-A061-19EC-6BEC-E0F6F24E1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7" name="Line 75">
            <a:extLst>
              <a:ext uri="{FF2B5EF4-FFF2-40B4-BE49-F238E27FC236}">
                <a16:creationId xmlns:a16="http://schemas.microsoft.com/office/drawing/2014/main" id="{DF39DCCB-1F40-E181-CB8D-C1003304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8" name="Line 76">
            <a:extLst>
              <a:ext uri="{FF2B5EF4-FFF2-40B4-BE49-F238E27FC236}">
                <a16:creationId xmlns:a16="http://schemas.microsoft.com/office/drawing/2014/main" id="{458BD7A7-1C5F-0FBF-8F9E-B0F6001FD1B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156458"/>
            <a:ext cx="2237874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RGV (R0310~ R0311 %RB620~%RB622)</a:t>
            </a: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6365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65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4" y="4689308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: #21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#3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으로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dirty="0">
                <a:solidFill>
                  <a:srgbClr val="7030A0"/>
                </a:solidFill>
              </a:rPr>
              <a:t>%DW336 → %DB672  (336×2=672)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582D0-8878-988F-D004-98CBCD2C35A2}"/>
              </a:ext>
            </a:extLst>
          </p:cNvPr>
          <p:cNvSpPr txBox="1"/>
          <p:nvPr/>
        </p:nvSpPr>
        <p:spPr>
          <a:xfrm>
            <a:off x="1794710" y="5630779"/>
            <a:ext cx="7700211" cy="2235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</a:t>
            </a:r>
            <a:r>
              <a:rPr lang="ko-KR" altLang="en-US" sz="853">
                <a:solidFill>
                  <a:srgbClr val="00008B"/>
                </a:solidFill>
              </a:rPr>
              <a:t>구표기 </a:t>
            </a:r>
            <a:r>
              <a:rPr lang="en-US" altLang="ko-KR" sz="853">
                <a:solidFill>
                  <a:srgbClr val="00008B"/>
                </a:solidFill>
              </a:rPr>
              <a:t>D0530 → D0370 </a:t>
            </a:r>
            <a:r>
              <a:rPr lang="ko-KR" altLang="en-US" sz="853">
                <a:solidFill>
                  <a:srgbClr val="00008B"/>
                </a:solidFill>
              </a:rPr>
              <a:t>정정 </a:t>
            </a:r>
            <a:r>
              <a:rPr lang="en-US" altLang="ko-KR" sz="853">
                <a:solidFill>
                  <a:srgbClr val="00008B"/>
                </a:solidFill>
              </a:rPr>
              <a:t>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RGV#1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D0370).  From = 00/00/03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#3 (RGV</a:t>
            </a:r>
            <a:r>
              <a:rPr lang="ko-KR" altLang="en-US" sz="853">
                <a:solidFill>
                  <a:srgbClr val="00008B"/>
                </a:solidFill>
              </a:rPr>
              <a:t>측 포트</a:t>
            </a:r>
            <a:r>
              <a:rPr lang="en-US" altLang="ko-KR" sz="853">
                <a:solidFill>
                  <a:srgbClr val="00008B"/>
                </a:solidFill>
              </a:rPr>
              <a:t>)</a:t>
            </a:r>
            <a:endParaRPr lang="ko-KR" altLang="en-US" sz="853">
              <a:solidFill>
                <a:srgbClr val="000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617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#3 → #21)</a:t>
            </a:r>
          </a:p>
        </p:txBody>
      </p:sp>
      <p:sp>
        <p:nvSpPr>
          <p:cNvPr id="537609" name="AutoShape 9">
            <a:extLst>
              <a:ext uri="{FF2B5EF4-FFF2-40B4-BE49-F238E27FC236}">
                <a16:creationId xmlns:a16="http://schemas.microsoft.com/office/drawing/2014/main" id="{76D78DA2-FBA0-DEB7-9640-ADB80AEF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grpSp>
        <p:nvGrpSpPr>
          <p:cNvPr id="537621" name="Group 21">
            <a:extLst>
              <a:ext uri="{FF2B5EF4-FFF2-40B4-BE49-F238E27FC236}">
                <a16:creationId xmlns:a16="http://schemas.microsoft.com/office/drawing/2014/main" id="{0079F24D-CCAE-8112-2904-2EE8C4CA51E5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7622" name="Rectangle 22">
              <a:extLst>
                <a:ext uri="{FF2B5EF4-FFF2-40B4-BE49-F238E27FC236}">
                  <a16:creationId xmlns:a16="http://schemas.microsoft.com/office/drawing/2014/main" id="{3C80D141-4037-9601-CE1F-C5853561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7623" name="Rectangle 23">
              <a:extLst>
                <a:ext uri="{FF2B5EF4-FFF2-40B4-BE49-F238E27FC236}">
                  <a16:creationId xmlns:a16="http://schemas.microsoft.com/office/drawing/2014/main" id="{3C7D0217-21BB-5EB5-396B-C286A8295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7624" name="Group 24">
            <a:extLst>
              <a:ext uri="{FF2B5EF4-FFF2-40B4-BE49-F238E27FC236}">
                <a16:creationId xmlns:a16="http://schemas.microsoft.com/office/drawing/2014/main" id="{ACBA2464-EDB0-24F1-9A40-68059AD21EA5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7625" name="Rectangle 25">
              <a:extLst>
                <a:ext uri="{FF2B5EF4-FFF2-40B4-BE49-F238E27FC236}">
                  <a16:creationId xmlns:a16="http://schemas.microsoft.com/office/drawing/2014/main" id="{CE75508B-E449-C65C-2BF4-C8163866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7626" name="Rectangle 26">
              <a:extLst>
                <a:ext uri="{FF2B5EF4-FFF2-40B4-BE49-F238E27FC236}">
                  <a16:creationId xmlns:a16="http://schemas.microsoft.com/office/drawing/2014/main" id="{C5383EA5-DA13-DBA0-B3B0-136EC602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7627" name="Line 27">
            <a:extLst>
              <a:ext uri="{FF2B5EF4-FFF2-40B4-BE49-F238E27FC236}">
                <a16:creationId xmlns:a16="http://schemas.microsoft.com/office/drawing/2014/main" id="{AE2EB6B0-997D-9FF1-072C-8B5B5FEC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28" name="Line 28">
            <a:extLst>
              <a:ext uri="{FF2B5EF4-FFF2-40B4-BE49-F238E27FC236}">
                <a16:creationId xmlns:a16="http://schemas.microsoft.com/office/drawing/2014/main" id="{7C92B76D-375C-5FB2-E3B6-CE995C6D6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29" name="Line 29">
            <a:extLst>
              <a:ext uri="{FF2B5EF4-FFF2-40B4-BE49-F238E27FC236}">
                <a16:creationId xmlns:a16="http://schemas.microsoft.com/office/drawing/2014/main" id="{5F2259FC-FF5C-9C2D-9125-3CC6EC65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30" name="Line 30">
            <a:extLst>
              <a:ext uri="{FF2B5EF4-FFF2-40B4-BE49-F238E27FC236}">
                <a16:creationId xmlns:a16="http://schemas.microsoft.com/office/drawing/2014/main" id="{9C2F4F4C-B542-C782-334A-526A805031C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1" y="1491916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1" y="2322095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45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M101.2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2"/>
            <a:ext cx="675422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S/C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경우는 경로 및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Location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정보가 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 사용하는 것이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다름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2550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M101.5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131219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9"/>
            <a:ext cx="12972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M101.5 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2"/>
            <a:ext cx="9068379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Transfer Complete Ack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(RGV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B0650~B0654)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RGV </a:t>
            </a:r>
            <a:r>
              <a:rPr lang="ko-KR" altLang="en-US" sz="1705" b="1">
                <a:solidFill>
                  <a:srgbClr val="FF0000"/>
                </a:solidFill>
              </a:rPr>
              <a:t>가 </a:t>
            </a:r>
            <a:r>
              <a:rPr lang="en-US" altLang="ko-KR" sz="1705" b="1">
                <a:solidFill>
                  <a:srgbClr val="FF0000"/>
                </a:solidFill>
              </a:rPr>
              <a:t>C/V #2 </a:t>
            </a:r>
            <a:r>
              <a:rPr lang="ko-KR" altLang="en-US" sz="1705" b="1">
                <a:solidFill>
                  <a:srgbClr val="FF0000"/>
                </a:solidFill>
              </a:rPr>
              <a:t>의 </a:t>
            </a:r>
            <a:r>
              <a:rPr lang="en-US" altLang="ko-KR" sz="1705" b="1">
                <a:solidFill>
                  <a:srgbClr val="FF0000"/>
                </a:solidFill>
              </a:rPr>
              <a:t>#3 </a:t>
            </a:r>
            <a:r>
              <a:rPr lang="ko-KR" altLang="en-US" sz="1705" b="1">
                <a:solidFill>
                  <a:srgbClr val="FF0000"/>
                </a:solidFill>
              </a:rPr>
              <a:t>에 </a:t>
            </a:r>
            <a:r>
              <a:rPr lang="en-US" altLang="ko-KR" sz="1705" b="1">
                <a:solidFill>
                  <a:srgbClr val="FF0000"/>
                </a:solidFill>
              </a:rPr>
              <a:t>Unload </a:t>
            </a:r>
            <a:r>
              <a:rPr lang="ko-KR" altLang="en-US" sz="1705" b="1">
                <a:solidFill>
                  <a:srgbClr val="FF0000"/>
                </a:solidFill>
              </a:rPr>
              <a:t>완료 → ③ 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시나리오로 이어짐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80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Text Box 2">
            <a:extLst>
              <a:ext uri="{FF2B5EF4-FFF2-40B4-BE49-F238E27FC236}">
                <a16:creationId xmlns:a16="http://schemas.microsoft.com/office/drawing/2014/main" id="{D89FBA7B-42FE-5354-806E-795F7A7D7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231147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출고작업 ④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입출고대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#21 → #22, C/V #11: C/V # 11 )</a:t>
            </a:r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08D3FC51-712E-C2D8-2C66-9CAE9F9A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1460" name="Rectangle 4">
            <a:extLst>
              <a:ext uri="{FF2B5EF4-FFF2-40B4-BE49-F238E27FC236}">
                <a16:creationId xmlns:a16="http://schemas.microsoft.com/office/drawing/2014/main" id="{C53BD42F-B463-8CB1-8BFA-8164070B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1461" name="Rectangle 5">
            <a:extLst>
              <a:ext uri="{FF2B5EF4-FFF2-40B4-BE49-F238E27FC236}">
                <a16:creationId xmlns:a16="http://schemas.microsoft.com/office/drawing/2014/main" id="{173DAD09-139E-E255-DF31-5D92C776F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1462" name="Group 6">
            <a:extLst>
              <a:ext uri="{FF2B5EF4-FFF2-40B4-BE49-F238E27FC236}">
                <a16:creationId xmlns:a16="http://schemas.microsoft.com/office/drawing/2014/main" id="{06BC395F-DF90-2BF3-2FB4-DC2789B0CCD5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1463" name="Line 7">
              <a:extLst>
                <a:ext uri="{FF2B5EF4-FFF2-40B4-BE49-F238E27FC236}">
                  <a16:creationId xmlns:a16="http://schemas.microsoft.com/office/drawing/2014/main" id="{BFE7B71B-F85A-1B82-765C-9E28CA0CE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1464" name="Line 8">
              <a:extLst>
                <a:ext uri="{FF2B5EF4-FFF2-40B4-BE49-F238E27FC236}">
                  <a16:creationId xmlns:a16="http://schemas.microsoft.com/office/drawing/2014/main" id="{BF89889F-C33F-655E-1BF6-AEB515625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grpSp>
        <p:nvGrpSpPr>
          <p:cNvPr id="531466" name="Group 10">
            <a:extLst>
              <a:ext uri="{FF2B5EF4-FFF2-40B4-BE49-F238E27FC236}">
                <a16:creationId xmlns:a16="http://schemas.microsoft.com/office/drawing/2014/main" id="{FA042667-4944-CB96-7A7D-C13F4A4FA254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31467" name="Rectangle 11">
              <a:extLst>
                <a:ext uri="{FF2B5EF4-FFF2-40B4-BE49-F238E27FC236}">
                  <a16:creationId xmlns:a16="http://schemas.microsoft.com/office/drawing/2014/main" id="{4A1B78FF-C887-C102-1DFB-38D4A6985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1468" name="Rectangle 12">
              <a:extLst>
                <a:ext uri="{FF2B5EF4-FFF2-40B4-BE49-F238E27FC236}">
                  <a16:creationId xmlns:a16="http://schemas.microsoft.com/office/drawing/2014/main" id="{BD464E63-D26A-F8B7-E485-7A1F699F3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1470" name="Text Box 14">
            <a:extLst>
              <a:ext uri="{FF2B5EF4-FFF2-40B4-BE49-F238E27FC236}">
                <a16:creationId xmlns:a16="http://schemas.microsoft.com/office/drawing/2014/main" id="{D57D9639-91A5-7893-11F0-CBF46D95D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#11</a:t>
            </a:r>
          </a:p>
        </p:txBody>
      </p:sp>
      <p:sp>
        <p:nvSpPr>
          <p:cNvPr id="531471" name="Line 15">
            <a:extLst>
              <a:ext uri="{FF2B5EF4-FFF2-40B4-BE49-F238E27FC236}">
                <a16:creationId xmlns:a16="http://schemas.microsoft.com/office/drawing/2014/main" id="{2D861133-DE45-DDF5-16F1-EC49ECA3D8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1509" name="Text Box 53">
            <a:extLst>
              <a:ext uri="{FF2B5EF4-FFF2-40B4-BE49-F238E27FC236}">
                <a16:creationId xmlns:a16="http://schemas.microsoft.com/office/drawing/2014/main" id="{2D289A44-206E-CB3C-7BBE-D27917C8C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1510" name="AutoShape 54">
            <a:extLst>
              <a:ext uri="{FF2B5EF4-FFF2-40B4-BE49-F238E27FC236}">
                <a16:creationId xmlns:a16="http://schemas.microsoft.com/office/drawing/2014/main" id="{458D3B35-6B68-D29E-84E0-A798362E091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83705" y="1040731"/>
            <a:ext cx="169946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1511" name="Text Box 55">
            <a:extLst>
              <a:ext uri="{FF2B5EF4-FFF2-40B4-BE49-F238E27FC236}">
                <a16:creationId xmlns:a16="http://schemas.microsoft.com/office/drawing/2014/main" id="{F10878B5-B5AD-D2FD-96C7-6F47A0FF8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1512" name="Text Box 56">
            <a:extLst>
              <a:ext uri="{FF2B5EF4-FFF2-40B4-BE49-F238E27FC236}">
                <a16:creationId xmlns:a16="http://schemas.microsoft.com/office/drawing/2014/main" id="{D3859F8A-377F-4D56-2942-D59FD4D35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#21</a:t>
            </a:r>
          </a:p>
        </p:txBody>
      </p:sp>
      <p:sp>
        <p:nvSpPr>
          <p:cNvPr id="531513" name="Line 57">
            <a:extLst>
              <a:ext uri="{FF2B5EF4-FFF2-40B4-BE49-F238E27FC236}">
                <a16:creationId xmlns:a16="http://schemas.microsoft.com/office/drawing/2014/main" id="{3E6F0A42-BA4B-E4E5-E3A0-ED15D2B7C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14" name="Text Box 58">
            <a:extLst>
              <a:ext uri="{FF2B5EF4-FFF2-40B4-BE49-F238E27FC236}">
                <a16:creationId xmlns:a16="http://schemas.microsoft.com/office/drawing/2014/main" id="{75C404B4-13A0-F051-61C6-E981BE170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%MX592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1515" name="Line 59">
            <a:extLst>
              <a:ext uri="{FF2B5EF4-FFF2-40B4-BE49-F238E27FC236}">
                <a16:creationId xmlns:a16="http://schemas.microsoft.com/office/drawing/2014/main" id="{4E2A2031-86E1-BE93-568E-CC5520A75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16" name="Text Box 60">
            <a:extLst>
              <a:ext uri="{FF2B5EF4-FFF2-40B4-BE49-F238E27FC236}">
                <a16:creationId xmlns:a16="http://schemas.microsoft.com/office/drawing/2014/main" id="{90BAC26A-B371-32B8-2C98-ADDE90F42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%MX578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1517" name="Text Box 61">
            <a:extLst>
              <a:ext uri="{FF2B5EF4-FFF2-40B4-BE49-F238E27FC236}">
                <a16:creationId xmlns:a16="http://schemas.microsoft.com/office/drawing/2014/main" id="{DEE79BC5-2996-DE27-514E-D1003C4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1518" name="Line 62">
            <a:extLst>
              <a:ext uri="{FF2B5EF4-FFF2-40B4-BE49-F238E27FC236}">
                <a16:creationId xmlns:a16="http://schemas.microsoft.com/office/drawing/2014/main" id="{0541AD9C-39BF-B72B-0EDF-3DB03C7BC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19" name="Text Box 63">
            <a:extLst>
              <a:ext uri="{FF2B5EF4-FFF2-40B4-BE49-F238E27FC236}">
                <a16:creationId xmlns:a16="http://schemas.microsoft.com/office/drawing/2014/main" id="{73A11D41-12F7-969C-1FB0-10A1EA88B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968" y="211721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%MX1442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1520" name="Text Box 64">
            <a:extLst>
              <a:ext uri="{FF2B5EF4-FFF2-40B4-BE49-F238E27FC236}">
                <a16:creationId xmlns:a16="http://schemas.microsoft.com/office/drawing/2014/main" id="{3D01E811-3E49-87DC-C254-68483E1B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1521" name="Text Box 65">
            <a:extLst>
              <a:ext uri="{FF2B5EF4-FFF2-40B4-BE49-F238E27FC236}">
                <a16:creationId xmlns:a16="http://schemas.microsoft.com/office/drawing/2014/main" id="{53E7B256-721F-FC4F-7583-320BB7DC7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05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%MX1442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1522" name="Text Box 66">
            <a:extLst>
              <a:ext uri="{FF2B5EF4-FFF2-40B4-BE49-F238E27FC236}">
                <a16:creationId xmlns:a16="http://schemas.microsoft.com/office/drawing/2014/main" id="{1E00785A-0093-D915-6804-6E445E582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1523" name="Text Box 67">
            <a:extLst>
              <a:ext uri="{FF2B5EF4-FFF2-40B4-BE49-F238E27FC236}">
                <a16:creationId xmlns:a16="http://schemas.microsoft.com/office/drawing/2014/main" id="{DABA5901-AF35-5337-3978-975C94980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131" y="2310557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%MX578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1524" name="Text Box 68">
            <a:extLst>
              <a:ext uri="{FF2B5EF4-FFF2-40B4-BE49-F238E27FC236}">
                <a16:creationId xmlns:a16="http://schemas.microsoft.com/office/drawing/2014/main" id="{BB0B80ED-8E37-634F-C9CC-B1EBFE4F7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1525" name="Line 69">
            <a:extLst>
              <a:ext uri="{FF2B5EF4-FFF2-40B4-BE49-F238E27FC236}">
                <a16:creationId xmlns:a16="http://schemas.microsoft.com/office/drawing/2014/main" id="{3480DCEB-1701-1ED9-1055-91399225B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26" name="Text Box 70">
            <a:extLst>
              <a:ext uri="{FF2B5EF4-FFF2-40B4-BE49-F238E27FC236}">
                <a16:creationId xmlns:a16="http://schemas.microsoft.com/office/drawing/2014/main" id="{9339B9DE-D154-A3B5-278B-BAC728FA4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출고대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1527" name="Line 71">
            <a:extLst>
              <a:ext uri="{FF2B5EF4-FFF2-40B4-BE49-F238E27FC236}">
                <a16:creationId xmlns:a16="http://schemas.microsoft.com/office/drawing/2014/main" id="{92A382D5-C04C-BF44-2F55-8454333AC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28" name="Text Box 72">
            <a:extLst>
              <a:ext uri="{FF2B5EF4-FFF2-40B4-BE49-F238E27FC236}">
                <a16:creationId xmlns:a16="http://schemas.microsoft.com/office/drawing/2014/main" id="{D02F8189-5B7E-607B-D43C-E1E4993E1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844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Check(D0310 → %DW490(%DB980))</a:t>
            </a:r>
          </a:p>
        </p:txBody>
      </p:sp>
      <p:sp>
        <p:nvSpPr>
          <p:cNvPr id="531529" name="Text Box 73">
            <a:extLst>
              <a:ext uri="{FF2B5EF4-FFF2-40B4-BE49-F238E27FC236}">
                <a16:creationId xmlns:a16="http://schemas.microsoft.com/office/drawing/2014/main" id="{96195C29-D1F4-B3F8-BFCC-9DF81CD6D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0, S/C #1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출고작업 ④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: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입출고대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#21 → #22, C/V #111</a:t>
            </a:r>
          </a:p>
        </p:txBody>
      </p:sp>
      <p:sp>
        <p:nvSpPr>
          <p:cNvPr id="531530" name="Line 74">
            <a:extLst>
              <a:ext uri="{FF2B5EF4-FFF2-40B4-BE49-F238E27FC236}">
                <a16:creationId xmlns:a16="http://schemas.microsoft.com/office/drawing/2014/main" id="{6CFAD91A-F0C5-26BD-3C5F-1269980EB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31" name="Text Box 75">
            <a:extLst>
              <a:ext uri="{FF2B5EF4-FFF2-40B4-BE49-F238E27FC236}">
                <a16:creationId xmlns:a16="http://schemas.microsoft.com/office/drawing/2014/main" id="{65A44A69-1965-001B-763D-AEDF0909F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531532" name="Text Box 76">
            <a:extLst>
              <a:ext uri="{FF2B5EF4-FFF2-40B4-BE49-F238E27FC236}">
                <a16:creationId xmlns:a16="http://schemas.microsoft.com/office/drawing/2014/main" id="{4970CD5F-2C1A-5B64-E6E5-9BD6799F9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654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D0310 → %DW490(%DB980) “1”</a:t>
            </a:r>
          </a:p>
        </p:txBody>
      </p:sp>
      <p:sp>
        <p:nvSpPr>
          <p:cNvPr id="531533" name="AutoShape 77">
            <a:extLst>
              <a:ext uri="{FF2B5EF4-FFF2-40B4-BE49-F238E27FC236}">
                <a16:creationId xmlns:a16="http://schemas.microsoft.com/office/drawing/2014/main" id="{0FB0FE8C-FC4B-5C02-A23C-13A9B333D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(R0100~R0101 %RB200~%RB202)</a:t>
            </a:r>
          </a:p>
        </p:txBody>
      </p:sp>
      <p:sp>
        <p:nvSpPr>
          <p:cNvPr id="531534" name="Freeform 78">
            <a:extLst>
              <a:ext uri="{FF2B5EF4-FFF2-40B4-BE49-F238E27FC236}">
                <a16:creationId xmlns:a16="http://schemas.microsoft.com/office/drawing/2014/main" id="{A667F88D-EF8D-B549-DC62-18258B816EA5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35" name="Text Box 79">
            <a:extLst>
              <a:ext uri="{FF2B5EF4-FFF2-40B4-BE49-F238E27FC236}">
                <a16:creationId xmlns:a16="http://schemas.microsoft.com/office/drawing/2014/main" id="{2537457B-80A1-65BA-DC85-97F37C46F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1536" name="Text Box 80">
            <a:extLst>
              <a:ext uri="{FF2B5EF4-FFF2-40B4-BE49-F238E27FC236}">
                <a16:creationId xmlns:a16="http://schemas.microsoft.com/office/drawing/2014/main" id="{5C9567A6-15E3-D7F2-8738-A42F8125C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#22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1537" name="Text Box 81">
            <a:extLst>
              <a:ext uri="{FF2B5EF4-FFF2-40B4-BE49-F238E27FC236}">
                <a16:creationId xmlns:a16="http://schemas.microsoft.com/office/drawing/2014/main" id="{74A6A358-B33C-38DB-9C3D-52531FDF1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#22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1538" name="Text Box 82">
            <a:extLst>
              <a:ext uri="{FF2B5EF4-FFF2-40B4-BE49-F238E27FC236}">
                <a16:creationId xmlns:a16="http://schemas.microsoft.com/office/drawing/2014/main" id="{FE1A37CB-B6FE-EAE2-AD72-3A2302CD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#22</a:t>
            </a:r>
          </a:p>
        </p:txBody>
      </p:sp>
      <p:sp>
        <p:nvSpPr>
          <p:cNvPr id="531539" name="Line 83">
            <a:extLst>
              <a:ext uri="{FF2B5EF4-FFF2-40B4-BE49-F238E27FC236}">
                <a16:creationId xmlns:a16="http://schemas.microsoft.com/office/drawing/2014/main" id="{DDAF7543-7268-5F03-595B-9BB7C0F9E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40" name="Text Box 84">
            <a:extLst>
              <a:ext uri="{FF2B5EF4-FFF2-40B4-BE49-F238E27FC236}">
                <a16:creationId xmlns:a16="http://schemas.microsoft.com/office/drawing/2014/main" id="{CCD50157-0C25-2C10-83BD-347210D13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%MX593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1541" name="Text Box 85">
            <a:extLst>
              <a:ext uri="{FF2B5EF4-FFF2-40B4-BE49-F238E27FC236}">
                <a16:creationId xmlns:a16="http://schemas.microsoft.com/office/drawing/2014/main" id="{69D5DA4E-1268-E442-6FF6-9E5423945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#21</a:t>
            </a:r>
          </a:p>
        </p:txBody>
      </p:sp>
      <p:sp>
        <p:nvSpPr>
          <p:cNvPr id="531542" name="Line 86">
            <a:extLst>
              <a:ext uri="{FF2B5EF4-FFF2-40B4-BE49-F238E27FC236}">
                <a16:creationId xmlns:a16="http://schemas.microsoft.com/office/drawing/2014/main" id="{4ECE30E6-B960-B191-708D-7BC699009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43" name="Text Box 87">
            <a:extLst>
              <a:ext uri="{FF2B5EF4-FFF2-40B4-BE49-F238E27FC236}">
                <a16:creationId xmlns:a16="http://schemas.microsoft.com/office/drawing/2014/main" id="{2E95B5AF-DB8E-7E49-97DB-077E0BF29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M037.0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%MX592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1544" name="Text Box 88">
            <a:extLst>
              <a:ext uri="{FF2B5EF4-FFF2-40B4-BE49-F238E27FC236}">
                <a16:creationId xmlns:a16="http://schemas.microsoft.com/office/drawing/2014/main" id="{C23EAB18-9747-7381-533C-B99195A78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#22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1545" name="Freeform 89">
            <a:extLst>
              <a:ext uri="{FF2B5EF4-FFF2-40B4-BE49-F238E27FC236}">
                <a16:creationId xmlns:a16="http://schemas.microsoft.com/office/drawing/2014/main" id="{E43492E0-5AB2-C81C-FC2D-C57C1BCC2B5F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46" name="AutoShape 90">
            <a:extLst>
              <a:ext uri="{FF2B5EF4-FFF2-40B4-BE49-F238E27FC236}">
                <a16:creationId xmlns:a16="http://schemas.microsoft.com/office/drawing/2014/main" id="{F43C8283-D994-A8EC-B427-9728AD719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NO(R0102~R0103 %RB204~%RB206)</a:t>
            </a:r>
          </a:p>
        </p:txBody>
      </p:sp>
      <p:sp>
        <p:nvSpPr>
          <p:cNvPr id="531547" name="Text Box 91">
            <a:extLst>
              <a:ext uri="{FF2B5EF4-FFF2-40B4-BE49-F238E27FC236}">
                <a16:creationId xmlns:a16="http://schemas.microsoft.com/office/drawing/2014/main" id="{AE5A9263-E62F-237A-4C14-856FE2D69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2" y="5263816"/>
            <a:ext cx="1631781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1548" name="Text Box 92">
            <a:extLst>
              <a:ext uri="{FF2B5EF4-FFF2-40B4-BE49-F238E27FC236}">
                <a16:creationId xmlns:a16="http://schemas.microsoft.com/office/drawing/2014/main" id="{8EE689D9-7C02-EE46-6A5A-843A22EC7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1549" name="TextBox 531548"/>
          <p:cNvSpPr txBox="1"/>
          <p:nvPr/>
        </p:nvSpPr>
        <p:spPr>
          <a:xfrm>
            <a:off x="1568701" y="6168853"/>
            <a:ext cx="8229600" cy="3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53" b="1">
                <a:solidFill>
                  <a:srgbClr val="FF0000"/>
                </a:solidFill>
              </a:rPr>
              <a:t>※ V1.0 </a:t>
            </a:r>
            <a:r>
              <a:rPr lang="ko-KR" altLang="en-US" sz="853" b="1">
                <a:solidFill>
                  <a:srgbClr val="FF0000"/>
                </a:solidFill>
              </a:rPr>
              <a:t>구현확인</a:t>
            </a:r>
            <a:r>
              <a:rPr lang="en-US" altLang="ko-KR" sz="853" b="1">
                <a:solidFill>
                  <a:srgbClr val="FF0000"/>
                </a:solidFill>
              </a:rPr>
              <a:t>: </a:t>
            </a:r>
            <a:r>
              <a:rPr lang="ko-KR" altLang="en-US" sz="853" b="1">
                <a:solidFill>
                  <a:srgbClr val="FF0000"/>
                </a:solidFill>
              </a:rPr>
              <a:t>방향 전환 가드 미구현 </a:t>
            </a:r>
            <a:r>
              <a:rPr lang="en-US" altLang="ko-KR" sz="853" b="1">
                <a:solidFill>
                  <a:srgbClr val="FF0000"/>
                </a:solidFill>
              </a:rPr>
              <a:t>— </a:t>
            </a:r>
            <a:r>
              <a:rPr lang="ko-KR" altLang="en-US" sz="853" b="1">
                <a:solidFill>
                  <a:srgbClr val="FF0000"/>
                </a:solidFill>
              </a:rPr>
              <a:t>입고 이송 중에도 </a:t>
            </a:r>
            <a:r>
              <a:rPr lang="en-US" altLang="ko-KR" sz="853" b="1">
                <a:solidFill>
                  <a:srgbClr val="FF0000"/>
                </a:solidFill>
              </a:rPr>
              <a:t>S/C #1 </a:t>
            </a:r>
            <a:r>
              <a:rPr lang="ko-KR" altLang="en-US" sz="853" b="1">
                <a:solidFill>
                  <a:srgbClr val="FF0000"/>
                </a:solidFill>
              </a:rPr>
              <a:t>출고작업 ④ </a:t>
            </a:r>
            <a:r>
              <a:rPr lang="en-US" altLang="ko-KR" sz="853" b="1">
                <a:solidFill>
                  <a:srgbClr val="FF0000"/>
                </a:solidFill>
              </a:rPr>
              <a:t>: </a:t>
            </a:r>
            <a:r>
              <a:rPr lang="ko-KR" altLang="en-US" sz="853" b="1">
                <a:solidFill>
                  <a:srgbClr val="FF0000"/>
                </a:solidFill>
              </a:rPr>
              <a:t>입출고대 </a:t>
            </a:r>
            <a:r>
              <a:rPr lang="en-US" altLang="ko-KR" sz="853" b="1">
                <a:solidFill>
                  <a:srgbClr val="FF0000"/>
                </a:solidFill>
              </a:rPr>
              <a:t>#21 → #22, C/V #11</a:t>
            </a:r>
            <a:r>
              <a:rPr lang="ko-KR" altLang="en-US" sz="853" b="1">
                <a:solidFill>
                  <a:srgbClr val="FF0000"/>
                </a:solidFill>
              </a:rPr>
              <a:t>명령 발행 시 </a:t>
            </a:r>
            <a:r>
              <a:rPr lang="en-US" altLang="ko-KR" sz="853" b="1">
                <a:solidFill>
                  <a:srgbClr val="FF0000"/>
                </a:solidFill>
              </a:rPr>
              <a:t>%DW490(D0310)</a:t>
            </a:r>
            <a:r>
              <a:rPr lang="ko-KR" altLang="en-US" sz="853" b="1">
                <a:solidFill>
                  <a:srgbClr val="FF0000"/>
                </a:solidFill>
              </a:rPr>
              <a:t>가 즉시 </a:t>
            </a:r>
            <a:r>
              <a:rPr lang="en-US" altLang="ko-KR" sz="853" b="1">
                <a:solidFill>
                  <a:srgbClr val="FF0000"/>
                </a:solidFill>
              </a:rPr>
              <a:t>'1'</a:t>
            </a:r>
            <a:r>
              <a:rPr lang="ko-KR" altLang="en-US" sz="853" b="1">
                <a:solidFill>
                  <a:srgbClr val="FF0000"/>
                </a:solidFill>
              </a:rPr>
              <a:t>로 전환됨 </a:t>
            </a:r>
            <a:r>
              <a:rPr lang="en-US" altLang="ko-KR" sz="853" b="1">
                <a:solidFill>
                  <a:srgbClr val="FF0000"/>
                </a:solidFill>
              </a:rPr>
              <a:t>(ECSDispatcher.cs 1302~1310</a:t>
            </a:r>
            <a:r>
              <a:rPr lang="ko-KR" altLang="en-US" sz="853" b="1">
                <a:solidFill>
                  <a:srgbClr val="FF0000"/>
                </a:solidFill>
              </a:rPr>
              <a:t>행</a:t>
            </a:r>
            <a:r>
              <a:rPr lang="en-US" altLang="ko-KR" sz="853" b="1">
                <a:solidFill>
                  <a:srgbClr val="FF0000"/>
                </a:solidFill>
              </a:rPr>
              <a:t>)</a:t>
            </a:r>
            <a:endParaRPr sz="85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45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Text Box 2">
            <a:extLst>
              <a:ext uri="{FF2B5EF4-FFF2-40B4-BE49-F238E27FC236}">
                <a16:creationId xmlns:a16="http://schemas.microsoft.com/office/drawing/2014/main" id="{12B16AE6-635E-16DB-68C7-1650E15CC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231147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출고작업 ④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입출고대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#21 → #22, C/V #11: C/V # 11 )</a:t>
            </a:r>
          </a:p>
        </p:txBody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4F8C13E1-D75F-D87F-451E-FA6365AA5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2484" name="Rectangle 4">
            <a:extLst>
              <a:ext uri="{FF2B5EF4-FFF2-40B4-BE49-F238E27FC236}">
                <a16:creationId xmlns:a16="http://schemas.microsoft.com/office/drawing/2014/main" id="{20DE9341-CB5A-1026-614B-671E4CAFE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2485" name="Rectangle 5">
            <a:extLst>
              <a:ext uri="{FF2B5EF4-FFF2-40B4-BE49-F238E27FC236}">
                <a16:creationId xmlns:a16="http://schemas.microsoft.com/office/drawing/2014/main" id="{A0549196-E7B6-3B6C-1B60-5D6E7D092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2486" name="Group 6">
            <a:extLst>
              <a:ext uri="{FF2B5EF4-FFF2-40B4-BE49-F238E27FC236}">
                <a16:creationId xmlns:a16="http://schemas.microsoft.com/office/drawing/2014/main" id="{78F68283-25C4-50F9-E2E8-3FFBFF5EBF8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2487" name="Line 7">
              <a:extLst>
                <a:ext uri="{FF2B5EF4-FFF2-40B4-BE49-F238E27FC236}">
                  <a16:creationId xmlns:a16="http://schemas.microsoft.com/office/drawing/2014/main" id="{EAA3F078-1C44-F250-9593-DF0B6476D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2488" name="Line 8">
              <a:extLst>
                <a:ext uri="{FF2B5EF4-FFF2-40B4-BE49-F238E27FC236}">
                  <a16:creationId xmlns:a16="http://schemas.microsoft.com/office/drawing/2014/main" id="{614E5B0F-31B3-9DF1-14FD-98A285749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grpSp>
        <p:nvGrpSpPr>
          <p:cNvPr id="532489" name="Group 9">
            <a:extLst>
              <a:ext uri="{FF2B5EF4-FFF2-40B4-BE49-F238E27FC236}">
                <a16:creationId xmlns:a16="http://schemas.microsoft.com/office/drawing/2014/main" id="{66377928-07CE-BE15-B70D-4AF9DEA182C4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32490" name="Rectangle 10">
              <a:extLst>
                <a:ext uri="{FF2B5EF4-FFF2-40B4-BE49-F238E27FC236}">
                  <a16:creationId xmlns:a16="http://schemas.microsoft.com/office/drawing/2014/main" id="{3F01627F-CA13-3B51-C573-3F4446C25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2491" name="Rectangle 11">
              <a:extLst>
                <a:ext uri="{FF2B5EF4-FFF2-40B4-BE49-F238E27FC236}">
                  <a16:creationId xmlns:a16="http://schemas.microsoft.com/office/drawing/2014/main" id="{34554164-B7AB-5168-9DDF-B081C99D9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2493" name="Text Box 13">
            <a:extLst>
              <a:ext uri="{FF2B5EF4-FFF2-40B4-BE49-F238E27FC236}">
                <a16:creationId xmlns:a16="http://schemas.microsoft.com/office/drawing/2014/main" id="{4D303029-4B33-9249-E035-E3724F1B0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#11</a:t>
            </a:r>
          </a:p>
        </p:txBody>
      </p:sp>
      <p:sp>
        <p:nvSpPr>
          <p:cNvPr id="532494" name="Line 14">
            <a:extLst>
              <a:ext uri="{FF2B5EF4-FFF2-40B4-BE49-F238E27FC236}">
                <a16:creationId xmlns:a16="http://schemas.microsoft.com/office/drawing/2014/main" id="{94A76BE0-FD51-1297-AD70-50CD4AF635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2495" name="Text Box 15">
            <a:extLst>
              <a:ext uri="{FF2B5EF4-FFF2-40B4-BE49-F238E27FC236}">
                <a16:creationId xmlns:a16="http://schemas.microsoft.com/office/drawing/2014/main" id="{828A4ACC-BB0A-600A-D716-FB8B1CDC2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2521" name="AutoShape 41">
            <a:extLst>
              <a:ext uri="{FF2B5EF4-FFF2-40B4-BE49-F238E27FC236}">
                <a16:creationId xmlns:a16="http://schemas.microsoft.com/office/drawing/2014/main" id="{3BEBDC09-9488-6A97-89A3-3F629D41D6D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83705" y="1040731"/>
            <a:ext cx="169946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2522" name="Text Box 42">
            <a:extLst>
              <a:ext uri="{FF2B5EF4-FFF2-40B4-BE49-F238E27FC236}">
                <a16:creationId xmlns:a16="http://schemas.microsoft.com/office/drawing/2014/main" id="{9F5D449E-B1D7-6E4B-66B5-4D14DDCA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616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작업자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실시 완료</a:t>
            </a:r>
          </a:p>
        </p:txBody>
      </p:sp>
      <p:sp>
        <p:nvSpPr>
          <p:cNvPr id="532524" name="Line 44">
            <a:extLst>
              <a:ext uri="{FF2B5EF4-FFF2-40B4-BE49-F238E27FC236}">
                <a16:creationId xmlns:a16="http://schemas.microsoft.com/office/drawing/2014/main" id="{FDD72968-A584-5301-0E58-6BF3EA835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163930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2525" name="Text Box 45">
            <a:extLst>
              <a:ext uri="{FF2B5EF4-FFF2-40B4-BE49-F238E27FC236}">
                <a16:creationId xmlns:a16="http://schemas.microsoft.com/office/drawing/2014/main" id="{C3A61A7E-C703-6AAF-FBA5-666B578C2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5701" y="1407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M036.3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%MX579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2526" name="Text Box 46">
            <a:extLst>
              <a:ext uri="{FF2B5EF4-FFF2-40B4-BE49-F238E27FC236}">
                <a16:creationId xmlns:a16="http://schemas.microsoft.com/office/drawing/2014/main" id="{CE15C5BF-2BAA-0AD6-FAA8-219756D1B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1413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2527" name="Line 47">
            <a:extLst>
              <a:ext uri="{FF2B5EF4-FFF2-40B4-BE49-F238E27FC236}">
                <a16:creationId xmlns:a16="http://schemas.microsoft.com/office/drawing/2014/main" id="{A311EDAA-A5A4-A5DD-0959-9638BCFDA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197017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2528" name="Text Box 48">
            <a:extLst>
              <a:ext uri="{FF2B5EF4-FFF2-40B4-BE49-F238E27FC236}">
                <a16:creationId xmlns:a16="http://schemas.microsoft.com/office/drawing/2014/main" id="{F4E50580-6644-3288-25D5-20FAC9EBF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2231" y="173856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%MX1443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2529" name="Text Box 49">
            <a:extLst>
              <a:ext uri="{FF2B5EF4-FFF2-40B4-BE49-F238E27FC236}">
                <a16:creationId xmlns:a16="http://schemas.microsoft.com/office/drawing/2014/main" id="{9442BB1F-BFE5-456A-7E5F-2C380DD6B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174457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2530" name="Line 50">
            <a:extLst>
              <a:ext uri="{FF2B5EF4-FFF2-40B4-BE49-F238E27FC236}">
                <a16:creationId xmlns:a16="http://schemas.microsoft.com/office/drawing/2014/main" id="{24AFA3EE-7080-8EF8-FBA6-8AE957C51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259731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2531" name="Text Box 51">
            <a:extLst>
              <a:ext uri="{FF2B5EF4-FFF2-40B4-BE49-F238E27FC236}">
                <a16:creationId xmlns:a16="http://schemas.microsoft.com/office/drawing/2014/main" id="{E648D49F-4488-7E6A-9AC1-21DA5B78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204" y="240631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M090.3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%MX1443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2532" name="Text Box 52">
            <a:extLst>
              <a:ext uri="{FF2B5EF4-FFF2-40B4-BE49-F238E27FC236}">
                <a16:creationId xmlns:a16="http://schemas.microsoft.com/office/drawing/2014/main" id="{853AB052-EFC5-B414-31F1-4BCDCA2F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40631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2536" name="Text Box 56">
            <a:extLst>
              <a:ext uri="{FF2B5EF4-FFF2-40B4-BE49-F238E27FC236}">
                <a16:creationId xmlns:a16="http://schemas.microsoft.com/office/drawing/2014/main" id="{E5ACF21E-B544-78E2-C9C6-EE35E8BE2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07845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M036.3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%MX579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2537" name="Text Box 57">
            <a:extLst>
              <a:ext uri="{FF2B5EF4-FFF2-40B4-BE49-F238E27FC236}">
                <a16:creationId xmlns:a16="http://schemas.microsoft.com/office/drawing/2014/main" id="{9D9DCC06-AB17-1B7E-74CA-2DF8AB669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08447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2538" name="Line 58">
            <a:extLst>
              <a:ext uri="{FF2B5EF4-FFF2-40B4-BE49-F238E27FC236}">
                <a16:creationId xmlns:a16="http://schemas.microsoft.com/office/drawing/2014/main" id="{DAFAF0FF-69D4-BE0B-F1D7-3BF16F593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231006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</p:spTree>
    <p:extLst>
      <p:ext uri="{BB962C8B-B14F-4D97-AF65-F5344CB8AC3E}">
        <p14:creationId xmlns:p14="http://schemas.microsoft.com/office/powerpoint/2010/main" val="3037189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BF437-3AEB-7503-23EA-3A09BA69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출고  ① </a:t>
            </a:r>
            <a:r>
              <a:rPr lang="en-US" altLang="ko-KR" sz="1800"/>
              <a:t>S/C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27C3B-585D-7A3B-B71A-F41EA2C718C6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1/4)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0D460A-CDFE-36A0-FFAC-6CD41E428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83995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8253822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57836099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2046430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01130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290855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608294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017311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4720092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9777057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517735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M096.0 %MX1536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M097.0 %MX1552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M098.0 %MX1568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M099.0 %MX1584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M100.0 %MX1600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592008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랙 셀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523306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하역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215535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957778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(S/C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82482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S/C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%RB1536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%RB1540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%RB1544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%RB1548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%RB1552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148711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809040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M096.1 %MX1537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M097.1 %MX1553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M098.1 %MX1569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M099.1 %MX1585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M100.1 %MX1601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548976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 </a:t>
                      </a:r>
                      <a:r>
                        <a:rPr lang="ko-KR" altLang="en-US" sz="850"/>
                        <a:t>현재위치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529978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120052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통로 </a:t>
                      </a:r>
                      <a:r>
                        <a:rPr lang="en-US" altLang="ko-KR" sz="850"/>
                        <a:t>C/V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275711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78044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M096.2 %MX1538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M097.2 %MX1554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M098.2 %MX1570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M099.2 %MX1586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M100.2 %MX1602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711420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409602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34012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655795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9D75D4-BC2F-B3EE-C281-70B3B36A585C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58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0F8E5-4A76-1079-41E6-E44A94AF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출고  ②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790CE-3EC0-406C-EC83-62A36975E2EA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2/4)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D0D3707-ED52-ABB4-20D9-015FD3188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057123"/>
              </p:ext>
            </p:extLst>
          </p:nvPr>
        </p:nvGraphicFramePr>
        <p:xfrm>
          <a:off x="304800" y="1016000"/>
          <a:ext cx="1158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09785608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09977891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530761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945323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8458211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069055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34613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9163527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89660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(S/C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M021.1 %MX337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M025.1 %MX401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M029.1 %MX465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M033.1 %MX529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492460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M018.4 %MX292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M020.4 %MX324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M024.4 %MX388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M028.4 %MX452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M032.4 %MX516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637803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M081.4 %MX1300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M082.4 %MX1316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M084.4 %MX1348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M086.4 %MX1380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M088.4 %MX1412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999854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M018.4 %MX292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M020.4 %MX324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M024.4 %MX388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M028.4 %MX452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M032.4 %MX516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73862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출고 </a:t>
                      </a:r>
                      <a:r>
                        <a:rPr lang="en-US" altLang="ko-KR" sz="850"/>
                        <a:t>'1'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%DW481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%DW482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%DW484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%DW486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%DW488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68321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(S/C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%RB68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%RB132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%RB196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%RB260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877286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M021.1 %MX337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M025.1 %MX401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M029.1 %MX465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M033.1 %MX529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056030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M021.0 %MX336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M025.0 %MX400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M029.0 %MX464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M033.0 %MX528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14242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</a:t>
                      </a:r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측으로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%RB64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%RB128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%RB192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%RB256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152715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(RGV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M020.6 %MX326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M024.6 %MX390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M028.6 %MX454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M032.6 %MX518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364484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(RGV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M021.0 %MX336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M025.0 %MX400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M029.0 %MX464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M033.0 %MX528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398766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ON (RGV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M018.1 %MX289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M020.1 %MX321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M024.1 %MX385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M028.1 %MX449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M032.1 %MX513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515522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M081.1 %MX1297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M082.1 %MX1313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M084.1 %MX1345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M086.1 %MX1377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M088.1 %MX1409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233187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M018.1 %MX289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M020.1 %MX321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M024.1 %MX385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M028.1 %MX449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M032.1 %MX513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96608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M020.6 %MX326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M024.6 %MX390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M028.6 %MX454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M032.6 %MX518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245863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14D291-F468-88F1-DA65-D96B667B6080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667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8E598-5BD0-566E-692B-43A4DCF2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출고  ③ </a:t>
            </a:r>
            <a:r>
              <a:rPr lang="en-US" altLang="ko-KR" sz="1800"/>
              <a:t>RGV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CCAD5-636B-7483-F19F-960ED4F70E0D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3/4)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AD8A28-F998-73DA-4B98-36D4FB33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0672"/>
              </p:ext>
            </p:extLst>
          </p:nvPr>
        </p:nvGraphicFramePr>
        <p:xfrm>
          <a:off x="304800" y="1016000"/>
          <a:ext cx="1158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17705611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76542144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12570743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157161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6626017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5983645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442678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2947859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915205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798161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736864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705136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입출고대 </a:t>
                      </a:r>
                      <a:r>
                        <a:rPr lang="en-US" altLang="ko-KR" sz="850"/>
                        <a:t>#21)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542981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539978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(RGV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174127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RGV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668030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494214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442350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546587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803692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629489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035219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30467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895390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192693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339797-D960-412B-6561-C676668866C0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456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A1AC0-96D4-795F-9FEC-0C50A0DB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</a:t>
            </a:r>
            <a:r>
              <a:rPr lang="ko-KR" altLang="en-US" sz="1800"/>
              <a:t>입출고대 </a:t>
            </a:r>
            <a:r>
              <a:rPr lang="en-US" altLang="ko-KR" sz="1800"/>
              <a:t>#22 </a:t>
            </a:r>
            <a:r>
              <a:rPr lang="ko-KR" altLang="en-US" sz="1800"/>
              <a:t>출고  ④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DC698-76F6-F619-73FF-05CAEF1CCA1B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4/4)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5C78174-2B1E-3899-A373-F1846E866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690931"/>
              </p:ext>
            </p:extLst>
          </p:nvPr>
        </p:nvGraphicFramePr>
        <p:xfrm>
          <a:off x="304800" y="1016000"/>
          <a:ext cx="11582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200493854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53215653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40015854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928435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6264957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31182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555611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0045581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234910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입출고대 </a:t>
                      </a:r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(RGV 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155347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679493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M090.2 %MX1442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M090.2 %MX1442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M090.2 %MX1442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M090.2 %MX1442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M090.2 %MX1442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859305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M036.2 %MX578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556415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출고 </a:t>
                      </a:r>
                      <a:r>
                        <a:rPr lang="en-US" altLang="ko-KR" sz="850"/>
                        <a:t>'1'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%DW490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316842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(RGV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25006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M037.0 %MX592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702768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입출고대 반출 위치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029134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반출 위치로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%RB516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839224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입출고대 반출 완료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작업자 회수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#11  M037.1 %MX593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311508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4EB025-98A2-613E-BE81-2E780CD7D2D5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790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7912D-D0EB-8DCD-C263-6E672B28A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1700"/>
              <a:t>반송 시나리오 </a:t>
            </a:r>
            <a:r>
              <a:rPr lang="en-US" altLang="ko-KR" sz="1700"/>
              <a:t>3-1. 26 </a:t>
            </a:r>
            <a:r>
              <a:rPr lang="ko-KR" altLang="en-US" sz="1700"/>
              <a:t>입고대 → </a:t>
            </a:r>
            <a:r>
              <a:rPr lang="en-US" altLang="ko-KR" sz="1700"/>
              <a:t>S/C </a:t>
            </a:r>
            <a:r>
              <a:rPr lang="ko-KR" altLang="en-US" sz="1700"/>
              <a:t>입고 </a:t>
            </a:r>
            <a:r>
              <a:rPr lang="en-US" altLang="ko-KR" sz="1700"/>
              <a:t>(C/V #13 → RGV → </a:t>
            </a:r>
            <a:r>
              <a:rPr lang="ko-KR" altLang="en-US" sz="1700"/>
              <a:t>통로 → </a:t>
            </a:r>
            <a:r>
              <a:rPr lang="en-US" altLang="ko-KR" sz="1700"/>
              <a:t>S/C → </a:t>
            </a:r>
            <a:r>
              <a:rPr lang="ko-KR" altLang="en-US" sz="1700"/>
              <a:t>랙</a:t>
            </a:r>
            <a:r>
              <a:rPr lang="en-US" altLang="ko-KR" sz="1700"/>
              <a:t>)</a:t>
            </a:r>
            <a:endParaRPr lang="ko-KR" alt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E8634-8C99-722B-5FEF-ACD9C4ECD5C7}"/>
              </a:ext>
            </a:extLst>
          </p:cNvPr>
          <p:cNvSpPr txBox="1"/>
          <p:nvPr/>
        </p:nvSpPr>
        <p:spPr>
          <a:xfrm>
            <a:off x="381000" y="787400"/>
            <a:ext cx="11430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000000"/>
                </a:solidFill>
              </a:rPr>
              <a:t>경로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호기별</a:t>
            </a:r>
            <a:r>
              <a:rPr lang="en-US" altLang="ko-KR" sz="1100">
                <a:solidFill>
                  <a:srgbClr val="000000"/>
                </a:solidFill>
              </a:rPr>
              <a:t>) — PlcAddressMap.xml &lt;CraneMap&gt; </a:t>
            </a:r>
            <a:r>
              <a:rPr lang="ko-KR" altLang="en-US" sz="1100">
                <a:solidFill>
                  <a:srgbClr val="000000"/>
                </a:solidFill>
              </a:rPr>
              <a:t>기준</a:t>
            </a:r>
          </a:p>
          <a:p>
            <a:r>
              <a:rPr lang="ko-KR" altLang="en-US" sz="1100">
                <a:solidFill>
                  <a:srgbClr val="000000"/>
                </a:solidFill>
              </a:rPr>
              <a:t>  </a:t>
            </a:r>
            <a:r>
              <a:rPr lang="en-US" altLang="ko-KR" sz="1100">
                <a:solidFill>
                  <a:srgbClr val="000000"/>
                </a:solidFill>
              </a:rPr>
              <a:t>S/C #1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#2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#3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#4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#2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#4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#7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#8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#3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#6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#11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#12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#4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#8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#15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#16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#5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#10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#19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#20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ko-KR" altLang="en-US" sz="1100">
                <a:solidFill>
                  <a:srgbClr val="000000"/>
                </a:solidFill>
              </a:rPr>
              <a:t>구간 구성 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이어지는 슬라이드</a:t>
            </a:r>
            <a:r>
              <a:rPr lang="en-US" altLang="ko-KR" sz="1100">
                <a:solidFill>
                  <a:srgbClr val="000000"/>
                </a:solidFill>
              </a:rPr>
              <a:t>)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① C/V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30·31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38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② RGV  (16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32·33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39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③ C/V  (15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34·35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40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④ S/C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36·37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41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en-US" altLang="ko-KR" sz="1100">
                <a:solidFill>
                  <a:srgbClr val="000000"/>
                </a:solidFill>
              </a:rPr>
              <a:t>※ </a:t>
            </a:r>
            <a:r>
              <a:rPr lang="ko-KR" altLang="en-US" sz="1100">
                <a:solidFill>
                  <a:srgbClr val="000000"/>
                </a:solidFill>
              </a:rPr>
              <a:t>모든 주소는 </a:t>
            </a:r>
            <a:r>
              <a:rPr lang="en-US" altLang="ko-KR" sz="1100">
                <a:solidFill>
                  <a:srgbClr val="000000"/>
                </a:solidFill>
              </a:rPr>
              <a:t>PlcAddressMap.xml </a:t>
            </a:r>
            <a:r>
              <a:rPr lang="ko-KR" altLang="en-US" sz="1100">
                <a:solidFill>
                  <a:srgbClr val="000000"/>
                </a:solidFill>
              </a:rPr>
              <a:t>에서 계산되었다</a:t>
            </a:r>
            <a:r>
              <a:rPr lang="en-US" altLang="ko-KR" sz="1100">
                <a:solidFill>
                  <a:srgbClr val="000000"/>
                </a:solidFill>
              </a:rPr>
              <a:t>. XML </a:t>
            </a:r>
            <a:r>
              <a:rPr lang="ko-KR" altLang="en-US" sz="1100">
                <a:solidFill>
                  <a:srgbClr val="000000"/>
                </a:solidFill>
              </a:rPr>
              <a:t>을 고치면 </a:t>
            </a:r>
            <a:r>
              <a:rPr lang="en-US" altLang="ko-KR" sz="1100">
                <a:solidFill>
                  <a:srgbClr val="000000"/>
                </a:solidFill>
              </a:rPr>
              <a:t>EQP_TASK · EQP_SIM · </a:t>
            </a:r>
            <a:r>
              <a:rPr lang="ko-KR" altLang="en-US" sz="1100">
                <a:solidFill>
                  <a:srgbClr val="000000"/>
                </a:solidFill>
              </a:rPr>
              <a:t>본 문서가 함께 바뀐다</a:t>
            </a:r>
            <a:r>
              <a:rPr lang="en-US" altLang="ko-KR" sz="110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 </a:t>
            </a:r>
            <a:r>
              <a:rPr lang="ko-KR" altLang="en-US" sz="1100">
                <a:solidFill>
                  <a:srgbClr val="000000"/>
                </a:solidFill>
              </a:rPr>
              <a:t>주소식 </a:t>
            </a:r>
            <a:r>
              <a:rPr lang="en-US" altLang="ko-KR" sz="1100">
                <a:solidFill>
                  <a:srgbClr val="000000"/>
                </a:solidFill>
              </a:rPr>
              <a:t>:  base = origin + (</a:t>
            </a:r>
            <a:r>
              <a:rPr lang="ko-KR" altLang="en-US" sz="1100">
                <a:solidFill>
                  <a:srgbClr val="000000"/>
                </a:solidFill>
              </a:rPr>
              <a:t>설비번호 </a:t>
            </a:r>
            <a:r>
              <a:rPr lang="en-US" altLang="ko-KR" sz="1100">
                <a:solidFill>
                  <a:srgbClr val="000000"/>
                </a:solidFill>
              </a:rPr>
              <a:t>- numberFrom) × stride ,  </a:t>
            </a:r>
            <a:r>
              <a:rPr lang="ko-KR" altLang="en-US" sz="1100">
                <a:solidFill>
                  <a:srgbClr val="000000"/>
                </a:solidFill>
              </a:rPr>
              <a:t>주소 </a:t>
            </a:r>
            <a:r>
              <a:rPr lang="en-US" altLang="ko-KR" sz="1100">
                <a:solidFill>
                  <a:srgbClr val="000000"/>
                </a:solidFill>
              </a:rPr>
              <a:t>= base + offset</a:t>
            </a:r>
            <a:endParaRPr lang="ko-KR" alt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563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Text Box 2">
            <a:extLst>
              <a:ext uri="{FF2B5EF4-FFF2-40B4-BE49-F238E27FC236}">
                <a16:creationId xmlns:a16="http://schemas.microsoft.com/office/drawing/2014/main" id="{0EBAFCFB-776B-11EA-702E-AE3F36A6E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40294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#26 → #25, C/V #13)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357C00AE-A6C1-17A0-D3AF-1EF06719E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28463" name="Rectangle 79">
            <a:extLst>
              <a:ext uri="{FF2B5EF4-FFF2-40B4-BE49-F238E27FC236}">
                <a16:creationId xmlns:a16="http://schemas.microsoft.com/office/drawing/2014/main" id="{EE146ACF-6B50-3903-CF80-6B1E5EBDD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28464" name="Rectangle 80">
            <a:extLst>
              <a:ext uri="{FF2B5EF4-FFF2-40B4-BE49-F238E27FC236}">
                <a16:creationId xmlns:a16="http://schemas.microsoft.com/office/drawing/2014/main" id="{6C6B0C8D-7499-CD0A-1644-12CE883B7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28465" name="Group 81">
            <a:extLst>
              <a:ext uri="{FF2B5EF4-FFF2-40B4-BE49-F238E27FC236}">
                <a16:creationId xmlns:a16="http://schemas.microsoft.com/office/drawing/2014/main" id="{37EE6D04-4F86-3F8F-EDEF-23B0110128D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28466" name="Line 82">
              <a:extLst>
                <a:ext uri="{FF2B5EF4-FFF2-40B4-BE49-F238E27FC236}">
                  <a16:creationId xmlns:a16="http://schemas.microsoft.com/office/drawing/2014/main" id="{8DED1FEE-7638-6B23-7980-457487E9E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28467" name="Line 83">
              <a:extLst>
                <a:ext uri="{FF2B5EF4-FFF2-40B4-BE49-F238E27FC236}">
                  <a16:creationId xmlns:a16="http://schemas.microsoft.com/office/drawing/2014/main" id="{D973893F-114E-48A7-18D5-F2138EE06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28468" name="Text Box 84">
            <a:extLst>
              <a:ext uri="{FF2B5EF4-FFF2-40B4-BE49-F238E27FC236}">
                <a16:creationId xmlns:a16="http://schemas.microsoft.com/office/drawing/2014/main" id="{1540A6BD-9145-E175-0892-F222A0411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3807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입고대에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적재 됨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. #26</a:t>
            </a:r>
          </a:p>
        </p:txBody>
      </p:sp>
      <p:grpSp>
        <p:nvGrpSpPr>
          <p:cNvPr id="528469" name="Group 85">
            <a:extLst>
              <a:ext uri="{FF2B5EF4-FFF2-40B4-BE49-F238E27FC236}">
                <a16:creationId xmlns:a16="http://schemas.microsoft.com/office/drawing/2014/main" id="{501ACCE7-0B52-1E50-645A-2689CDF926AA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28470" name="Rectangle 86">
              <a:extLst>
                <a:ext uri="{FF2B5EF4-FFF2-40B4-BE49-F238E27FC236}">
                  <a16:creationId xmlns:a16="http://schemas.microsoft.com/office/drawing/2014/main" id="{8B691FA4-129A-28FC-BAA5-5ABB30C9F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26</a:t>
              </a:r>
            </a:p>
          </p:txBody>
        </p:sp>
        <p:sp>
          <p:nvSpPr>
            <p:cNvPr id="528471" name="Rectangle 87">
              <a:extLst>
                <a:ext uri="{FF2B5EF4-FFF2-40B4-BE49-F238E27FC236}">
                  <a16:creationId xmlns:a16="http://schemas.microsoft.com/office/drawing/2014/main" id="{9175CE53-D174-F687-1852-4FD8EF692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25</a:t>
              </a:r>
            </a:p>
          </p:txBody>
        </p:sp>
      </p:grpSp>
      <p:sp>
        <p:nvSpPr>
          <p:cNvPr id="528472" name="AutoShape 88">
            <a:extLst>
              <a:ext uri="{FF2B5EF4-FFF2-40B4-BE49-F238E27FC236}">
                <a16:creationId xmlns:a16="http://schemas.microsoft.com/office/drawing/2014/main" id="{EC32373E-485A-BE32-B078-5ED48EC0E3C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05499" y="56097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28473" name="Text Box 89">
            <a:extLst>
              <a:ext uri="{FF2B5EF4-FFF2-40B4-BE49-F238E27FC236}">
                <a16:creationId xmlns:a16="http://schemas.microsoft.com/office/drawing/2014/main" id="{8E8773DA-3969-405A-2CAE-ABAE2D4AF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#13</a:t>
            </a:r>
          </a:p>
        </p:txBody>
      </p:sp>
      <p:sp>
        <p:nvSpPr>
          <p:cNvPr id="528474" name="Line 90">
            <a:extLst>
              <a:ext uri="{FF2B5EF4-FFF2-40B4-BE49-F238E27FC236}">
                <a16:creationId xmlns:a16="http://schemas.microsoft.com/office/drawing/2014/main" id="{EFC4FE8B-5956-023B-86C0-2F0608D4F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28475" name="Text Box 91">
            <a:extLst>
              <a:ext uri="{FF2B5EF4-FFF2-40B4-BE49-F238E27FC236}">
                <a16:creationId xmlns:a16="http://schemas.microsoft.com/office/drawing/2014/main" id="{F4264214-46CD-C267-E836-229B2F9B7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#26</a:t>
            </a:r>
          </a:p>
        </p:txBody>
      </p:sp>
      <p:sp>
        <p:nvSpPr>
          <p:cNvPr id="528476" name="Line 92">
            <a:extLst>
              <a:ext uri="{FF2B5EF4-FFF2-40B4-BE49-F238E27FC236}">
                <a16:creationId xmlns:a16="http://schemas.microsoft.com/office/drawing/2014/main" id="{B1CE1928-735E-0805-5431-0AD4869FE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77" name="Text Box 93">
            <a:extLst>
              <a:ext uri="{FF2B5EF4-FFF2-40B4-BE49-F238E27FC236}">
                <a16:creationId xmlns:a16="http://schemas.microsoft.com/office/drawing/2014/main" id="{5D0C1A79-E1E2-8202-1495-160393466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694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%MX657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28478" name="Line 94">
            <a:extLst>
              <a:ext uri="{FF2B5EF4-FFF2-40B4-BE49-F238E27FC236}">
                <a16:creationId xmlns:a16="http://schemas.microsoft.com/office/drawing/2014/main" id="{A6BC2AA5-F57D-A5F1-9F7C-5E8486951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79" name="Text Box 95">
            <a:extLst>
              <a:ext uri="{FF2B5EF4-FFF2-40B4-BE49-F238E27FC236}">
                <a16:creationId xmlns:a16="http://schemas.microsoft.com/office/drawing/2014/main" id="{676462AB-E2ED-A7C0-503D-33678F39B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M040.4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%MX644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28480" name="Text Box 96">
            <a:extLst>
              <a:ext uri="{FF2B5EF4-FFF2-40B4-BE49-F238E27FC236}">
                <a16:creationId xmlns:a16="http://schemas.microsoft.com/office/drawing/2014/main" id="{FCF99BE6-D977-5C1C-E1E7-14A72EF3B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28481" name="Line 97">
            <a:extLst>
              <a:ext uri="{FF2B5EF4-FFF2-40B4-BE49-F238E27FC236}">
                <a16:creationId xmlns:a16="http://schemas.microsoft.com/office/drawing/2014/main" id="{29AD1A00-C24F-18D8-70D4-033D35608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82" name="Text Box 98">
            <a:extLst>
              <a:ext uri="{FF2B5EF4-FFF2-40B4-BE49-F238E27FC236}">
                <a16:creationId xmlns:a16="http://schemas.microsoft.com/office/drawing/2014/main" id="{B456D154-C126-00A3-7E8E-A9D7EE948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6258" y="1905501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M092.4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%MX1476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28483" name="Text Box 99">
            <a:extLst>
              <a:ext uri="{FF2B5EF4-FFF2-40B4-BE49-F238E27FC236}">
                <a16:creationId xmlns:a16="http://schemas.microsoft.com/office/drawing/2014/main" id="{9AE4BE6B-DE55-D4F2-9425-23F653CB1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28484" name="Line 100">
            <a:extLst>
              <a:ext uri="{FF2B5EF4-FFF2-40B4-BE49-F238E27FC236}">
                <a16:creationId xmlns:a16="http://schemas.microsoft.com/office/drawing/2014/main" id="{4E3F3C7A-D93F-7DC4-76D2-3FA6764F2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842461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85" name="Text Box 101">
            <a:extLst>
              <a:ext uri="{FF2B5EF4-FFF2-40B4-BE49-F238E27FC236}">
                <a16:creationId xmlns:a16="http://schemas.microsoft.com/office/drawing/2014/main" id="{8C604D17-DDD9-3400-B389-B4F0ECEDE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995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M092.4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%MX1476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28486" name="Text Box 102">
            <a:extLst>
              <a:ext uri="{FF2B5EF4-FFF2-40B4-BE49-F238E27FC236}">
                <a16:creationId xmlns:a16="http://schemas.microsoft.com/office/drawing/2014/main" id="{73F0C88E-DF43-E49A-30B8-154CBC2DD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28487" name="Text Box 103">
            <a:extLst>
              <a:ext uri="{FF2B5EF4-FFF2-40B4-BE49-F238E27FC236}">
                <a16:creationId xmlns:a16="http://schemas.microsoft.com/office/drawing/2014/main" id="{50907242-EBF4-1B88-16D6-A6FAE2A5F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155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M040.4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%MX644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28488" name="Text Box 104">
            <a:extLst>
              <a:ext uri="{FF2B5EF4-FFF2-40B4-BE49-F238E27FC236}">
                <a16:creationId xmlns:a16="http://schemas.microsoft.com/office/drawing/2014/main" id="{ABCAAE44-B307-1796-2BD6-752E0006B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28489" name="Line 105">
            <a:extLst>
              <a:ext uri="{FF2B5EF4-FFF2-40B4-BE49-F238E27FC236}">
                <a16:creationId xmlns:a16="http://schemas.microsoft.com/office/drawing/2014/main" id="{0457DEB2-2535-2562-B167-047E5C0B4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90" name="Text Box 106">
            <a:extLst>
              <a:ext uri="{FF2B5EF4-FFF2-40B4-BE49-F238E27FC236}">
                <a16:creationId xmlns:a16="http://schemas.microsoft.com/office/drawing/2014/main" id="{C3A037FD-A0DA-3D97-40B2-655CC8D7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05627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WMS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반송정보를 받아 입고대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28491" name="AutoShape 107">
            <a:extLst>
              <a:ext uri="{FF2B5EF4-FFF2-40B4-BE49-F238E27FC236}">
                <a16:creationId xmlns:a16="http://schemas.microsoft.com/office/drawing/2014/main" id="{A79C56C0-923A-84C5-6A16-4CB2BF849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383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(R0122~R0123 %RB244~%RB246)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28492" name="Freeform 108">
            <a:extLst>
              <a:ext uri="{FF2B5EF4-FFF2-40B4-BE49-F238E27FC236}">
                <a16:creationId xmlns:a16="http://schemas.microsoft.com/office/drawing/2014/main" id="{60B9C005-B916-17D4-9D57-63199725D586}"/>
              </a:ext>
            </a:extLst>
          </p:cNvPr>
          <p:cNvSpPr>
            <a:spLocks/>
          </p:cNvSpPr>
          <p:nvPr/>
        </p:nvSpPr>
        <p:spPr bwMode="auto">
          <a:xfrm flipH="1">
            <a:off x="4253665" y="3838074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495" name="Text Box 111">
            <a:extLst>
              <a:ext uri="{FF2B5EF4-FFF2-40B4-BE49-F238E27FC236}">
                <a16:creationId xmlns:a16="http://schemas.microsoft.com/office/drawing/2014/main" id="{89514CE6-2582-AE9D-848A-C5A7C4739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9263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28496" name="Text Box 112">
            <a:extLst>
              <a:ext uri="{FF2B5EF4-FFF2-40B4-BE49-F238E27FC236}">
                <a16:creationId xmlns:a16="http://schemas.microsoft.com/office/drawing/2014/main" id="{186F5512-E372-D819-32DD-D3B397541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#25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28499" name="Line 115">
            <a:extLst>
              <a:ext uri="{FF2B5EF4-FFF2-40B4-BE49-F238E27FC236}">
                <a16:creationId xmlns:a16="http://schemas.microsoft.com/office/drawing/2014/main" id="{171EEBB0-C717-3086-C35B-FE8FF7CB7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49667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00" name="Text Box 116">
            <a:extLst>
              <a:ext uri="{FF2B5EF4-FFF2-40B4-BE49-F238E27FC236}">
                <a16:creationId xmlns:a16="http://schemas.microsoft.com/office/drawing/2014/main" id="{8C3FD326-FBDB-E4CA-29CF-BA628968C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591" y="3292142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947">
                <a:solidFill/>
                <a:latin typeface="Times New Roman"/>
              </a:rPr>
              <a:t>Direction Mode Check(D0312 → %DW492(%DB984))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28502" name="Text Box 118">
            <a:extLst>
              <a:ext uri="{FF2B5EF4-FFF2-40B4-BE49-F238E27FC236}">
                <a16:creationId xmlns:a16="http://schemas.microsoft.com/office/drawing/2014/main" id="{104CA328-54EA-F179-8D96-7A59BE4D5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00426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0,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1</a:t>
            </a:r>
          </a:p>
        </p:txBody>
      </p:sp>
      <p:sp>
        <p:nvSpPr>
          <p:cNvPr id="528503" name="Line 119">
            <a:extLst>
              <a:ext uri="{FF2B5EF4-FFF2-40B4-BE49-F238E27FC236}">
                <a16:creationId xmlns:a16="http://schemas.microsoft.com/office/drawing/2014/main" id="{8247BDC9-B0F6-4A1D-4412-D61E98119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11742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04" name="Text Box 120">
            <a:extLst>
              <a:ext uri="{FF2B5EF4-FFF2-40B4-BE49-F238E27FC236}">
                <a16:creationId xmlns:a16="http://schemas.microsoft.com/office/drawing/2014/main" id="{44BFE5FC-0000-58EA-878D-A88FA5F14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06466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0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528505" name="Text Box 121">
            <a:extLst>
              <a:ext uri="{FF2B5EF4-FFF2-40B4-BE49-F238E27FC236}">
                <a16:creationId xmlns:a16="http://schemas.microsoft.com/office/drawing/2014/main" id="{0D9D0CCF-0B56-1875-209C-7065DA1E3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7832" y="3565860"/>
            <a:ext cx="329930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1705">
                <a:solidFill/>
                <a:latin typeface="Times New Roman"/>
              </a:rPr>
              <a:t>D0312 → %DW492(%DB984) “0”</a:t>
            </a:r>
            <a:endParaRPr sz="1705" dirty="0">
              <a:solidFill/>
              <a:latin typeface="Times New Roman"/>
            </a:endParaRPr>
          </a:p>
        </p:txBody>
      </p:sp>
      <p:sp>
        <p:nvSpPr>
          <p:cNvPr id="528506" name="Text Box 122">
            <a:extLst>
              <a:ext uri="{FF2B5EF4-FFF2-40B4-BE49-F238E27FC236}">
                <a16:creationId xmlns:a16="http://schemas.microsoft.com/office/drawing/2014/main" id="{61BB5623-0750-879A-7A9D-C0D6570D6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563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#25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28507" name="Text Box 123">
            <a:extLst>
              <a:ext uri="{FF2B5EF4-FFF2-40B4-BE49-F238E27FC236}">
                <a16:creationId xmlns:a16="http://schemas.microsoft.com/office/drawing/2014/main" id="{0F64C41B-A870-D8C5-987F-F9092EC00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253" y="507732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#25</a:t>
            </a:r>
          </a:p>
        </p:txBody>
      </p:sp>
      <p:sp>
        <p:nvSpPr>
          <p:cNvPr id="528508" name="Line 124">
            <a:extLst>
              <a:ext uri="{FF2B5EF4-FFF2-40B4-BE49-F238E27FC236}">
                <a16:creationId xmlns:a16="http://schemas.microsoft.com/office/drawing/2014/main" id="{372D4924-5793-E02C-7564-D2AF22CB4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5326982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09" name="Text Box 125">
            <a:extLst>
              <a:ext uri="{FF2B5EF4-FFF2-40B4-BE49-F238E27FC236}">
                <a16:creationId xmlns:a16="http://schemas.microsoft.com/office/drawing/2014/main" id="{1BF9450C-C821-6BA9-696C-903DF35A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638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M041.0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%MX656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28510" name="Text Box 126">
            <a:extLst>
              <a:ext uri="{FF2B5EF4-FFF2-40B4-BE49-F238E27FC236}">
                <a16:creationId xmlns:a16="http://schemas.microsoft.com/office/drawing/2014/main" id="{2ABFA345-BD09-3CD3-5B63-6BAACF6FB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253" y="45434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#26</a:t>
            </a:r>
          </a:p>
        </p:txBody>
      </p:sp>
      <p:sp>
        <p:nvSpPr>
          <p:cNvPr id="528511" name="Line 127">
            <a:extLst>
              <a:ext uri="{FF2B5EF4-FFF2-40B4-BE49-F238E27FC236}">
                <a16:creationId xmlns:a16="http://schemas.microsoft.com/office/drawing/2014/main" id="{D964BB2D-A275-98DD-073E-EF000A022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479308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12" name="Text Box 128">
            <a:extLst>
              <a:ext uri="{FF2B5EF4-FFF2-40B4-BE49-F238E27FC236}">
                <a16:creationId xmlns:a16="http://schemas.microsoft.com/office/drawing/2014/main" id="{3F2242C2-B3A1-ED7C-CAD5-36A7B3113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151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%MX657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28513" name="Text Box 129">
            <a:extLst>
              <a:ext uri="{FF2B5EF4-FFF2-40B4-BE49-F238E27FC236}">
                <a16:creationId xmlns:a16="http://schemas.microsoft.com/office/drawing/2014/main" id="{D189BF41-C7A9-5E53-FA3C-A12234DE0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563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#26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#25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28514" name="Freeform 130">
            <a:extLst>
              <a:ext uri="{FF2B5EF4-FFF2-40B4-BE49-F238E27FC236}">
                <a16:creationId xmlns:a16="http://schemas.microsoft.com/office/drawing/2014/main" id="{CF0E4B13-46F7-EB6E-35FE-51D07F550DAA}"/>
              </a:ext>
            </a:extLst>
          </p:cNvPr>
          <p:cNvSpPr>
            <a:spLocks/>
          </p:cNvSpPr>
          <p:nvPr/>
        </p:nvSpPr>
        <p:spPr bwMode="auto">
          <a:xfrm>
            <a:off x="4279232" y="5921042"/>
            <a:ext cx="3274094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28515" name="AutoShape 131">
            <a:extLst>
              <a:ext uri="{FF2B5EF4-FFF2-40B4-BE49-F238E27FC236}">
                <a16:creationId xmlns:a16="http://schemas.microsoft.com/office/drawing/2014/main" id="{1A8EADBB-3755-4D9F-91F6-5CFBA2DFE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NO(R0120~R0121 %RB240~%RB242)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28516" name="Text Box 132">
            <a:extLst>
              <a:ext uri="{FF2B5EF4-FFF2-40B4-BE49-F238E27FC236}">
                <a16:creationId xmlns:a16="http://schemas.microsoft.com/office/drawing/2014/main" id="{8CDDDCD3-64C2-DB98-9722-B016FFB1B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0160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28517" name="Text Box 133">
            <a:extLst>
              <a:ext uri="{FF2B5EF4-FFF2-40B4-BE49-F238E27FC236}">
                <a16:creationId xmlns:a16="http://schemas.microsoft.com/office/drawing/2014/main" id="{07F40468-78D0-8FD7-4F0F-33069D9AE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28520" name="Text Box 136">
            <a:extLst>
              <a:ext uri="{FF2B5EF4-FFF2-40B4-BE49-F238E27FC236}">
                <a16:creationId xmlns:a16="http://schemas.microsoft.com/office/drawing/2014/main" id="{EE092034-3681-B736-3FDC-4ACDBDE1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2704098"/>
            <a:ext cx="1228725" cy="73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Direction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모드 변경은 관련 방향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Job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이 없을 경우만 일어나야 함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.</a:t>
            </a:r>
          </a:p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Direction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방향 반대일 경우 대기</a:t>
            </a:r>
          </a:p>
        </p:txBody>
      </p:sp>
      <p:sp>
        <p:nvSpPr>
          <p:cNvPr id="528521" name="Text Box 137">
            <a:extLst>
              <a:ext uri="{FF2B5EF4-FFF2-40B4-BE49-F238E27FC236}">
                <a16:creationId xmlns:a16="http://schemas.microsoft.com/office/drawing/2014/main" id="{A17ED590-54F8-748D-2E88-CC1E3A381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806" y="4520866"/>
            <a:ext cx="1705476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*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앞에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가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exist Off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하고 뒤에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On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사이의 갭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?</a:t>
            </a:r>
          </a:p>
        </p:txBody>
      </p:sp>
      <p:sp>
        <p:nvSpPr>
          <p:cNvPr id="528522" name="TextBox 528521"/>
          <p:cNvSpPr txBox="1"/>
          <p:nvPr/>
        </p:nvSpPr>
        <p:spPr>
          <a:xfrm>
            <a:off x="1529475" y="6021288"/>
            <a:ext cx="8864266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① </a:t>
            </a:r>
            <a:r>
              <a:rPr sz="853" b="1" dirty="0" err="1">
                <a:solidFill>
                  <a:srgbClr val="FF0000"/>
                </a:solidFill>
              </a:rPr>
              <a:t>방향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전환</a:t>
            </a:r>
            <a:r>
              <a:rPr sz="853" b="1" dirty="0">
                <a:solidFill>
                  <a:srgbClr val="FF0000"/>
                </a:solidFill>
              </a:rPr>
              <a:t> 시 </a:t>
            </a:r>
            <a:r>
              <a:rPr sz="853" b="1" dirty="0" err="1">
                <a:solidFill>
                  <a:srgbClr val="FF0000"/>
                </a:solidFill>
              </a:rPr>
              <a:t>반대방향</a:t>
            </a:r>
            <a:r>
              <a:rPr sz="853" b="1" dirty="0">
                <a:solidFill>
                  <a:srgbClr val="FF0000"/>
                </a:solidFill>
              </a:rPr>
              <a:t> Job </a:t>
            </a:r>
            <a:r>
              <a:rPr sz="853" b="1" dirty="0" err="1">
                <a:solidFill>
                  <a:srgbClr val="FF0000"/>
                </a:solidFill>
              </a:rPr>
              <a:t>유무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확인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가드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미구현</a:t>
            </a:r>
            <a:r>
              <a:rPr sz="853" b="1" dirty="0">
                <a:solidFill>
                  <a:srgbClr val="FF0000"/>
                </a:solidFill>
              </a:rPr>
              <a:t>(</a:t>
            </a:r>
            <a:r>
              <a:rPr sz="853" b="1" dirty="0" err="1">
                <a:solidFill>
                  <a:srgbClr val="FF0000"/>
                </a:solidFill>
              </a:rPr>
              <a:t>ECSDispatcher.cs</a:t>
            </a:r>
            <a:r>
              <a:rPr sz="853" b="1" dirty="0">
                <a:solidFill>
                  <a:srgbClr val="FF0000"/>
                </a:solidFill>
              </a:rPr>
              <a:t> — </a:t>
            </a:r>
            <a:r>
              <a:rPr sz="853" b="1" dirty="0" err="1">
                <a:solidFill>
                  <a:srgbClr val="FF0000"/>
                </a:solidFill>
              </a:rPr>
              <a:t>현재모드만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비교</a:t>
            </a:r>
            <a:r>
              <a:rPr sz="853" b="1" dirty="0">
                <a:solidFill>
                  <a:srgbClr val="FF0000"/>
                </a:solidFill>
              </a:rPr>
              <a:t> 후 </a:t>
            </a:r>
            <a:r>
              <a:rPr sz="853" b="1" dirty="0" err="1">
                <a:solidFill>
                  <a:srgbClr val="FF0000"/>
                </a:solidFill>
              </a:rPr>
              <a:t>즉시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전환</a:t>
            </a:r>
            <a:r>
              <a:rPr sz="853" b="1" dirty="0">
                <a:solidFill>
                  <a:srgbClr val="FF0000"/>
                </a:solidFill>
              </a:rPr>
              <a:t>) ② ECS </a:t>
            </a:r>
            <a:r>
              <a:rPr sz="853" b="1" dirty="0" err="1">
                <a:solidFill>
                  <a:srgbClr val="FF0000"/>
                </a:solidFill>
              </a:rPr>
              <a:t>판독주기</a:t>
            </a:r>
            <a:r>
              <a:rPr sz="853" b="1" dirty="0">
                <a:solidFill>
                  <a:srgbClr val="FF0000"/>
                </a:solidFill>
              </a:rPr>
              <a:t> 1초(</a:t>
            </a:r>
            <a:r>
              <a:rPr sz="853" b="1" dirty="0" err="1">
                <a:solidFill>
                  <a:srgbClr val="FF0000"/>
                </a:solidFill>
              </a:rPr>
              <a:t>문서</a:t>
            </a:r>
            <a:r>
              <a:rPr sz="853" b="1" dirty="0">
                <a:solidFill>
                  <a:srgbClr val="FF0000"/>
                </a:solidFill>
              </a:rPr>
              <a:t> 0.5초와 </a:t>
            </a:r>
            <a:r>
              <a:rPr sz="853" b="1" dirty="0" err="1">
                <a:solidFill>
                  <a:srgbClr val="FF0000"/>
                </a:solidFill>
              </a:rPr>
              <a:t>불일치</a:t>
            </a:r>
            <a:r>
              <a:rPr sz="853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3521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Text Box 2">
            <a:extLst>
              <a:ext uri="{FF2B5EF4-FFF2-40B4-BE49-F238E27FC236}">
                <a16:creationId xmlns:a16="http://schemas.microsoft.com/office/drawing/2014/main" id="{2B7C0813-D88D-9ED1-AA5B-8E70DE8C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402941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#26 → #25, C/V #13)</a:t>
            </a:r>
          </a:p>
        </p:txBody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04EEBF1C-AC5F-B634-9241-282604E27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0436" name="Rectangle 4">
            <a:extLst>
              <a:ext uri="{FF2B5EF4-FFF2-40B4-BE49-F238E27FC236}">
                <a16:creationId xmlns:a16="http://schemas.microsoft.com/office/drawing/2014/main" id="{547A2827-CFFA-762C-6F45-EE390FD5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0437" name="Rectangle 5">
            <a:extLst>
              <a:ext uri="{FF2B5EF4-FFF2-40B4-BE49-F238E27FC236}">
                <a16:creationId xmlns:a16="http://schemas.microsoft.com/office/drawing/2014/main" id="{37D57082-40F4-9130-DDAD-37885B60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0438" name="Group 6">
            <a:extLst>
              <a:ext uri="{FF2B5EF4-FFF2-40B4-BE49-F238E27FC236}">
                <a16:creationId xmlns:a16="http://schemas.microsoft.com/office/drawing/2014/main" id="{C2EDE718-4EA5-1EDF-53A5-66289DEB01CA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0439" name="Line 7">
              <a:extLst>
                <a:ext uri="{FF2B5EF4-FFF2-40B4-BE49-F238E27FC236}">
                  <a16:creationId xmlns:a16="http://schemas.microsoft.com/office/drawing/2014/main" id="{3CD8C766-A727-E2D5-228F-A856D5295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0440" name="Line 8">
              <a:extLst>
                <a:ext uri="{FF2B5EF4-FFF2-40B4-BE49-F238E27FC236}">
                  <a16:creationId xmlns:a16="http://schemas.microsoft.com/office/drawing/2014/main" id="{38FE1572-916A-615E-91ED-1BBFF9C8A7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grpSp>
        <p:nvGrpSpPr>
          <p:cNvPr id="530442" name="Group 10">
            <a:extLst>
              <a:ext uri="{FF2B5EF4-FFF2-40B4-BE49-F238E27FC236}">
                <a16:creationId xmlns:a16="http://schemas.microsoft.com/office/drawing/2014/main" id="{15A28284-6F32-F818-46D9-8F79A99BCFC4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30443" name="Rectangle 11">
              <a:extLst>
                <a:ext uri="{FF2B5EF4-FFF2-40B4-BE49-F238E27FC236}">
                  <a16:creationId xmlns:a16="http://schemas.microsoft.com/office/drawing/2014/main" id="{1DCD6BE7-C65D-5C34-9EF6-B22AD80AD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26</a:t>
              </a:r>
            </a:p>
          </p:txBody>
        </p:sp>
        <p:sp>
          <p:nvSpPr>
            <p:cNvPr id="530444" name="Rectangle 12">
              <a:extLst>
                <a:ext uri="{FF2B5EF4-FFF2-40B4-BE49-F238E27FC236}">
                  <a16:creationId xmlns:a16="http://schemas.microsoft.com/office/drawing/2014/main" id="{056431AF-42FB-8B8E-7D1C-38BE37C91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25</a:t>
              </a:r>
            </a:p>
          </p:txBody>
        </p:sp>
      </p:grpSp>
      <p:sp>
        <p:nvSpPr>
          <p:cNvPr id="530445" name="AutoShape 13">
            <a:extLst>
              <a:ext uri="{FF2B5EF4-FFF2-40B4-BE49-F238E27FC236}">
                <a16:creationId xmlns:a16="http://schemas.microsoft.com/office/drawing/2014/main" id="{206BF3B9-1BD3-3DB6-0671-E199C822F5B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05499" y="56097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0446" name="Text Box 14">
            <a:extLst>
              <a:ext uri="{FF2B5EF4-FFF2-40B4-BE49-F238E27FC236}">
                <a16:creationId xmlns:a16="http://schemas.microsoft.com/office/drawing/2014/main" id="{880218A2-7853-5529-A503-0102D7C72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#13</a:t>
            </a:r>
          </a:p>
        </p:txBody>
      </p:sp>
      <p:sp>
        <p:nvSpPr>
          <p:cNvPr id="530447" name="Line 15">
            <a:extLst>
              <a:ext uri="{FF2B5EF4-FFF2-40B4-BE49-F238E27FC236}">
                <a16:creationId xmlns:a16="http://schemas.microsoft.com/office/drawing/2014/main" id="{CE33FA4D-F6A4-B837-3A21-9FD9D16B0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0486" name="Text Box 54">
            <a:extLst>
              <a:ext uri="{FF2B5EF4-FFF2-40B4-BE49-F238E27FC236}">
                <a16:creationId xmlns:a16="http://schemas.microsoft.com/office/drawing/2014/main" id="{F75C792E-655E-4FF0-8964-9A4757CCB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0487" name="Text Box 55">
            <a:extLst>
              <a:ext uri="{FF2B5EF4-FFF2-40B4-BE49-F238E27FC236}">
                <a16:creationId xmlns:a16="http://schemas.microsoft.com/office/drawing/2014/main" id="{5827740E-48AD-256F-1FB4-98D0B24D1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0488" name="Text Box 56">
            <a:extLst>
              <a:ext uri="{FF2B5EF4-FFF2-40B4-BE49-F238E27FC236}">
                <a16:creationId xmlns:a16="http://schemas.microsoft.com/office/drawing/2014/main" id="{7D364425-BC68-3D88-88F7-D2CBAE14F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0489" name="Line 57">
            <a:extLst>
              <a:ext uri="{FF2B5EF4-FFF2-40B4-BE49-F238E27FC236}">
                <a16:creationId xmlns:a16="http://schemas.microsoft.com/office/drawing/2014/main" id="{E90FB379-1865-8206-43B7-56ED0F181F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490" name="Text Box 58">
            <a:extLst>
              <a:ext uri="{FF2B5EF4-FFF2-40B4-BE49-F238E27FC236}">
                <a16:creationId xmlns:a16="http://schemas.microsoft.com/office/drawing/2014/main" id="{64DC32CA-F7BE-709E-01C7-B28DD3B8E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M040.1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%MX641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0491" name="Text Box 59">
            <a:extLst>
              <a:ext uri="{FF2B5EF4-FFF2-40B4-BE49-F238E27FC236}">
                <a16:creationId xmlns:a16="http://schemas.microsoft.com/office/drawing/2014/main" id="{DAF282CA-91B2-8983-D821-608BBB554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0492" name="Line 60">
            <a:extLst>
              <a:ext uri="{FF2B5EF4-FFF2-40B4-BE49-F238E27FC236}">
                <a16:creationId xmlns:a16="http://schemas.microsoft.com/office/drawing/2014/main" id="{C9C357B6-CDBA-4DC9-C098-771150C94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493" name="Text Box 61">
            <a:extLst>
              <a:ext uri="{FF2B5EF4-FFF2-40B4-BE49-F238E27FC236}">
                <a16:creationId xmlns:a16="http://schemas.microsoft.com/office/drawing/2014/main" id="{E1E14050-0C21-8BF5-5B0D-D9B8A2528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122" y="3387171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M092.1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%MX1473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0494" name="Text Box 62">
            <a:extLst>
              <a:ext uri="{FF2B5EF4-FFF2-40B4-BE49-F238E27FC236}">
                <a16:creationId xmlns:a16="http://schemas.microsoft.com/office/drawing/2014/main" id="{AF3AC0BC-01E2-AD57-1D0A-84A870615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0495" name="Line 63">
            <a:extLst>
              <a:ext uri="{FF2B5EF4-FFF2-40B4-BE49-F238E27FC236}">
                <a16:creationId xmlns:a16="http://schemas.microsoft.com/office/drawing/2014/main" id="{249EF0F3-526D-D649-D53B-AC0288BBB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496" name="Text Box 64">
            <a:extLst>
              <a:ext uri="{FF2B5EF4-FFF2-40B4-BE49-F238E27FC236}">
                <a16:creationId xmlns:a16="http://schemas.microsoft.com/office/drawing/2014/main" id="{1452DF4A-B032-AD17-30FF-4B3EBB1E7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660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M092.1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%MX1473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0497" name="Text Box 65">
            <a:extLst>
              <a:ext uri="{FF2B5EF4-FFF2-40B4-BE49-F238E27FC236}">
                <a16:creationId xmlns:a16="http://schemas.microsoft.com/office/drawing/2014/main" id="{63631F95-13A6-B064-34F0-85DA2E04A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0498" name="Text Box 66">
            <a:extLst>
              <a:ext uri="{FF2B5EF4-FFF2-40B4-BE49-F238E27FC236}">
                <a16:creationId xmlns:a16="http://schemas.microsoft.com/office/drawing/2014/main" id="{22B96FA7-00AD-CBFB-A872-2A84DDF2E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#25</a:t>
            </a:r>
          </a:p>
        </p:txBody>
      </p:sp>
      <p:sp>
        <p:nvSpPr>
          <p:cNvPr id="530499" name="Line 67">
            <a:extLst>
              <a:ext uri="{FF2B5EF4-FFF2-40B4-BE49-F238E27FC236}">
                <a16:creationId xmlns:a16="http://schemas.microsoft.com/office/drawing/2014/main" id="{0F893E72-362F-98A1-34C6-F23A4045B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0" name="Text Box 68">
            <a:extLst>
              <a:ext uri="{FF2B5EF4-FFF2-40B4-BE49-F238E27FC236}">
                <a16:creationId xmlns:a16="http://schemas.microsoft.com/office/drawing/2014/main" id="{D7840867-02A4-39D4-ABB1-C72817384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658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M041.0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%MX656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0501" name="Line 69">
            <a:extLst>
              <a:ext uri="{FF2B5EF4-FFF2-40B4-BE49-F238E27FC236}">
                <a16:creationId xmlns:a16="http://schemas.microsoft.com/office/drawing/2014/main" id="{AA9C4FE5-68BB-4BD3-744D-61DCF68BA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2" name="Text Box 70">
            <a:extLst>
              <a:ext uri="{FF2B5EF4-FFF2-40B4-BE49-F238E27FC236}">
                <a16:creationId xmlns:a16="http://schemas.microsoft.com/office/drawing/2014/main" id="{9765759D-780D-D676-A160-3F838887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658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M040.6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%MX646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0503" name="Text Box 71">
            <a:extLst>
              <a:ext uri="{FF2B5EF4-FFF2-40B4-BE49-F238E27FC236}">
                <a16:creationId xmlns:a16="http://schemas.microsoft.com/office/drawing/2014/main" id="{5B56F8C1-7139-C710-CF70-C65C63B3D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0504" name="Text Box 72">
            <a:extLst>
              <a:ext uri="{FF2B5EF4-FFF2-40B4-BE49-F238E27FC236}">
                <a16:creationId xmlns:a16="http://schemas.microsoft.com/office/drawing/2014/main" id="{9C08B830-EEE5-29DE-7155-971796EE1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M040.1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%MX641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0505" name="Text Box 73">
            <a:extLst>
              <a:ext uri="{FF2B5EF4-FFF2-40B4-BE49-F238E27FC236}">
                <a16:creationId xmlns:a16="http://schemas.microsoft.com/office/drawing/2014/main" id="{CEAAFAC0-883D-66BB-CC55-1056F5FB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0506" name="Line 74">
            <a:extLst>
              <a:ext uri="{FF2B5EF4-FFF2-40B4-BE49-F238E27FC236}">
                <a16:creationId xmlns:a16="http://schemas.microsoft.com/office/drawing/2014/main" id="{C2356E9E-DB02-50E0-6F49-E915C22D0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7" name="Freeform 75">
            <a:extLst>
              <a:ext uri="{FF2B5EF4-FFF2-40B4-BE49-F238E27FC236}">
                <a16:creationId xmlns:a16="http://schemas.microsoft.com/office/drawing/2014/main" id="{4DEA4E77-8E37-836E-0783-669F859332C1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08" name="AutoShape 76">
            <a:extLst>
              <a:ext uri="{FF2B5EF4-FFF2-40B4-BE49-F238E27FC236}">
                <a16:creationId xmlns:a16="http://schemas.microsoft.com/office/drawing/2014/main" id="{DD2FD42B-9B33-9676-00EB-B5E2DEAB3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(R0120~R0121 %RB240~%RB242)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0509" name="Line 77">
            <a:extLst>
              <a:ext uri="{FF2B5EF4-FFF2-40B4-BE49-F238E27FC236}">
                <a16:creationId xmlns:a16="http://schemas.microsoft.com/office/drawing/2014/main" id="{41D94438-CFE3-4350-7DF4-E047B9D07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0510" name="Text Box 78">
            <a:extLst>
              <a:ext uri="{FF2B5EF4-FFF2-40B4-BE49-F238E27FC236}">
                <a16:creationId xmlns:a16="http://schemas.microsoft.com/office/drawing/2014/main" id="{5DABA05D-22C3-A1CA-B563-5B9BAA86D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M040.6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%MX646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0511" name="Text Box 79">
            <a:extLst>
              <a:ext uri="{FF2B5EF4-FFF2-40B4-BE49-F238E27FC236}">
                <a16:creationId xmlns:a16="http://schemas.microsoft.com/office/drawing/2014/main" id="{5B7384F9-92C6-8A82-D404-4D46611CF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0512" name="Text Box 80">
            <a:extLst>
              <a:ext uri="{FF2B5EF4-FFF2-40B4-BE49-F238E27FC236}">
                <a16:creationId xmlns:a16="http://schemas.microsoft.com/office/drawing/2014/main" id="{E67F343D-645B-22E8-6F23-E0B2E3A6C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4269" y="2815389"/>
            <a:ext cx="1705476" cy="617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>
              <a:spcBef>
                <a:spcPct val="50000"/>
              </a:spcBef>
              <a:buFontTx/>
              <a:buChar char="•"/>
            </a:pP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최종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Unload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시점에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R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영역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Data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삭제는 누가 하는가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?</a:t>
            </a:r>
          </a:p>
          <a:p>
            <a:pPr algn="ctr">
              <a:spcBef>
                <a:spcPct val="50000"/>
              </a:spcBef>
            </a:pP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 Tracking 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영역 삭제는 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PLC</a:t>
            </a:r>
            <a:r>
              <a:rPr lang="ko-KR" altLang="en-US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쪽에서 처리해주면 됨</a:t>
            </a:r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  <a:sym typeface="Wingdings" panose="05000000000000000000" pitchFamily="2" charset="2"/>
              </a:rPr>
              <a:t>.</a:t>
            </a:r>
            <a:endParaRPr lang="en-US" altLang="ko-KR" sz="758">
              <a:solidFill>
                <a:srgbClr val="000099"/>
              </a:solidFill>
              <a:latin typeface="Tahoma" panose="020B0604030504040204" pitchFamily="34" charset="0"/>
              <a:ea typeface="돋움체" panose="020B0609000101010101" pitchFamily="49" charset="-127"/>
            </a:endParaRPr>
          </a:p>
        </p:txBody>
      </p:sp>
      <p:sp>
        <p:nvSpPr>
          <p:cNvPr id="530513" name="TextBox 530512"/>
          <p:cNvSpPr txBox="1"/>
          <p:nvPr/>
        </p:nvSpPr>
        <p:spPr>
          <a:xfrm>
            <a:off x="1530016" y="6157724"/>
            <a:ext cx="8229600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</a:t>
            </a:r>
            <a:r>
              <a:rPr sz="853" b="1" dirty="0" err="1">
                <a:solidFill>
                  <a:srgbClr val="FF0000"/>
                </a:solidFill>
              </a:rPr>
              <a:t>ECS는</a:t>
            </a:r>
            <a:r>
              <a:rPr sz="853" b="1" dirty="0">
                <a:solidFill>
                  <a:srgbClr val="FF0000"/>
                </a:solidFill>
              </a:rPr>
              <a:t> Complete OFF </a:t>
            </a:r>
            <a:r>
              <a:rPr sz="853" b="1" dirty="0" err="1">
                <a:solidFill>
                  <a:srgbClr val="FF0000"/>
                </a:solidFill>
              </a:rPr>
              <a:t>수신</a:t>
            </a:r>
            <a:r>
              <a:rPr sz="853" b="1" dirty="0">
                <a:solidFill>
                  <a:srgbClr val="FF0000"/>
                </a:solidFill>
              </a:rPr>
              <a:t> 시 Ack OFF </a:t>
            </a:r>
            <a:r>
              <a:rPr sz="853" b="1" dirty="0" err="1">
                <a:solidFill>
                  <a:srgbClr val="FF0000"/>
                </a:solidFill>
              </a:rPr>
              <a:t>처리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없음</a:t>
            </a:r>
            <a:r>
              <a:rPr sz="853" b="1" dirty="0">
                <a:solidFill>
                  <a:srgbClr val="FF0000"/>
                </a:solidFill>
              </a:rPr>
              <a:t> — Ack </a:t>
            </a:r>
            <a:r>
              <a:rPr sz="853" b="1" dirty="0" err="1">
                <a:solidFill>
                  <a:srgbClr val="FF0000"/>
                </a:solidFill>
              </a:rPr>
              <a:t>리셋은</a:t>
            </a:r>
            <a:r>
              <a:rPr sz="853" b="1" dirty="0">
                <a:solidFill>
                  <a:srgbClr val="FF0000"/>
                </a:solidFill>
              </a:rPr>
              <a:t> PLC </a:t>
            </a:r>
            <a:r>
              <a:rPr sz="853" b="1" dirty="0" err="1">
                <a:solidFill>
                  <a:srgbClr val="FF0000"/>
                </a:solidFill>
              </a:rPr>
              <a:t>래더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담당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전제</a:t>
            </a:r>
            <a:r>
              <a:rPr sz="853" b="1" dirty="0">
                <a:solidFill>
                  <a:srgbClr val="FF0000"/>
                </a:solidFill>
              </a:rPr>
              <a:t> (</a:t>
            </a:r>
            <a:r>
              <a:rPr sz="853" b="1" dirty="0" err="1">
                <a:solidFill>
                  <a:srgbClr val="FF0000"/>
                </a:solidFill>
              </a:rPr>
              <a:t>Conveyor.cs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OnUnload</a:t>
            </a:r>
            <a:r>
              <a:rPr sz="853" b="1" dirty="0">
                <a:solidFill>
                  <a:srgbClr val="FF0000"/>
                </a:solidFill>
              </a:rPr>
              <a:t>/</a:t>
            </a:r>
            <a:r>
              <a:rPr sz="853" b="1" dirty="0" err="1">
                <a:solidFill>
                  <a:srgbClr val="FF0000"/>
                </a:solidFill>
              </a:rPr>
              <a:t>LoadComplete</a:t>
            </a:r>
            <a:r>
              <a:rPr sz="853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1291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#25 → C/V #2 #3)</a:t>
            </a:r>
          </a:p>
        </p:txBody>
      </p:sp>
      <p:sp>
        <p:nvSpPr>
          <p:cNvPr id="535606" name="AutoShape 54">
            <a:extLst>
              <a:ext uri="{FF2B5EF4-FFF2-40B4-BE49-F238E27FC236}">
                <a16:creationId xmlns:a16="http://schemas.microsoft.com/office/drawing/2014/main" id="{50EBBCE3-AB51-261A-1268-ED2501E1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9" y="2242386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826" y="949654"/>
            <a:ext cx="2859644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D0370(%DW848)=00/00/25,  To : D0373(%DW851)=00/00/03,</a:t>
            </a:r>
          </a:p>
          <a:p>
            <a:r>
              <a:rPr lang="en-US" sz="1705">
                <a:solidFill/>
                <a:latin typeface="Times New Roman"/>
              </a:rPr>
              <a:t>Job No : D0376(%DW854)=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35619" name="Group 67">
            <a:extLst>
              <a:ext uri="{FF2B5EF4-FFF2-40B4-BE49-F238E27FC236}">
                <a16:creationId xmlns:a16="http://schemas.microsoft.com/office/drawing/2014/main" id="{EDD0A87F-B2AD-A96E-5780-5AA9F4481081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5620" name="Rectangle 68">
              <a:extLst>
                <a:ext uri="{FF2B5EF4-FFF2-40B4-BE49-F238E27FC236}">
                  <a16:creationId xmlns:a16="http://schemas.microsoft.com/office/drawing/2014/main" id="{D214D6ED-62AC-17AB-5032-3ED04665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5621" name="Rectangle 69">
              <a:extLst>
                <a:ext uri="{FF2B5EF4-FFF2-40B4-BE49-F238E27FC236}">
                  <a16:creationId xmlns:a16="http://schemas.microsoft.com/office/drawing/2014/main" id="{EE95829E-086C-F087-0308-D9211A16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5622" name="Group 70">
            <a:extLst>
              <a:ext uri="{FF2B5EF4-FFF2-40B4-BE49-F238E27FC236}">
                <a16:creationId xmlns:a16="http://schemas.microsoft.com/office/drawing/2014/main" id="{C8208F65-F3BF-D341-D040-CB38E56E426F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5623" name="Rectangle 71">
              <a:extLst>
                <a:ext uri="{FF2B5EF4-FFF2-40B4-BE49-F238E27FC236}">
                  <a16:creationId xmlns:a16="http://schemas.microsoft.com/office/drawing/2014/main" id="{5FE08C84-5404-044B-5082-B49FE72BB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5624" name="Rectangle 72">
              <a:extLst>
                <a:ext uri="{FF2B5EF4-FFF2-40B4-BE49-F238E27FC236}">
                  <a16:creationId xmlns:a16="http://schemas.microsoft.com/office/drawing/2014/main" id="{E6B73301-4C20-BDF4-B0CF-63051A2E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5625" name="Line 73">
            <a:extLst>
              <a:ext uri="{FF2B5EF4-FFF2-40B4-BE49-F238E27FC236}">
                <a16:creationId xmlns:a16="http://schemas.microsoft.com/office/drawing/2014/main" id="{F91AF9D7-017D-82FB-0FF6-83D0ACFCE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6" name="Line 74">
            <a:extLst>
              <a:ext uri="{FF2B5EF4-FFF2-40B4-BE49-F238E27FC236}">
                <a16:creationId xmlns:a16="http://schemas.microsoft.com/office/drawing/2014/main" id="{BCEE5132-A061-19EC-6BEC-E0F6F24E1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7" name="Line 75">
            <a:extLst>
              <a:ext uri="{FF2B5EF4-FFF2-40B4-BE49-F238E27FC236}">
                <a16:creationId xmlns:a16="http://schemas.microsoft.com/office/drawing/2014/main" id="{DF39DCCB-1F40-E181-CB8D-C1003304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8" name="Line 76">
            <a:extLst>
              <a:ext uri="{FF2B5EF4-FFF2-40B4-BE49-F238E27FC236}">
                <a16:creationId xmlns:a16="http://schemas.microsoft.com/office/drawing/2014/main" id="{458BD7A7-1C5F-0FBF-8F9E-B0F6001FD1B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156458"/>
            <a:ext cx="2237874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RGV (R0310~ R0311 %RB620~%RB622)</a:t>
            </a: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6365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65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4" y="4689308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: #25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#3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으로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dirty="0">
                <a:solidFill>
                  <a:srgbClr val="7030A0"/>
                </a:solidFill>
              </a:rPr>
              <a:t>%DW336 → %DB672  (336×2=672)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582D0-8878-988F-D004-98CBCD2C35A2}"/>
              </a:ext>
            </a:extLst>
          </p:cNvPr>
          <p:cNvSpPr txBox="1"/>
          <p:nvPr/>
        </p:nvSpPr>
        <p:spPr>
          <a:xfrm>
            <a:off x="1794710" y="5630779"/>
            <a:ext cx="7700211" cy="2235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</a:t>
            </a:r>
            <a:r>
              <a:rPr lang="ko-KR" altLang="en-US" sz="853">
                <a:solidFill>
                  <a:srgbClr val="00008B"/>
                </a:solidFill>
              </a:rPr>
              <a:t>구표기 </a:t>
            </a:r>
            <a:r>
              <a:rPr lang="en-US" altLang="ko-KR" sz="853">
                <a:solidFill>
                  <a:srgbClr val="00008B"/>
                </a:solidFill>
              </a:rPr>
              <a:t>D0530 → D0370 </a:t>
            </a:r>
            <a:r>
              <a:rPr lang="ko-KR" altLang="en-US" sz="853">
                <a:solidFill>
                  <a:srgbClr val="00008B"/>
                </a:solidFill>
              </a:rPr>
              <a:t>정정 </a:t>
            </a:r>
            <a:r>
              <a:rPr lang="en-US" altLang="ko-KR" sz="853">
                <a:solidFill>
                  <a:srgbClr val="00008B"/>
                </a:solidFill>
              </a:rPr>
              <a:t>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RGV#1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D0370).  To = 00/00/03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#3 (RGV</a:t>
            </a:r>
            <a:r>
              <a:rPr lang="ko-KR" altLang="en-US" sz="853">
                <a:solidFill>
                  <a:srgbClr val="00008B"/>
                </a:solidFill>
              </a:rPr>
              <a:t>측 포트</a:t>
            </a:r>
            <a:r>
              <a:rPr lang="en-US" altLang="ko-KR" sz="853">
                <a:solidFill>
                  <a:srgbClr val="00008B"/>
                </a:solidFill>
              </a:rPr>
              <a:t>)</a:t>
            </a:r>
            <a:endParaRPr lang="ko-KR" altLang="en-US" sz="853">
              <a:solidFill>
                <a:srgbClr val="000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208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#25 → C/V #2 #3)</a:t>
            </a:r>
          </a:p>
        </p:txBody>
      </p:sp>
      <p:sp>
        <p:nvSpPr>
          <p:cNvPr id="537609" name="AutoShape 9">
            <a:extLst>
              <a:ext uri="{FF2B5EF4-FFF2-40B4-BE49-F238E27FC236}">
                <a16:creationId xmlns:a16="http://schemas.microsoft.com/office/drawing/2014/main" id="{76D78DA2-FBA0-DEB7-9640-ADB80AEF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grpSp>
        <p:nvGrpSpPr>
          <p:cNvPr id="537621" name="Group 21">
            <a:extLst>
              <a:ext uri="{FF2B5EF4-FFF2-40B4-BE49-F238E27FC236}">
                <a16:creationId xmlns:a16="http://schemas.microsoft.com/office/drawing/2014/main" id="{0079F24D-CCAE-8112-2904-2EE8C4CA51E5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7622" name="Rectangle 22">
              <a:extLst>
                <a:ext uri="{FF2B5EF4-FFF2-40B4-BE49-F238E27FC236}">
                  <a16:creationId xmlns:a16="http://schemas.microsoft.com/office/drawing/2014/main" id="{3C80D141-4037-9601-CE1F-C5853561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7623" name="Rectangle 23">
              <a:extLst>
                <a:ext uri="{FF2B5EF4-FFF2-40B4-BE49-F238E27FC236}">
                  <a16:creationId xmlns:a16="http://schemas.microsoft.com/office/drawing/2014/main" id="{3C7D0217-21BB-5EB5-396B-C286A8295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7624" name="Group 24">
            <a:extLst>
              <a:ext uri="{FF2B5EF4-FFF2-40B4-BE49-F238E27FC236}">
                <a16:creationId xmlns:a16="http://schemas.microsoft.com/office/drawing/2014/main" id="{ACBA2464-EDB0-24F1-9A40-68059AD21EA5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7625" name="Rectangle 25">
              <a:extLst>
                <a:ext uri="{FF2B5EF4-FFF2-40B4-BE49-F238E27FC236}">
                  <a16:creationId xmlns:a16="http://schemas.microsoft.com/office/drawing/2014/main" id="{CE75508B-E449-C65C-2BF4-C8163866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7626" name="Rectangle 26">
              <a:extLst>
                <a:ext uri="{FF2B5EF4-FFF2-40B4-BE49-F238E27FC236}">
                  <a16:creationId xmlns:a16="http://schemas.microsoft.com/office/drawing/2014/main" id="{C5383EA5-DA13-DBA0-B3B0-136EC602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7627" name="Line 27">
            <a:extLst>
              <a:ext uri="{FF2B5EF4-FFF2-40B4-BE49-F238E27FC236}">
                <a16:creationId xmlns:a16="http://schemas.microsoft.com/office/drawing/2014/main" id="{AE2EB6B0-997D-9FF1-072C-8B5B5FEC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28" name="Line 28">
            <a:extLst>
              <a:ext uri="{FF2B5EF4-FFF2-40B4-BE49-F238E27FC236}">
                <a16:creationId xmlns:a16="http://schemas.microsoft.com/office/drawing/2014/main" id="{7C92B76D-375C-5FB2-E3B6-CE995C6D6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29" name="Line 29">
            <a:extLst>
              <a:ext uri="{FF2B5EF4-FFF2-40B4-BE49-F238E27FC236}">
                <a16:creationId xmlns:a16="http://schemas.microsoft.com/office/drawing/2014/main" id="{5F2259FC-FF5C-9C2D-9125-3CC6EC65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30" name="Line 30">
            <a:extLst>
              <a:ext uri="{FF2B5EF4-FFF2-40B4-BE49-F238E27FC236}">
                <a16:creationId xmlns:a16="http://schemas.microsoft.com/office/drawing/2014/main" id="{9C2F4F4C-B542-C782-334A-526A805031C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1" y="1491916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1" y="2322095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45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M101.2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2"/>
            <a:ext cx="675422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S/C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경우는 경로 및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Location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정보가 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 사용하는 것이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다름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2550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M101.5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131219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9"/>
            <a:ext cx="12972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M101.5 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2"/>
            <a:ext cx="9068379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Transfer Complete Ack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(RGV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B0650~B0654)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RGV </a:t>
            </a:r>
            <a:r>
              <a:rPr lang="ko-KR" altLang="en-US" sz="1705" b="1">
                <a:solidFill>
                  <a:srgbClr val="FF0000"/>
                </a:solidFill>
              </a:rPr>
              <a:t>가 </a:t>
            </a:r>
            <a:r>
              <a:rPr lang="en-US" altLang="ko-KR" sz="1705" b="1">
                <a:solidFill>
                  <a:srgbClr val="FF0000"/>
                </a:solidFill>
              </a:rPr>
              <a:t>C/V #2 </a:t>
            </a:r>
            <a:r>
              <a:rPr lang="ko-KR" altLang="en-US" sz="1705" b="1">
                <a:solidFill>
                  <a:srgbClr val="FF0000"/>
                </a:solidFill>
              </a:rPr>
              <a:t>의 </a:t>
            </a:r>
            <a:r>
              <a:rPr lang="en-US" altLang="ko-KR" sz="1705" b="1">
                <a:solidFill>
                  <a:srgbClr val="FF0000"/>
                </a:solidFill>
              </a:rPr>
              <a:t>#3 </a:t>
            </a:r>
            <a:r>
              <a:rPr lang="ko-KR" altLang="en-US" sz="1705" b="1">
                <a:solidFill>
                  <a:srgbClr val="FF0000"/>
                </a:solidFill>
              </a:rPr>
              <a:t>에 </a:t>
            </a:r>
            <a:r>
              <a:rPr lang="en-US" altLang="ko-KR" sz="1705" b="1">
                <a:solidFill>
                  <a:srgbClr val="FF0000"/>
                </a:solidFill>
              </a:rPr>
              <a:t>Unload </a:t>
            </a:r>
            <a:r>
              <a:rPr lang="ko-KR" altLang="en-US" sz="1705" b="1">
                <a:solidFill>
                  <a:srgbClr val="FF0000"/>
                </a:solidFill>
              </a:rPr>
              <a:t>완료 → ③ 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시나리오로 이어짐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579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70358EC2-9C3C-A999-49BB-4F1FF1EB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08" name="Rectangle 4">
            <a:extLst>
              <a:ext uri="{FF2B5EF4-FFF2-40B4-BE49-F238E27FC236}">
                <a16:creationId xmlns:a16="http://schemas.microsoft.com/office/drawing/2014/main" id="{92B687CB-54D0-7773-E019-50D41CEC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3509" name="Rectangle 5">
            <a:extLst>
              <a:ext uri="{FF2B5EF4-FFF2-40B4-BE49-F238E27FC236}">
                <a16:creationId xmlns:a16="http://schemas.microsoft.com/office/drawing/2014/main" id="{43630144-3C1E-E674-54B5-BF2E18C8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3510" name="Group 6">
            <a:extLst>
              <a:ext uri="{FF2B5EF4-FFF2-40B4-BE49-F238E27FC236}">
                <a16:creationId xmlns:a16="http://schemas.microsoft.com/office/drawing/2014/main" id="{4E756539-EF8C-98BB-241B-D0F1DFFE1E82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3511" name="Line 7">
              <a:extLst>
                <a:ext uri="{FF2B5EF4-FFF2-40B4-BE49-F238E27FC236}">
                  <a16:creationId xmlns:a16="http://schemas.microsoft.com/office/drawing/2014/main" id="{3159E9B0-F220-CEC6-7438-037081DE6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3512" name="Line 8">
              <a:extLst>
                <a:ext uri="{FF2B5EF4-FFF2-40B4-BE49-F238E27FC236}">
                  <a16:creationId xmlns:a16="http://schemas.microsoft.com/office/drawing/2014/main" id="{69690E59-4381-9EFC-6D40-87F75C70A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3518" name="Text Box 14">
            <a:extLst>
              <a:ext uri="{FF2B5EF4-FFF2-40B4-BE49-F238E27FC236}">
                <a16:creationId xmlns:a16="http://schemas.microsoft.com/office/drawing/2014/main" id="{1006973E-B449-2464-BDF6-6DC14C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3557" name="Text Box 53">
            <a:extLst>
              <a:ext uri="{FF2B5EF4-FFF2-40B4-BE49-F238E27FC236}">
                <a16:creationId xmlns:a16="http://schemas.microsoft.com/office/drawing/2014/main" id="{C4853A32-0593-E41D-42BC-92E96AC2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3558" name="Group 54">
            <a:extLst>
              <a:ext uri="{FF2B5EF4-FFF2-40B4-BE49-F238E27FC236}">
                <a16:creationId xmlns:a16="http://schemas.microsoft.com/office/drawing/2014/main" id="{14B761EB-8FFA-0FB3-A032-B413EA05E199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3559" name="Rectangle 55">
              <a:extLst>
                <a:ext uri="{FF2B5EF4-FFF2-40B4-BE49-F238E27FC236}">
                  <a16:creationId xmlns:a16="http://schemas.microsoft.com/office/drawing/2014/main" id="{C79A217C-60DC-7F5C-089C-331BA13C5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3560" name="Rectangle 56">
              <a:extLst>
                <a:ext uri="{FF2B5EF4-FFF2-40B4-BE49-F238E27FC236}">
                  <a16:creationId xmlns:a16="http://schemas.microsoft.com/office/drawing/2014/main" id="{09CFD69E-6B34-B7D1-204C-34E5A15B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3561" name="AutoShape 57">
            <a:extLst>
              <a:ext uri="{FF2B5EF4-FFF2-40B4-BE49-F238E27FC236}">
                <a16:creationId xmlns:a16="http://schemas.microsoft.com/office/drawing/2014/main" id="{0529F277-C4EB-F2FB-D087-D3FD6BDE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899" y="107532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2" name="AutoShape 58">
            <a:extLst>
              <a:ext uri="{FF2B5EF4-FFF2-40B4-BE49-F238E27FC236}">
                <a16:creationId xmlns:a16="http://schemas.microsoft.com/office/drawing/2014/main" id="{F1B9359C-06A6-1290-3687-7D2699E753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57347" y="583531"/>
            <a:ext cx="169947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3" name="Text Box 59">
            <a:extLst>
              <a:ext uri="{FF2B5EF4-FFF2-40B4-BE49-F238E27FC236}">
                <a16:creationId xmlns:a16="http://schemas.microsoft.com/office/drawing/2014/main" id="{D7AAD8FB-94FA-D6FD-1835-405BD604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9564" y="1245268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3564" name="Text Box 60">
            <a:extLst>
              <a:ext uri="{FF2B5EF4-FFF2-40B4-BE49-F238E27FC236}">
                <a16:creationId xmlns:a16="http://schemas.microsoft.com/office/drawing/2014/main" id="{B7B98C2E-28BE-BFCA-1284-A0EF269E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742778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#3 → #4 → S/C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3565" name="Text Box 61">
            <a:extLst>
              <a:ext uri="{FF2B5EF4-FFF2-40B4-BE49-F238E27FC236}">
                <a16:creationId xmlns:a16="http://schemas.microsoft.com/office/drawing/2014/main" id="{C8809712-4046-4CE6-9D3A-11ADA50AA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3566" name="Text Box 62">
            <a:extLst>
              <a:ext uri="{FF2B5EF4-FFF2-40B4-BE49-F238E27FC236}">
                <a16:creationId xmlns:a16="http://schemas.microsoft.com/office/drawing/2014/main" id="{2BFDF2E9-C815-54C5-7EA4-91107782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67" name="Line 63">
            <a:extLst>
              <a:ext uri="{FF2B5EF4-FFF2-40B4-BE49-F238E27FC236}">
                <a16:creationId xmlns:a16="http://schemas.microsoft.com/office/drawing/2014/main" id="{384994EE-2198-B38A-A793-D3C5FF79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68" name="Text Box 64">
            <a:extLst>
              <a:ext uri="{FF2B5EF4-FFF2-40B4-BE49-F238E27FC236}">
                <a16:creationId xmlns:a16="http://schemas.microsoft.com/office/drawing/2014/main" id="{4B8DB408-473A-6C67-77E6-4909B9C9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69" name="Line 65">
            <a:extLst>
              <a:ext uri="{FF2B5EF4-FFF2-40B4-BE49-F238E27FC236}">
                <a16:creationId xmlns:a16="http://schemas.microsoft.com/office/drawing/2014/main" id="{8F70801C-F297-4E43-C112-2F30AC78F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0" name="Text Box 66">
            <a:extLst>
              <a:ext uri="{FF2B5EF4-FFF2-40B4-BE49-F238E27FC236}">
                <a16:creationId xmlns:a16="http://schemas.microsoft.com/office/drawing/2014/main" id="{8F07FB36-F688-F62A-3DB4-592DD35D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71" name="Text Box 67">
            <a:extLst>
              <a:ext uri="{FF2B5EF4-FFF2-40B4-BE49-F238E27FC236}">
                <a16:creationId xmlns:a16="http://schemas.microsoft.com/office/drawing/2014/main" id="{81D63802-4352-4620-763B-34BF0F56F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3572" name="Line 68">
            <a:extLst>
              <a:ext uri="{FF2B5EF4-FFF2-40B4-BE49-F238E27FC236}">
                <a16:creationId xmlns:a16="http://schemas.microsoft.com/office/drawing/2014/main" id="{C47FBE3B-F4A7-4263-3BD0-DF9959B9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3" name="Text Box 69">
            <a:extLst>
              <a:ext uri="{FF2B5EF4-FFF2-40B4-BE49-F238E27FC236}">
                <a16:creationId xmlns:a16="http://schemas.microsoft.com/office/drawing/2014/main" id="{7636475B-2821-1441-D428-FFC46B52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809" y="196566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74" name="Text Box 70">
            <a:extLst>
              <a:ext uri="{FF2B5EF4-FFF2-40B4-BE49-F238E27FC236}">
                <a16:creationId xmlns:a16="http://schemas.microsoft.com/office/drawing/2014/main" id="{B76FC19B-6976-900B-043B-FB7EB31A7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3575" name="Text Box 71">
            <a:extLst>
              <a:ext uri="{FF2B5EF4-FFF2-40B4-BE49-F238E27FC236}">
                <a16:creationId xmlns:a16="http://schemas.microsoft.com/office/drawing/2014/main" id="{0BD13E6E-AFE1-AA8E-19EA-B2D129A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44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76" name="Text Box 72">
            <a:extLst>
              <a:ext uri="{FF2B5EF4-FFF2-40B4-BE49-F238E27FC236}">
                <a16:creationId xmlns:a16="http://schemas.microsoft.com/office/drawing/2014/main" id="{97BFA956-432D-B0D4-D98F-B48A15A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3577" name="Text Box 73">
            <a:extLst>
              <a:ext uri="{FF2B5EF4-FFF2-40B4-BE49-F238E27FC236}">
                <a16:creationId xmlns:a16="http://schemas.microsoft.com/office/drawing/2014/main" id="{8DC1ED3F-DC0D-F3E6-A007-68A18B01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496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78" name="Text Box 74">
            <a:extLst>
              <a:ext uri="{FF2B5EF4-FFF2-40B4-BE49-F238E27FC236}">
                <a16:creationId xmlns:a16="http://schemas.microsoft.com/office/drawing/2014/main" id="{ADAB9441-6D69-27F3-9AC2-8A3BEFD2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3579" name="Line 75">
            <a:extLst>
              <a:ext uri="{FF2B5EF4-FFF2-40B4-BE49-F238E27FC236}">
                <a16:creationId xmlns:a16="http://schemas.microsoft.com/office/drawing/2014/main" id="{C5EEC5B4-2409-61E3-DAE9-5E7298DF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0" name="Text Box 76">
            <a:extLst>
              <a:ext uri="{FF2B5EF4-FFF2-40B4-BE49-F238E27FC236}">
                <a16:creationId xmlns:a16="http://schemas.microsoft.com/office/drawing/2014/main" id="{E629B58D-9674-6365-6A17-EAB8CDAB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3581" name="Line 77">
            <a:extLst>
              <a:ext uri="{FF2B5EF4-FFF2-40B4-BE49-F238E27FC236}">
                <a16:creationId xmlns:a16="http://schemas.microsoft.com/office/drawing/2014/main" id="{AE2245C4-4E03-D514-FB39-334715A94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2" name="Text Box 78">
            <a:extLst>
              <a:ext uri="{FF2B5EF4-FFF2-40B4-BE49-F238E27FC236}">
                <a16:creationId xmlns:a16="http://schemas.microsoft.com/office/drawing/2014/main" id="{7D91AE98-A12B-0445-C22B-61DEF927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56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Check(D0301 → %DW481(%DB962))</a:t>
            </a:r>
          </a:p>
        </p:txBody>
      </p:sp>
      <p:sp>
        <p:nvSpPr>
          <p:cNvPr id="533583" name="Text Box 79">
            <a:extLst>
              <a:ext uri="{FF2B5EF4-FFF2-40B4-BE49-F238E27FC236}">
                <a16:creationId xmlns:a16="http://schemas.microsoft.com/office/drawing/2014/main" id="{974C701B-2D53-AF53-3380-9CCFD6EA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입고 0, 출고 1</a:t>
            </a:r>
          </a:p>
        </p:txBody>
      </p:sp>
      <p:sp>
        <p:nvSpPr>
          <p:cNvPr id="533584" name="Line 80">
            <a:extLst>
              <a:ext uri="{FF2B5EF4-FFF2-40B4-BE49-F238E27FC236}">
                <a16:creationId xmlns:a16="http://schemas.microsoft.com/office/drawing/2014/main" id="{B0790009-FCDE-DF23-1924-4084E20B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5" name="Text Box 81">
            <a:extLst>
              <a:ext uri="{FF2B5EF4-FFF2-40B4-BE49-F238E27FC236}">
                <a16:creationId xmlns:a16="http://schemas.microsoft.com/office/drawing/2014/main" id="{417D5E0F-3FFC-A588-8A3C-9DEECE09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0이 아닐 경우 변경</a:t>
            </a:r>
          </a:p>
        </p:txBody>
      </p:sp>
      <p:sp>
        <p:nvSpPr>
          <p:cNvPr id="533586" name="Text Box 82">
            <a:extLst>
              <a:ext uri="{FF2B5EF4-FFF2-40B4-BE49-F238E27FC236}">
                <a16:creationId xmlns:a16="http://schemas.microsoft.com/office/drawing/2014/main" id="{E476DEE1-02E3-887A-3D82-DF6ADCD5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947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D0301 → %DW481(%DB962) “0”</a:t>
            </a:r>
          </a:p>
        </p:txBody>
      </p:sp>
      <p:sp>
        <p:nvSpPr>
          <p:cNvPr id="533587" name="AutoShape 83">
            <a:extLst>
              <a:ext uri="{FF2B5EF4-FFF2-40B4-BE49-F238E27FC236}">
                <a16:creationId xmlns:a16="http://schemas.microsoft.com/office/drawing/2014/main" id="{41F24FDC-0743-06D3-9410-E5FE5CB6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(R0010~R0011 %RB20~%RB22)</a:t>
            </a:r>
          </a:p>
        </p:txBody>
      </p:sp>
      <p:sp>
        <p:nvSpPr>
          <p:cNvPr id="533588" name="Freeform 84">
            <a:extLst>
              <a:ext uri="{FF2B5EF4-FFF2-40B4-BE49-F238E27FC236}">
                <a16:creationId xmlns:a16="http://schemas.microsoft.com/office/drawing/2014/main" id="{13C6F9D3-ECE1-92EF-7B4A-874D0EC0DCE1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9" name="Text Box 85">
            <a:extLst>
              <a:ext uri="{FF2B5EF4-FFF2-40B4-BE49-F238E27FC236}">
                <a16:creationId xmlns:a16="http://schemas.microsoft.com/office/drawing/2014/main" id="{8C22392F-D766-3286-5F80-DE3A730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3590" name="Text Box 86">
            <a:extLst>
              <a:ext uri="{FF2B5EF4-FFF2-40B4-BE49-F238E27FC236}">
                <a16:creationId xmlns:a16="http://schemas.microsoft.com/office/drawing/2014/main" id="{D4A39BC3-5F99-2432-10B8-7653793C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3591" name="Text Box 87">
            <a:extLst>
              <a:ext uri="{FF2B5EF4-FFF2-40B4-BE49-F238E27FC236}">
                <a16:creationId xmlns:a16="http://schemas.microsoft.com/office/drawing/2014/main" id="{1E927574-7FFD-0A38-75F6-D426214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3592" name="Text Box 88">
            <a:extLst>
              <a:ext uri="{FF2B5EF4-FFF2-40B4-BE49-F238E27FC236}">
                <a16:creationId xmlns:a16="http://schemas.microsoft.com/office/drawing/2014/main" id="{C7FF51BB-940A-63E8-289F-353ECE2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93" name="Line 89">
            <a:extLst>
              <a:ext uri="{FF2B5EF4-FFF2-40B4-BE49-F238E27FC236}">
                <a16:creationId xmlns:a16="http://schemas.microsoft.com/office/drawing/2014/main" id="{CC7FFA3B-DBF5-6F41-12F9-23AFAE7CC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4" name="Text Box 90">
            <a:extLst>
              <a:ext uri="{FF2B5EF4-FFF2-40B4-BE49-F238E27FC236}">
                <a16:creationId xmlns:a16="http://schemas.microsoft.com/office/drawing/2014/main" id="{F7EC59EA-A5E8-A144-38D4-F979571D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95" name="Text Box 91">
            <a:extLst>
              <a:ext uri="{FF2B5EF4-FFF2-40B4-BE49-F238E27FC236}">
                <a16:creationId xmlns:a16="http://schemas.microsoft.com/office/drawing/2014/main" id="{AD5A3DB5-6D95-06A5-54CF-876AA980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96" name="Line 92">
            <a:extLst>
              <a:ext uri="{FF2B5EF4-FFF2-40B4-BE49-F238E27FC236}">
                <a16:creationId xmlns:a16="http://schemas.microsoft.com/office/drawing/2014/main" id="{B1EEEB2D-C38E-5695-1E81-8F34809E6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7" name="Text Box 93">
            <a:extLst>
              <a:ext uri="{FF2B5EF4-FFF2-40B4-BE49-F238E27FC236}">
                <a16:creationId xmlns:a16="http://schemas.microsoft.com/office/drawing/2014/main" id="{B5504981-CB1E-56EC-61A0-51018F1A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98" name="Text Box 94">
            <a:extLst>
              <a:ext uri="{FF2B5EF4-FFF2-40B4-BE49-F238E27FC236}">
                <a16:creationId xmlns:a16="http://schemas.microsoft.com/office/drawing/2014/main" id="{84A00CDF-AE65-C22C-A3D7-4B5B06959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3599" name="Freeform 95">
            <a:extLst>
              <a:ext uri="{FF2B5EF4-FFF2-40B4-BE49-F238E27FC236}">
                <a16:creationId xmlns:a16="http://schemas.microsoft.com/office/drawing/2014/main" id="{66BF3986-84F0-065C-C7B8-2A7B0455679D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600" name="AutoShape 96">
            <a:extLst>
              <a:ext uri="{FF2B5EF4-FFF2-40B4-BE49-F238E27FC236}">
                <a16:creationId xmlns:a16="http://schemas.microsoft.com/office/drawing/2014/main" id="{C03259B5-9CAB-E4D0-A7DE-2B3EAAD0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NO(R0012~R0013 %RB24~%RB26)</a:t>
            </a:r>
          </a:p>
        </p:txBody>
      </p:sp>
      <p:sp>
        <p:nvSpPr>
          <p:cNvPr id="533601" name="Text Box 97">
            <a:extLst>
              <a:ext uri="{FF2B5EF4-FFF2-40B4-BE49-F238E27FC236}">
                <a16:creationId xmlns:a16="http://schemas.microsoft.com/office/drawing/2014/main" id="{60CBCFBA-742A-9C66-C594-BEB94A04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3602" name="TextBox 533601"/>
          <p:cNvSpPr txBox="1"/>
          <p:nvPr/>
        </p:nvSpPr>
        <p:spPr>
          <a:xfrm>
            <a:off x="1437524" y="6063301"/>
            <a:ext cx="8634161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방향 전환 가드 미구현</a:t>
            </a:r>
            <a:r>
              <a:rPr lang="en-US" altLang="ko-KR" sz="1705" b="1">
                <a:solidFill>
                  <a:srgbClr val="FF0000"/>
                </a:solidFill>
              </a:rPr>
              <a:t>(ECSDispatcher.cs — </a:t>
            </a:r>
            <a:r>
              <a:rPr lang="ko-KR" altLang="en-US" sz="1705" b="1">
                <a:solidFill>
                  <a:srgbClr val="FF0000"/>
                </a:solidFill>
              </a:rPr>
              <a:t>현재모드만 비교 후 즉시 전환</a:t>
            </a:r>
            <a:r>
              <a:rPr lang="en-US" altLang="ko-KR" sz="1705" b="1">
                <a:solidFill>
                  <a:srgbClr val="FF0000"/>
                </a:solidFill>
              </a:rPr>
              <a:t>) / IN_READY_02·OPERATION_MODE </a:t>
            </a:r>
            <a:r>
              <a:rPr lang="ko-KR" altLang="en-US" sz="1705" b="1">
                <a:solidFill>
                  <a:srgbClr val="FF0000"/>
                </a:solidFill>
              </a:rPr>
              <a:t>는 판독만 하고 배차 조건에 미활용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C/V #2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S/C #1 </a:t>
            </a:r>
            <a:r>
              <a:rPr lang="ko-KR" altLang="en-US" sz="1705" b="1">
                <a:solidFill>
                  <a:srgbClr val="FF0000"/>
                </a:solidFill>
              </a:rPr>
              <a:t>의 입고</a:t>
            </a:r>
            <a:r>
              <a:rPr lang="en-US" altLang="ko-KR" sz="1705" b="1">
                <a:solidFill>
                  <a:srgbClr val="FF0000"/>
                </a:solidFill>
              </a:rPr>
              <a:t>·</a:t>
            </a:r>
            <a:r>
              <a:rPr lang="ko-KR" altLang="en-US" sz="1705" b="1">
                <a:solidFill>
                  <a:srgbClr val="FF0000"/>
                </a:solidFill>
              </a:rPr>
              <a:t>출고 겸용 통로</a:t>
            </a:r>
            <a:r>
              <a:rPr lang="en-US" altLang="ko-KR" sz="1705" b="1">
                <a:solidFill>
                  <a:srgbClr val="FF0000"/>
                </a:solidFill>
              </a:rPr>
              <a:t>(</a:t>
            </a:r>
            <a:r>
              <a:rPr lang="ko-KR" altLang="en-US" sz="1705" b="1">
                <a:solidFill>
                  <a:srgbClr val="FF0000"/>
                </a:solidFill>
              </a:rPr>
              <a:t>방향전환형</a:t>
            </a:r>
            <a:r>
              <a:rPr lang="en-US" altLang="ko-KR" sz="1705" b="1">
                <a:solidFill>
                  <a:srgbClr val="FF0000"/>
                </a:solidFill>
              </a:rPr>
              <a:t>). </a:t>
            </a:r>
            <a:r>
              <a:rPr lang="ko-KR" altLang="en-US" sz="1705" b="1">
                <a:solidFill>
                  <a:srgbClr val="FF0000"/>
                </a:solidFill>
              </a:rPr>
              <a:t>입고 방향값 </a:t>
            </a:r>
            <a:r>
              <a:rPr lang="en-US" altLang="ko-KR" sz="1705" b="1">
                <a:solidFill>
                  <a:srgbClr val="FF0000"/>
                </a:solidFill>
              </a:rPr>
              <a:t>= 0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812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>
            <a:extLst>
              <a:ext uri="{FF2B5EF4-FFF2-40B4-BE49-F238E27FC236}">
                <a16:creationId xmlns:a16="http://schemas.microsoft.com/office/drawing/2014/main" id="{4AA782E3-BF2A-C5BE-1026-7549A3C1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742778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#3 → #4 → S/C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E273624-EC1A-D2A3-09EC-CF386B37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24D1DEE5-DC09-72BA-904E-B20931B7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4533" name="Rectangle 5">
            <a:extLst>
              <a:ext uri="{FF2B5EF4-FFF2-40B4-BE49-F238E27FC236}">
                <a16:creationId xmlns:a16="http://schemas.microsoft.com/office/drawing/2014/main" id="{A8CC38E1-84CA-EAD9-E2B6-AC545BAD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F1A5004D-84C0-4823-36E7-20B2B06FD640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4144879"/>
            <a:chOff x="1125" y="1346"/>
            <a:chExt cx="2169" cy="4722"/>
          </a:xfrm>
        </p:grpSpPr>
        <p:sp>
          <p:nvSpPr>
            <p:cNvPr id="534535" name="Line 7">
              <a:extLst>
                <a:ext uri="{FF2B5EF4-FFF2-40B4-BE49-F238E27FC236}">
                  <a16:creationId xmlns:a16="http://schemas.microsoft.com/office/drawing/2014/main" id="{C70A90B0-E15C-3305-BD93-4A1B7DD1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4536" name="Line 8">
              <a:extLst>
                <a:ext uri="{FF2B5EF4-FFF2-40B4-BE49-F238E27FC236}">
                  <a16:creationId xmlns:a16="http://schemas.microsoft.com/office/drawing/2014/main" id="{007EE21A-CF1E-1B1A-EA01-1C5D44CB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4542" name="Text Box 14">
            <a:extLst>
              <a:ext uri="{FF2B5EF4-FFF2-40B4-BE49-F238E27FC236}">
                <a16:creationId xmlns:a16="http://schemas.microsoft.com/office/drawing/2014/main" id="{00B3AD84-A7BF-DC0B-46E7-337CB715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4557" name="Group 29">
            <a:extLst>
              <a:ext uri="{FF2B5EF4-FFF2-40B4-BE49-F238E27FC236}">
                <a16:creationId xmlns:a16="http://schemas.microsoft.com/office/drawing/2014/main" id="{D682007A-0F9A-C266-8752-CE01BB726E4F}"/>
              </a:ext>
            </a:extLst>
          </p:cNvPr>
          <p:cNvGrpSpPr>
            <a:grpSpLocks/>
          </p:cNvGrpSpPr>
          <p:nvPr/>
        </p:nvGrpSpPr>
        <p:grpSpPr bwMode="auto">
          <a:xfrm>
            <a:off x="9834813" y="634666"/>
            <a:ext cx="341397" cy="681289"/>
            <a:chOff x="995" y="2643"/>
            <a:chExt cx="227" cy="453"/>
          </a:xfrm>
        </p:grpSpPr>
        <p:sp>
          <p:nvSpPr>
            <p:cNvPr id="534558" name="Rectangle 30">
              <a:extLst>
                <a:ext uri="{FF2B5EF4-FFF2-40B4-BE49-F238E27FC236}">
                  <a16:creationId xmlns:a16="http://schemas.microsoft.com/office/drawing/2014/main" id="{C72DCFD1-CFE8-F78E-0C84-8FD38EDC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4559" name="Rectangle 31">
              <a:extLst>
                <a:ext uri="{FF2B5EF4-FFF2-40B4-BE49-F238E27FC236}">
                  <a16:creationId xmlns:a16="http://schemas.microsoft.com/office/drawing/2014/main" id="{C6951F39-1C5E-E5A8-F47C-3AB3BA74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4560" name="AutoShape 32">
            <a:extLst>
              <a:ext uri="{FF2B5EF4-FFF2-40B4-BE49-F238E27FC236}">
                <a16:creationId xmlns:a16="http://schemas.microsoft.com/office/drawing/2014/main" id="{C7B94BA7-FCC2-8934-021D-EB1576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363" y="114600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1" name="AutoShape 33">
            <a:extLst>
              <a:ext uri="{FF2B5EF4-FFF2-40B4-BE49-F238E27FC236}">
                <a16:creationId xmlns:a16="http://schemas.microsoft.com/office/drawing/2014/main" id="{C6AA9A68-E3C3-EFB8-E6C6-6B30EDFB8E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3813" y="654218"/>
            <a:ext cx="169946" cy="169946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D8F212AC-C384-03C4-2EC4-1F27CFB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028" y="1315954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394CBC0-D2BD-D25A-CFCA-C6AAAF22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CA1D7020-2A9E-88FD-B78B-E0452BB9D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4565" name="Line 37">
            <a:extLst>
              <a:ext uri="{FF2B5EF4-FFF2-40B4-BE49-F238E27FC236}">
                <a16:creationId xmlns:a16="http://schemas.microsoft.com/office/drawing/2014/main" id="{61C141DA-F898-A101-0F4C-A670E132D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DA58B013-A827-47D4-C0E4-DEF4AFA5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B8C7016-1157-AA78-A33F-0E9BEA88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4568" name="Line 40">
            <a:extLst>
              <a:ext uri="{FF2B5EF4-FFF2-40B4-BE49-F238E27FC236}">
                <a16:creationId xmlns:a16="http://schemas.microsoft.com/office/drawing/2014/main" id="{8D6FFBAD-AC20-3860-8FE1-8563D64BE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061B748B-D334-1C26-E28B-A7D99790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748" y="3503716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%MX1299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4570" name="Text Box 42">
            <a:extLst>
              <a:ext uri="{FF2B5EF4-FFF2-40B4-BE49-F238E27FC236}">
                <a16:creationId xmlns:a16="http://schemas.microsoft.com/office/drawing/2014/main" id="{3F0B89E8-8604-B7EA-6AF4-56C6EA6B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4571" name="Line 43">
            <a:extLst>
              <a:ext uri="{FF2B5EF4-FFF2-40B4-BE49-F238E27FC236}">
                <a16:creationId xmlns:a16="http://schemas.microsoft.com/office/drawing/2014/main" id="{DAA197E4-B665-5FD6-35BD-195F4C59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FE70E080-A169-1720-D322-DEC99F0C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88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%MX1299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51D7FE5E-2F56-D7B2-5655-0A172BA0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F65DB8D0-B2B4-140E-8E17-3D347B94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4575" name="Line 47">
            <a:extLst>
              <a:ext uri="{FF2B5EF4-FFF2-40B4-BE49-F238E27FC236}">
                <a16:creationId xmlns:a16="http://schemas.microsoft.com/office/drawing/2014/main" id="{1AD6AF4F-A690-F3E9-6B9A-04B14B644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29557B46-D4A5-DF96-9663-5359C43B1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7" name="Line 49">
            <a:extLst>
              <a:ext uri="{FF2B5EF4-FFF2-40B4-BE49-F238E27FC236}">
                <a16:creationId xmlns:a16="http://schemas.microsoft.com/office/drawing/2014/main" id="{5AC7D4EF-4CDE-C605-F13C-CE4FB97C0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B737D5A-042C-B82B-422D-2D2A19C4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31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2F9AC8B2-49CE-5316-5B9D-A5AD8844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0" name="Text Box 52">
            <a:extLst>
              <a:ext uri="{FF2B5EF4-FFF2-40B4-BE49-F238E27FC236}">
                <a16:creationId xmlns:a16="http://schemas.microsoft.com/office/drawing/2014/main" id="{FF0F4938-FE93-2E57-5B68-9A5C072F8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%MX291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81" name="Text Box 53">
            <a:extLst>
              <a:ext uri="{FF2B5EF4-FFF2-40B4-BE49-F238E27FC236}">
                <a16:creationId xmlns:a16="http://schemas.microsoft.com/office/drawing/2014/main" id="{AC4CB840-9EDF-AF3D-5890-4956AFD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4582" name="Line 54">
            <a:extLst>
              <a:ext uri="{FF2B5EF4-FFF2-40B4-BE49-F238E27FC236}">
                <a16:creationId xmlns:a16="http://schemas.microsoft.com/office/drawing/2014/main" id="{BDAB8D9D-2CB3-641A-2335-F2C3A245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3" name="Freeform 55">
            <a:extLst>
              <a:ext uri="{FF2B5EF4-FFF2-40B4-BE49-F238E27FC236}">
                <a16:creationId xmlns:a16="http://schemas.microsoft.com/office/drawing/2014/main" id="{A546262F-C695-F296-16D3-95976DA85B88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4" name="AutoShape 56">
            <a:extLst>
              <a:ext uri="{FF2B5EF4-FFF2-40B4-BE49-F238E27FC236}">
                <a16:creationId xmlns:a16="http://schemas.microsoft.com/office/drawing/2014/main" id="{20CA4675-9095-C921-B292-9ECB8E08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(R0012~R0013 %RB24~%RB26)</a:t>
            </a:r>
          </a:p>
        </p:txBody>
      </p:sp>
      <p:sp>
        <p:nvSpPr>
          <p:cNvPr id="534585" name="Line 57">
            <a:extLst>
              <a:ext uri="{FF2B5EF4-FFF2-40B4-BE49-F238E27FC236}">
                <a16:creationId xmlns:a16="http://schemas.microsoft.com/office/drawing/2014/main" id="{7D0D25D4-3E30-533E-288F-0059389E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E9652FE8-CF28-9CB4-608D-035C826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M018.6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4587" name="Text Box 59">
            <a:extLst>
              <a:ext uri="{FF2B5EF4-FFF2-40B4-BE49-F238E27FC236}">
                <a16:creationId xmlns:a16="http://schemas.microsoft.com/office/drawing/2014/main" id="{F8A4651C-D00F-AD92-76FC-4766231B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8" name="Text Box 60">
            <a:extLst>
              <a:ext uri="{FF2B5EF4-FFF2-40B4-BE49-F238E27FC236}">
                <a16:creationId xmlns:a16="http://schemas.microsoft.com/office/drawing/2014/main" id="{B42800D1-F70C-959E-44A8-9129D59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44" y="5406691"/>
            <a:ext cx="6754227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출고의 경우는 입고의 반대 순서대로 진행되면 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.</a:t>
            </a:r>
          </a:p>
        </p:txBody>
      </p:sp>
      <p:sp>
        <p:nvSpPr>
          <p:cNvPr id="534589" name="TextBox 534588"/>
          <p:cNvSpPr txBox="1"/>
          <p:nvPr/>
        </p:nvSpPr>
        <p:spPr>
          <a:xfrm>
            <a:off x="1530016" y="6020603"/>
            <a:ext cx="8229600" cy="166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Ack OFF </a:t>
            </a:r>
            <a:r>
              <a:rPr lang="ko-KR" altLang="en-US" sz="1705" b="1">
                <a:solidFill>
                  <a:srgbClr val="FF0000"/>
                </a:solidFill>
              </a:rPr>
              <a:t>처리 없음 </a:t>
            </a:r>
            <a:r>
              <a:rPr lang="en-US" altLang="ko-KR" sz="1705" b="1">
                <a:solidFill>
                  <a:srgbClr val="FF0000"/>
                </a:solidFill>
              </a:rPr>
              <a:t>— PLC </a:t>
            </a:r>
            <a:r>
              <a:rPr lang="ko-KR" altLang="en-US" sz="1705" b="1">
                <a:solidFill>
                  <a:srgbClr val="FF0000"/>
                </a:solidFill>
              </a:rPr>
              <a:t>래더의 </a:t>
            </a:r>
            <a:r>
              <a:rPr lang="en-US" altLang="ko-KR" sz="1705" b="1">
                <a:solidFill>
                  <a:srgbClr val="FF0000"/>
                </a:solidFill>
              </a:rPr>
              <a:t>Ack </a:t>
            </a:r>
            <a:r>
              <a:rPr lang="ko-KR" altLang="en-US" sz="1705" b="1">
                <a:solidFill>
                  <a:srgbClr val="FF0000"/>
                </a:solidFill>
              </a:rPr>
              <a:t>리셋 전제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M018.3(%MX291) 'Unload Complete#2' </a:t>
            </a:r>
            <a:r>
              <a:rPr lang="ko-KR" altLang="en-US" sz="1705" b="1">
                <a:solidFill>
                  <a:srgbClr val="FF0000"/>
                </a:solidFill>
              </a:rPr>
              <a:t>는 정상 표기 </a:t>
            </a:r>
            <a:r>
              <a:rPr lang="en-US" altLang="ko-KR" sz="1705" b="1">
                <a:solidFill>
                  <a:srgbClr val="FF0000"/>
                </a:solidFill>
              </a:rPr>
              <a:t>— </a:t>
            </a:r>
            <a:r>
              <a:rPr lang="ko-KR" altLang="en-US" sz="1705" b="1">
                <a:solidFill>
                  <a:srgbClr val="FF0000"/>
                </a:solidFill>
              </a:rPr>
              <a:t>신호명이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기준이므로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가 화물을 실어가면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'</a:t>
            </a:r>
            <a:r>
              <a:rPr lang="ko-KR" altLang="en-US" sz="1705" b="1">
                <a:solidFill>
                  <a:srgbClr val="FF0000"/>
                </a:solidFill>
              </a:rPr>
              <a:t>하역완료</a:t>
            </a:r>
            <a:r>
              <a:rPr lang="en-US" altLang="ko-KR" sz="1705" b="1">
                <a:solidFill>
                  <a:srgbClr val="FF0000"/>
                </a:solidFill>
              </a:rPr>
              <a:t>(Unload)' </a:t>
            </a:r>
            <a:r>
              <a:rPr lang="ko-KR" altLang="en-US" sz="1705" b="1">
                <a:solidFill>
                  <a:srgbClr val="FF0000"/>
                </a:solidFill>
              </a:rPr>
              <a:t>를 보고한다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운영</a:t>
            </a:r>
            <a:r>
              <a:rPr lang="en-US" altLang="ko-KR" sz="1705" b="1">
                <a:solidFill>
                  <a:srgbClr val="FF0000"/>
                </a:solidFill>
              </a:rPr>
              <a:t>DB </a:t>
            </a:r>
            <a:r>
              <a:rPr lang="ko-KR" altLang="en-US" sz="1705" b="1">
                <a:solidFill>
                  <a:srgbClr val="FF0000"/>
                </a:solidFill>
              </a:rPr>
              <a:t>태그도 </a:t>
            </a:r>
            <a:r>
              <a:rPr lang="en-US" altLang="ko-KR" sz="1705" b="1">
                <a:solidFill>
                  <a:srgbClr val="FF0000"/>
                </a:solidFill>
              </a:rPr>
              <a:t>CONVEYOR:2.UNLOAD_COMPLETE_02 </a:t>
            </a:r>
            <a:r>
              <a:rPr lang="ko-KR" altLang="en-US" sz="1705" b="1">
                <a:solidFill>
                  <a:srgbClr val="FF0000"/>
                </a:solidFill>
              </a:rPr>
              <a:t>로 일치</a:t>
            </a:r>
          </a:p>
          <a:p>
            <a:r>
              <a:rPr lang="ko-KR" altLang="en-US" sz="1705" b="1">
                <a:solidFill>
                  <a:srgbClr val="FF0000"/>
                </a:solidFill>
              </a:rPr>
              <a:t>→ 다음 </a:t>
            </a:r>
            <a:r>
              <a:rPr lang="en-US" altLang="ko-KR" sz="1705" b="1">
                <a:solidFill>
                  <a:srgbClr val="FF0000"/>
                </a:solidFill>
              </a:rPr>
              <a:t>: S/C #1 </a:t>
            </a:r>
            <a:r>
              <a:rPr lang="ko-KR" altLang="en-US" sz="1705" b="1">
                <a:solidFill>
                  <a:srgbClr val="FF0000"/>
                </a:solidFill>
              </a:rPr>
              <a:t>이 </a:t>
            </a:r>
            <a:r>
              <a:rPr lang="en-US" altLang="ko-KR" sz="1705" b="1">
                <a:solidFill>
                  <a:srgbClr val="FF0000"/>
                </a:solidFill>
              </a:rPr>
              <a:t>#4 </a:t>
            </a:r>
            <a:r>
              <a:rPr lang="ko-KR" altLang="en-US" sz="1705" b="1">
                <a:solidFill>
                  <a:srgbClr val="FF0000"/>
                </a:solidFill>
              </a:rPr>
              <a:t>에서 </a:t>
            </a:r>
            <a:r>
              <a:rPr lang="en-US" altLang="ko-KR" sz="1705" b="1">
                <a:solidFill>
                  <a:srgbClr val="FF0000"/>
                </a:solidFill>
              </a:rPr>
              <a:t>Load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(④ S/C </a:t>
            </a:r>
            <a:r>
              <a:rPr lang="ko-KR" altLang="en-US" sz="1705" b="1">
                <a:solidFill>
                  <a:srgbClr val="FF0000"/>
                </a:solidFill>
              </a:rPr>
              <a:t>반송의 </a:t>
            </a:r>
            <a:r>
              <a:rPr lang="en-US" altLang="ko-KR" sz="1705" b="1">
                <a:solidFill>
                  <a:srgbClr val="FF0000"/>
                </a:solidFill>
              </a:rPr>
              <a:t>Load Complete </a:t>
            </a:r>
            <a:r>
              <a:rPr lang="ko-KR" altLang="en-US" sz="1705" b="1">
                <a:solidFill>
                  <a:srgbClr val="FF0000"/>
                </a:solidFill>
              </a:rPr>
              <a:t>와 동일 시점</a:t>
            </a:r>
            <a:r>
              <a:rPr lang="en-US" altLang="ko-KR" sz="1705" b="1">
                <a:solidFill>
                  <a:srgbClr val="FF0000"/>
                </a:solidFill>
              </a:rPr>
              <a:t>)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84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④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 →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랙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8" y="2242386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759" y="949654"/>
            <a:ext cx="3141775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D0320(%DW768)=00/00/04,  To : D0323(%DW771)=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Bay/Level,</a:t>
            </a:r>
          </a:p>
          <a:p>
            <a:r>
              <a:rPr lang="en-US" sz="1705">
                <a:solidFill/>
                <a:latin typeface="Times New Roman"/>
              </a:rPr>
              <a:t>Job No : D0326(%DW774)=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237083"/>
            <a:ext cx="2237874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S/C (R0300~R0301 %RB600~%RB602)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63654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238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3" y="4689308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#1 : C/V #2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의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랙 셀로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3" dirty="0">
                <a:solidFill>
                  <a:srgbClr val="7030A0"/>
                </a:solidFill>
              </a:rPr>
              <a:t>%DW256 → %DB512  (256×2=512)</a:t>
            </a:r>
            <a:endParaRPr sz="853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7ED67-4BBB-BE28-3CB2-3F84759ECC3C}"/>
              </a:ext>
            </a:extLst>
          </p:cNvPr>
          <p:cNvSpPr txBox="1"/>
          <p:nvPr/>
        </p:nvSpPr>
        <p:spPr>
          <a:xfrm>
            <a:off x="1794711" y="5630780"/>
            <a:ext cx="7940842" cy="3548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S/C 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D0320~ 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ECS').  From = 00/00/04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#4 (S/C</a:t>
            </a:r>
            <a:r>
              <a:rPr lang="ko-KR" altLang="en-US" sz="853">
                <a:solidFill>
                  <a:srgbClr val="00008B"/>
                </a:solidFill>
              </a:rPr>
              <a:t>측 픽업포트</a:t>
            </a:r>
            <a:r>
              <a:rPr lang="en-US" altLang="ko-KR" sz="853">
                <a:solidFill>
                  <a:srgbClr val="00008B"/>
                </a:solidFill>
              </a:rPr>
              <a:t>),  To = </a:t>
            </a:r>
            <a:r>
              <a:rPr lang="ko-KR" altLang="en-US" sz="853">
                <a:solidFill>
                  <a:srgbClr val="00008B"/>
                </a:solidFill>
              </a:rPr>
              <a:t>좌우</a:t>
            </a:r>
            <a:r>
              <a:rPr lang="en-US" altLang="ko-KR" sz="853">
                <a:solidFill>
                  <a:srgbClr val="00008B"/>
                </a:solidFill>
              </a:rPr>
              <a:t>(01|02)/Bay(2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)/Level(2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 </a:t>
            </a:r>
            <a:r>
              <a:rPr lang="ko-KR" altLang="en-US" sz="853">
                <a:solidFill>
                  <a:srgbClr val="00008B"/>
                </a:solidFill>
              </a:rPr>
              <a:t>랙 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E0D531-BE1C-93EC-025C-5A6E7451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07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(26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④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 →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랙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1491916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2" y="2322095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719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3"/>
            <a:ext cx="6754228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From = 00/00/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픽업 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), To =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좌우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(01|02)/Bay/Level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셀 좌표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를 사용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— RGV(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포트↔포트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다르다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255069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5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131219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8"/>
            <a:ext cx="1297200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3"/>
            <a:ext cx="9068379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V1.3 : Transfer Complete Ack(M096.5)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(26 </a:t>
            </a:r>
            <a:r>
              <a:rPr lang="ko-KR" altLang="en-US" sz="1705" b="1">
                <a:solidFill>
                  <a:srgbClr val="FF0000"/>
                </a:solidFill>
              </a:rPr>
              <a:t>입고대 → </a:t>
            </a:r>
            <a:r>
              <a:rPr lang="en-US" altLang="ko-KR" sz="1705" b="1">
                <a:solidFill>
                  <a:srgbClr val="FF0000"/>
                </a:solidFill>
              </a:rPr>
              <a:t>S/C #1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B0600~B0604)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 / WCS VehThread)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랙 적치 완료</a:t>
            </a:r>
            <a:r>
              <a:rPr lang="en-US" altLang="ko-KR" sz="1705" b="1">
                <a:solidFill>
                  <a:srgbClr val="FF0000"/>
                </a:solidFill>
              </a:rPr>
              <a:t>(Unload Complete → IDLE) = </a:t>
            </a:r>
            <a:r>
              <a:rPr lang="ko-KR" altLang="en-US" sz="1705" b="1">
                <a:solidFill>
                  <a:srgbClr val="FF0000"/>
                </a:solidFill>
              </a:rPr>
              <a:t>입고작업 종료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반자동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보고 없이 </a:t>
            </a:r>
            <a:r>
              <a:rPr lang="en-US" altLang="ko-KR" sz="1705" b="1">
                <a:solidFill>
                  <a:srgbClr val="FF0000"/>
                </a:solidFill>
              </a:rPr>
              <a:t>JOB </a:t>
            </a:r>
            <a:r>
              <a:rPr lang="ko-KR" altLang="en-US" sz="1705" b="1">
                <a:solidFill>
                  <a:srgbClr val="FF0000"/>
                </a:solidFill>
              </a:rPr>
              <a:t>삭제</a:t>
            </a:r>
            <a:r>
              <a:rPr lang="en-US" altLang="ko-KR" sz="1705" b="1">
                <a:solidFill>
                  <a:srgbClr val="FF0000"/>
                </a:solidFill>
              </a:rPr>
              <a:t>, </a:t>
            </a:r>
            <a:r>
              <a:rPr lang="ko-KR" altLang="en-US" sz="1705" b="1">
                <a:solidFill>
                  <a:srgbClr val="FF0000"/>
                </a:solidFill>
              </a:rPr>
              <a:t>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(F) </a:t>
            </a:r>
            <a:r>
              <a:rPr lang="ko-KR" altLang="en-US" sz="1705" b="1">
                <a:solidFill>
                  <a:srgbClr val="FF0000"/>
                </a:solidFill>
              </a:rPr>
              <a:t>보고</a:t>
            </a:r>
            <a:endParaRPr sz="1705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1AB92F-6AD8-8A14-E5A7-83088DD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18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6ADB6-F68F-B8D9-32A9-7EF018F0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26 </a:t>
            </a:r>
            <a:r>
              <a:rPr lang="ko-KR" altLang="en-US" sz="1800"/>
              <a:t>입고대 입고  ①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B7FEB-0B5C-44CC-27C2-93E2FCCEEDBE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1/4)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916F0C3-72C5-89F9-CA39-ABC8FE633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593724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50743358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58859432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2074997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370244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609923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1987323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22111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1186220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05287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 </a:t>
                      </a:r>
                      <a:r>
                        <a:rPr lang="ko-KR" altLang="en-US" sz="850"/>
                        <a:t>입고대 적재 감지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작업자 투입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398287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ON (</a:t>
                      </a:r>
                      <a:r>
                        <a:rPr lang="ko-KR" altLang="en-US" sz="850"/>
                        <a:t>적재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792214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779868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M040.4 %MX644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667468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OFF (</a:t>
                      </a:r>
                      <a:r>
                        <a:rPr lang="ko-KR" altLang="en-US" sz="850"/>
                        <a:t>설비 리셋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M092.4 %MX1476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718290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입고 </a:t>
                      </a:r>
                      <a:r>
                        <a:rPr lang="en-US" altLang="ko-KR" sz="850"/>
                        <a:t>'0'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%DW492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%DW492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%DW492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%DW492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%DW492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480997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최초 기록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적재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254986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적재 위치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M041.1 %MX657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742936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반출 위치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63103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반출 위치로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%RB576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66177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(RGV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729506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반출 위치 </a:t>
                      </a:r>
                      <a:r>
                        <a:rPr lang="en-US" altLang="ko-KR" sz="850"/>
                        <a:t>Pallet Exist OFF (RGV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M041.0 %MX656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50807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ON (RGV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459830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373762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M040.1 %MX641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161155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OFF (</a:t>
                      </a:r>
                      <a:r>
                        <a:rPr lang="ko-KR" altLang="en-US" sz="850"/>
                        <a:t>설비 리셋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M092.1 %MX1473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285360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#13  M040.6 %MX646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666604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437DFA-D8CD-5574-7416-FD40895F3FC7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3993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87611-B2F7-7B82-3FBE-888D212A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26 </a:t>
            </a:r>
            <a:r>
              <a:rPr lang="ko-KR" altLang="en-US" sz="1800"/>
              <a:t>입고대 입고  ② </a:t>
            </a:r>
            <a:r>
              <a:rPr lang="en-US" altLang="ko-KR" sz="1800"/>
              <a:t>RGV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A3D4D-DB03-134F-AC99-BF66A6BB63D1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2/4)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9721E47-26C9-A174-374E-D1DF3A333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17597"/>
              </p:ext>
            </p:extLst>
          </p:nvPr>
        </p:nvGraphicFramePr>
        <p:xfrm>
          <a:off x="304800" y="1016000"/>
          <a:ext cx="1158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32385056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339507204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4816608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909460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7000777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8049505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2057246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3331307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5524384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862320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644063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251311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통로 </a:t>
                      </a:r>
                      <a:r>
                        <a:rPr lang="en-US" altLang="ko-KR" sz="850"/>
                        <a:t>C/V RGV</a:t>
                      </a:r>
                      <a:r>
                        <a:rPr lang="ko-KR" altLang="en-US" sz="850"/>
                        <a:t>측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059031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405751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(RGV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606879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RGV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81002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247283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120523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46521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313666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841292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83162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664915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643429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623682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2FF4D0-264B-E67C-7DA8-FB2BF0671143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40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972C5-351F-5442-A770-A04C334C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26 </a:t>
            </a:r>
            <a:r>
              <a:rPr lang="ko-KR" altLang="en-US" sz="1800"/>
              <a:t>입고대 입고  ③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14AE0-FF7F-F2CD-A0FA-A495A9A3924C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3/4)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746FC1-C477-323D-5E79-4D71F89D9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926692"/>
              </p:ext>
            </p:extLst>
          </p:nvPr>
        </p:nvGraphicFramePr>
        <p:xfrm>
          <a:off x="304800" y="1016000"/>
          <a:ext cx="1158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441503318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17705610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999015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774809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4976298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156519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3936225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5943827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925307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(RGV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M023.0 %MX368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M027.0 %MX432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M031.0 %MX496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M035.0 %MX560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568815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M018.2 %MX290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M022.2 %MX354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M026.2 %MX418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M030.2 %MX482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M034.2 %MX546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675306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M081.2 %MX1298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M083.2 %MX1330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M085.2 %MX1362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M087.2 %MX1394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M089.2 %MX1426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041115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M018.2 %MX290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M022.2 %MX354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M026.2 %MX418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M030.2 %MX482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M034.2 %MX546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069183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입고 </a:t>
                      </a:r>
                      <a:r>
                        <a:rPr lang="en-US" altLang="ko-KR" sz="850"/>
                        <a:t>'0'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%DW481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%DW483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%DW485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%DW487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%DW489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675207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(RGV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%RB96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%RB160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%RB224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%RB288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257128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M023.0 %MX368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M027.0 %MX432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M031.0 %MX496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M035.0 %MX560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465285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M023.1 %MX369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M027.1 %MX433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M031.1 %MX497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M035.1 %MX561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8648153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</a:t>
                      </a:r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측으로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%RB100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%RB164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%RB228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%RB292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522189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(S/C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M022.6 %MX358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M026.6 %MX422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M030.6 %MX486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M034.6 %MX550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632369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(S/C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M023.1 %MX369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M027.1 %MX433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M031.1 %MX497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M035.1 %MX561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960363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#2 ON (S/C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M018.3 %MX291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M022.3 %MX355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M026.3 %MX419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M030.3 %MX483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M034.3 %MX547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930415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M081.3 %MX1299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M083.3 %MX1331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M085.3 %MX1363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M087.3 %MX1395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M089.3 %MX1427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86538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M018.3 %MX291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M022.3 %MX355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M026.3 %MX419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M030.3 %MX483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M034.3 %MX547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506342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M022.6 %MX358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M026.6 %MX422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M030.6 %MX486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M034.6 %MX550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325224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1D90EE-6AAA-E645-04E6-0C92CE13BFF5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920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49945-FD3C-D3CB-7A36-F1E508A2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26 </a:t>
            </a:r>
            <a:r>
              <a:rPr lang="ko-KR" altLang="en-US" sz="1800"/>
              <a:t>입고대 입고  ④ </a:t>
            </a:r>
            <a:r>
              <a:rPr lang="en-US" altLang="ko-KR" sz="1800"/>
              <a:t>S/C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FC765-FF78-49DF-42C2-B7BA1C87D35F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4/4)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FEABC2E-0AB8-CD67-6B6F-0BABD460F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46792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90700518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44721152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93549771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091430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41668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992935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760835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42204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06270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382208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M096.0 %MX1536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M097.0 %MX1552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M098.0 %MX1568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M099.0 %MX1584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M100.0 %MX1600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112489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09806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랙 셀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259533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375926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(S/C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823252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S/C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%RB1536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%RB1540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%RB1544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%RB1548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%RB1552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908074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250674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M096.1 %MX1537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M097.1 %MX1553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M098.1 %MX1569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M099.1 %MX1585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M100.1 %MX1601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611766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 </a:t>
                      </a:r>
                      <a:r>
                        <a:rPr lang="ko-KR" altLang="en-US" sz="850"/>
                        <a:t>현재위치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384849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283751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랙 적치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44039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789652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M096.2 %MX1538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M097.2 %MX1554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M098.2 %MX1570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M099.2 %MX1586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M100.2 %MX1602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025827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0295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550111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924396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C1B964-8391-F79E-A451-C0A44AD95D61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142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0A952-54D7-224A-6E74-484E329C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1700"/>
              <a:t>반송 시나리오 </a:t>
            </a:r>
            <a:r>
              <a:rPr lang="en-US" altLang="ko-KR" sz="1700"/>
              <a:t>3-2. S/C → 24 </a:t>
            </a:r>
            <a:r>
              <a:rPr lang="ko-KR" altLang="en-US" sz="1700"/>
              <a:t>출고대 출고 </a:t>
            </a:r>
            <a:r>
              <a:rPr lang="en-US" altLang="ko-KR" sz="1700"/>
              <a:t>(</a:t>
            </a:r>
            <a:r>
              <a:rPr lang="ko-KR" altLang="en-US" sz="1700"/>
              <a:t>랙 → </a:t>
            </a:r>
            <a:r>
              <a:rPr lang="en-US" altLang="ko-KR" sz="1700"/>
              <a:t>S/C → </a:t>
            </a:r>
            <a:r>
              <a:rPr lang="ko-KR" altLang="en-US" sz="1700"/>
              <a:t>통로 → </a:t>
            </a:r>
            <a:r>
              <a:rPr lang="en-US" altLang="ko-KR" sz="1700"/>
              <a:t>RGV → C/V #12)</a:t>
            </a:r>
            <a:endParaRPr lang="ko-KR" alt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D35DA-C1F3-E484-ABF7-B3B5E9C92EFF}"/>
              </a:ext>
            </a:extLst>
          </p:cNvPr>
          <p:cNvSpPr txBox="1"/>
          <p:nvPr/>
        </p:nvSpPr>
        <p:spPr>
          <a:xfrm>
            <a:off x="381000" y="787400"/>
            <a:ext cx="11430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000000"/>
                </a:solidFill>
              </a:rPr>
              <a:t>경로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호기별</a:t>
            </a:r>
            <a:r>
              <a:rPr lang="en-US" altLang="ko-KR" sz="1100">
                <a:solidFill>
                  <a:srgbClr val="000000"/>
                </a:solidFill>
              </a:rPr>
              <a:t>) — PlcAddressMap.xml &lt;CraneMap&gt; </a:t>
            </a:r>
            <a:r>
              <a:rPr lang="ko-KR" altLang="en-US" sz="1100">
                <a:solidFill>
                  <a:srgbClr val="000000"/>
                </a:solidFill>
              </a:rPr>
              <a:t>기준</a:t>
            </a:r>
          </a:p>
          <a:p>
            <a:r>
              <a:rPr lang="ko-KR" altLang="en-US" sz="1100">
                <a:solidFill>
                  <a:srgbClr val="000000"/>
                </a:solidFill>
              </a:rPr>
              <a:t>  </a:t>
            </a:r>
            <a:r>
              <a:rPr lang="en-US" altLang="ko-KR" sz="1100">
                <a:solidFill>
                  <a:srgbClr val="000000"/>
                </a:solidFill>
              </a:rPr>
              <a:t>S/C #1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#2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#4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#2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#3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#6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#5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#3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#5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#10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#9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#4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#7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#14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#5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#9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#18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#17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ko-KR" altLang="en-US" sz="1100">
                <a:solidFill>
                  <a:srgbClr val="000000"/>
                </a:solidFill>
              </a:rPr>
              <a:t>구간 구성 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이어지는 슬라이드</a:t>
            </a:r>
            <a:r>
              <a:rPr lang="en-US" altLang="ko-KR" sz="1100">
                <a:solidFill>
                  <a:srgbClr val="000000"/>
                </a:solidFill>
              </a:rPr>
              <a:t>)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① S/C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43·44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51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② C/V  (15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45·46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52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③ RGV  (16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47·48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53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④ C/V  (10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49·50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54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en-US" altLang="ko-KR" sz="1100">
                <a:solidFill>
                  <a:srgbClr val="000000"/>
                </a:solidFill>
              </a:rPr>
              <a:t>※ </a:t>
            </a:r>
            <a:r>
              <a:rPr lang="ko-KR" altLang="en-US" sz="1100">
                <a:solidFill>
                  <a:srgbClr val="000000"/>
                </a:solidFill>
              </a:rPr>
              <a:t>모든 주소는 </a:t>
            </a:r>
            <a:r>
              <a:rPr lang="en-US" altLang="ko-KR" sz="1100">
                <a:solidFill>
                  <a:srgbClr val="000000"/>
                </a:solidFill>
              </a:rPr>
              <a:t>PlcAddressMap.xml </a:t>
            </a:r>
            <a:r>
              <a:rPr lang="ko-KR" altLang="en-US" sz="1100">
                <a:solidFill>
                  <a:srgbClr val="000000"/>
                </a:solidFill>
              </a:rPr>
              <a:t>에서 계산되었다</a:t>
            </a:r>
            <a:r>
              <a:rPr lang="en-US" altLang="ko-KR" sz="1100">
                <a:solidFill>
                  <a:srgbClr val="000000"/>
                </a:solidFill>
              </a:rPr>
              <a:t>. XML </a:t>
            </a:r>
            <a:r>
              <a:rPr lang="ko-KR" altLang="en-US" sz="1100">
                <a:solidFill>
                  <a:srgbClr val="000000"/>
                </a:solidFill>
              </a:rPr>
              <a:t>을 고치면 </a:t>
            </a:r>
            <a:r>
              <a:rPr lang="en-US" altLang="ko-KR" sz="1100">
                <a:solidFill>
                  <a:srgbClr val="000000"/>
                </a:solidFill>
              </a:rPr>
              <a:t>EQP_TASK · EQP_SIM · </a:t>
            </a:r>
            <a:r>
              <a:rPr lang="ko-KR" altLang="en-US" sz="1100">
                <a:solidFill>
                  <a:srgbClr val="000000"/>
                </a:solidFill>
              </a:rPr>
              <a:t>본 문서가 함께 바뀐다</a:t>
            </a:r>
            <a:r>
              <a:rPr lang="en-US" altLang="ko-KR" sz="110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 </a:t>
            </a:r>
            <a:r>
              <a:rPr lang="ko-KR" altLang="en-US" sz="1100">
                <a:solidFill>
                  <a:srgbClr val="000000"/>
                </a:solidFill>
              </a:rPr>
              <a:t>주소식 </a:t>
            </a:r>
            <a:r>
              <a:rPr lang="en-US" altLang="ko-KR" sz="1100">
                <a:solidFill>
                  <a:srgbClr val="000000"/>
                </a:solidFill>
              </a:rPr>
              <a:t>:  base = origin + (</a:t>
            </a:r>
            <a:r>
              <a:rPr lang="ko-KR" altLang="en-US" sz="1100">
                <a:solidFill>
                  <a:srgbClr val="000000"/>
                </a:solidFill>
              </a:rPr>
              <a:t>설비번호 </a:t>
            </a:r>
            <a:r>
              <a:rPr lang="en-US" altLang="ko-KR" sz="1100">
                <a:solidFill>
                  <a:srgbClr val="000000"/>
                </a:solidFill>
              </a:rPr>
              <a:t>- numberFrom) × stride ,  </a:t>
            </a:r>
            <a:r>
              <a:rPr lang="ko-KR" altLang="en-US" sz="1100">
                <a:solidFill>
                  <a:srgbClr val="000000"/>
                </a:solidFill>
              </a:rPr>
              <a:t>주소 </a:t>
            </a:r>
            <a:r>
              <a:rPr lang="en-US" altLang="ko-KR" sz="1100">
                <a:solidFill>
                  <a:srgbClr val="000000"/>
                </a:solidFill>
              </a:rPr>
              <a:t>= base + offset</a:t>
            </a:r>
            <a:endParaRPr lang="ko-KR" alt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93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랙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#4)</a:t>
            </a:r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8" y="2242386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759" y="804508"/>
            <a:ext cx="3141775" cy="2032046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D0320(%DW768)=</a:t>
            </a:r>
            <a:r>
              <a:rPr lang="ko-KR" altLang="en-US" sz="1705">
                <a:solidFill/>
                <a:latin typeface="Times New Roman"/>
              </a:rPr>
              <a:t>랙 셀</a:t>
            </a:r>
            <a:r>
              <a:rPr lang="en-US" altLang="ko-KR" sz="1705">
                <a:solidFill/>
                <a:latin typeface="Times New Roman"/>
              </a:rPr>
              <a:t>(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Bay/Level),  To : D0323(%DW771)=00/00/04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Bay/Level,</a:t>
            </a:r>
          </a:p>
          <a:p>
            <a:r>
              <a:rPr lang="en-US" sz="1705">
                <a:solidFill/>
                <a:latin typeface="Times New Roman"/>
              </a:rPr>
              <a:t>Job No : D0326(%DW774)=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237083"/>
            <a:ext cx="2237874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S/C (R0300~R0301 %RB600~%RB602)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63654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238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3" y="4689308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#1 :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랙 셀에서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의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3" dirty="0">
                <a:solidFill>
                  <a:srgbClr val="7030A0"/>
                </a:solidFill>
              </a:rPr>
              <a:t>%DW256 → %DB512  (256×2=512)</a:t>
            </a:r>
            <a:endParaRPr sz="853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7ED67-4BBB-BE28-3CB2-3F84759ECC3C}"/>
              </a:ext>
            </a:extLst>
          </p:cNvPr>
          <p:cNvSpPr txBox="1"/>
          <p:nvPr/>
        </p:nvSpPr>
        <p:spPr>
          <a:xfrm>
            <a:off x="1794711" y="5630780"/>
            <a:ext cx="7940842" cy="3548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S/C 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D0320~ 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ECS').  To = 00/00/04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#4 (S/C</a:t>
            </a:r>
            <a:r>
              <a:rPr lang="ko-KR" altLang="en-US" sz="853">
                <a:solidFill>
                  <a:srgbClr val="00008B"/>
                </a:solidFill>
              </a:rPr>
              <a:t>측 하역포트</a:t>
            </a:r>
            <a:r>
              <a:rPr lang="en-US" altLang="ko-KR" sz="853">
                <a:solidFill>
                  <a:srgbClr val="00008B"/>
                </a:solidFill>
              </a:rPr>
              <a:t>),  From = </a:t>
            </a:r>
            <a:r>
              <a:rPr lang="ko-KR" altLang="en-US" sz="853">
                <a:solidFill>
                  <a:srgbClr val="00008B"/>
                </a:solidFill>
              </a:rPr>
              <a:t>좌우</a:t>
            </a:r>
            <a:r>
              <a:rPr lang="en-US" altLang="ko-KR" sz="853">
                <a:solidFill>
                  <a:srgbClr val="00008B"/>
                </a:solidFill>
              </a:rPr>
              <a:t>(01|02)/Bay(2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)/Level(2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 </a:t>
            </a:r>
            <a:r>
              <a:rPr lang="ko-KR" altLang="en-US" sz="853">
                <a:solidFill>
                  <a:srgbClr val="00008B"/>
                </a:solidFill>
              </a:rPr>
              <a:t>랙 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E0D531-BE1C-93EC-025C-5A6E7451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7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랙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#4)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1491916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2" y="2322095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719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3"/>
            <a:ext cx="6754228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To = 00/00/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하역 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), From =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좌우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(01|02)/Bay/Level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셀 좌표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를 사용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— RGV(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포트↔포트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다르다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255069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5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131219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8"/>
            <a:ext cx="1297200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3"/>
            <a:ext cx="9068379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V1.3 : Transfer Complete Ack(M096.5)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(S/C #1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B0600~B0604)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 / WCS VehThread)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하역 완료</a:t>
            </a:r>
            <a:r>
              <a:rPr lang="en-US" altLang="ko-KR" sz="1705" b="1">
                <a:solidFill>
                  <a:srgbClr val="FF0000"/>
                </a:solidFill>
              </a:rPr>
              <a:t>(Unload Complete → IDLE) =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로 이송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반자동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보고 없이 </a:t>
            </a:r>
            <a:r>
              <a:rPr lang="en-US" altLang="ko-KR" sz="1705" b="1">
                <a:solidFill>
                  <a:srgbClr val="FF0000"/>
                </a:solidFill>
              </a:rPr>
              <a:t>JOB </a:t>
            </a:r>
            <a:r>
              <a:rPr lang="ko-KR" altLang="en-US" sz="1705" b="1">
                <a:solidFill>
                  <a:srgbClr val="FF0000"/>
                </a:solidFill>
              </a:rPr>
              <a:t>삭제</a:t>
            </a:r>
            <a:r>
              <a:rPr lang="en-US" altLang="ko-KR" sz="1705" b="1">
                <a:solidFill>
                  <a:srgbClr val="FF0000"/>
                </a:solidFill>
              </a:rPr>
              <a:t>, </a:t>
            </a:r>
            <a:r>
              <a:rPr lang="ko-KR" altLang="en-US" sz="1705" b="1">
                <a:solidFill>
                  <a:srgbClr val="FF0000"/>
                </a:solidFill>
              </a:rPr>
              <a:t>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(F) </a:t>
            </a:r>
            <a:r>
              <a:rPr lang="ko-KR" altLang="en-US" sz="1705" b="1">
                <a:solidFill>
                  <a:srgbClr val="FF0000"/>
                </a:solidFill>
              </a:rPr>
              <a:t>보고</a:t>
            </a:r>
            <a:endParaRPr sz="1705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1AB92F-6AD8-8A14-E5A7-83088DD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686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70358EC2-9C3C-A999-49BB-4F1FF1EB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08" name="Rectangle 4">
            <a:extLst>
              <a:ext uri="{FF2B5EF4-FFF2-40B4-BE49-F238E27FC236}">
                <a16:creationId xmlns:a16="http://schemas.microsoft.com/office/drawing/2014/main" id="{92B687CB-54D0-7773-E019-50D41CEC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3509" name="Rectangle 5">
            <a:extLst>
              <a:ext uri="{FF2B5EF4-FFF2-40B4-BE49-F238E27FC236}">
                <a16:creationId xmlns:a16="http://schemas.microsoft.com/office/drawing/2014/main" id="{43630144-3C1E-E674-54B5-BF2E18C8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3510" name="Group 6">
            <a:extLst>
              <a:ext uri="{FF2B5EF4-FFF2-40B4-BE49-F238E27FC236}">
                <a16:creationId xmlns:a16="http://schemas.microsoft.com/office/drawing/2014/main" id="{4E756539-EF8C-98BB-241B-D0F1DFFE1E82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3511" name="Line 7">
              <a:extLst>
                <a:ext uri="{FF2B5EF4-FFF2-40B4-BE49-F238E27FC236}">
                  <a16:creationId xmlns:a16="http://schemas.microsoft.com/office/drawing/2014/main" id="{3159E9B0-F220-CEC6-7438-037081DE6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3512" name="Line 8">
              <a:extLst>
                <a:ext uri="{FF2B5EF4-FFF2-40B4-BE49-F238E27FC236}">
                  <a16:creationId xmlns:a16="http://schemas.microsoft.com/office/drawing/2014/main" id="{69690E59-4381-9EFC-6D40-87F75C70A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3518" name="Text Box 14">
            <a:extLst>
              <a:ext uri="{FF2B5EF4-FFF2-40B4-BE49-F238E27FC236}">
                <a16:creationId xmlns:a16="http://schemas.microsoft.com/office/drawing/2014/main" id="{1006973E-B449-2464-BDF6-6DC14C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3557" name="Text Box 53">
            <a:extLst>
              <a:ext uri="{FF2B5EF4-FFF2-40B4-BE49-F238E27FC236}">
                <a16:creationId xmlns:a16="http://schemas.microsoft.com/office/drawing/2014/main" id="{C4853A32-0593-E41D-42BC-92E96AC2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3558" name="Group 54">
            <a:extLst>
              <a:ext uri="{FF2B5EF4-FFF2-40B4-BE49-F238E27FC236}">
                <a16:creationId xmlns:a16="http://schemas.microsoft.com/office/drawing/2014/main" id="{14B761EB-8FFA-0FB3-A032-B413EA05E199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3559" name="Rectangle 55">
              <a:extLst>
                <a:ext uri="{FF2B5EF4-FFF2-40B4-BE49-F238E27FC236}">
                  <a16:creationId xmlns:a16="http://schemas.microsoft.com/office/drawing/2014/main" id="{C79A217C-60DC-7F5C-089C-331BA13C5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3560" name="Rectangle 56">
              <a:extLst>
                <a:ext uri="{FF2B5EF4-FFF2-40B4-BE49-F238E27FC236}">
                  <a16:creationId xmlns:a16="http://schemas.microsoft.com/office/drawing/2014/main" id="{09CFD69E-6B34-B7D1-204C-34E5A15B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3561" name="AutoShape 57">
            <a:extLst>
              <a:ext uri="{FF2B5EF4-FFF2-40B4-BE49-F238E27FC236}">
                <a16:creationId xmlns:a16="http://schemas.microsoft.com/office/drawing/2014/main" id="{0529F277-C4EB-F2FB-D087-D3FD6BDE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899" y="107532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2" name="AutoShape 58">
            <a:extLst>
              <a:ext uri="{FF2B5EF4-FFF2-40B4-BE49-F238E27FC236}">
                <a16:creationId xmlns:a16="http://schemas.microsoft.com/office/drawing/2014/main" id="{F1B9359C-06A6-1290-3687-7D2699E753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57347" y="583531"/>
            <a:ext cx="169947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3" name="Text Box 59">
            <a:extLst>
              <a:ext uri="{FF2B5EF4-FFF2-40B4-BE49-F238E27FC236}">
                <a16:creationId xmlns:a16="http://schemas.microsoft.com/office/drawing/2014/main" id="{D7AAD8FB-94FA-D6FD-1835-405BD604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9564" y="1245268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3564" name="Text Box 60">
            <a:extLst>
              <a:ext uri="{FF2B5EF4-FFF2-40B4-BE49-F238E27FC236}">
                <a16:creationId xmlns:a16="http://schemas.microsoft.com/office/drawing/2014/main" id="{B7B98C2E-28BE-BFCA-1284-A0EF269E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802090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#4 → #3 → RGV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3565" name="Text Box 61">
            <a:extLst>
              <a:ext uri="{FF2B5EF4-FFF2-40B4-BE49-F238E27FC236}">
                <a16:creationId xmlns:a16="http://schemas.microsoft.com/office/drawing/2014/main" id="{C8809712-4046-4CE6-9D3A-11ADA50AA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3566" name="Text Box 62">
            <a:extLst>
              <a:ext uri="{FF2B5EF4-FFF2-40B4-BE49-F238E27FC236}">
                <a16:creationId xmlns:a16="http://schemas.microsoft.com/office/drawing/2014/main" id="{2BFDF2E9-C815-54C5-7EA4-91107782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67" name="Line 63">
            <a:extLst>
              <a:ext uri="{FF2B5EF4-FFF2-40B4-BE49-F238E27FC236}">
                <a16:creationId xmlns:a16="http://schemas.microsoft.com/office/drawing/2014/main" id="{384994EE-2198-B38A-A793-D3C5FF79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68" name="Text Box 64">
            <a:extLst>
              <a:ext uri="{FF2B5EF4-FFF2-40B4-BE49-F238E27FC236}">
                <a16:creationId xmlns:a16="http://schemas.microsoft.com/office/drawing/2014/main" id="{4B8DB408-473A-6C67-77E6-4909B9C9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69" name="Line 65">
            <a:extLst>
              <a:ext uri="{FF2B5EF4-FFF2-40B4-BE49-F238E27FC236}">
                <a16:creationId xmlns:a16="http://schemas.microsoft.com/office/drawing/2014/main" id="{8F70801C-F297-4E43-C112-2F30AC78F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0" name="Text Box 66">
            <a:extLst>
              <a:ext uri="{FF2B5EF4-FFF2-40B4-BE49-F238E27FC236}">
                <a16:creationId xmlns:a16="http://schemas.microsoft.com/office/drawing/2014/main" id="{8F07FB36-F688-F62A-3DB4-592DD35D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%MX292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71" name="Text Box 67">
            <a:extLst>
              <a:ext uri="{FF2B5EF4-FFF2-40B4-BE49-F238E27FC236}">
                <a16:creationId xmlns:a16="http://schemas.microsoft.com/office/drawing/2014/main" id="{81D63802-4352-4620-763B-34BF0F56F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33572" name="Line 68">
            <a:extLst>
              <a:ext uri="{FF2B5EF4-FFF2-40B4-BE49-F238E27FC236}">
                <a16:creationId xmlns:a16="http://schemas.microsoft.com/office/drawing/2014/main" id="{C47FBE3B-F4A7-4263-3BD0-DF9959B9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3" name="Text Box 69">
            <a:extLst>
              <a:ext uri="{FF2B5EF4-FFF2-40B4-BE49-F238E27FC236}">
                <a16:creationId xmlns:a16="http://schemas.microsoft.com/office/drawing/2014/main" id="{7636475B-2821-1441-D428-FFC46B52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809" y="196566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%MX1300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74" name="Text Box 70">
            <a:extLst>
              <a:ext uri="{FF2B5EF4-FFF2-40B4-BE49-F238E27FC236}">
                <a16:creationId xmlns:a16="http://schemas.microsoft.com/office/drawing/2014/main" id="{B76FC19B-6976-900B-043B-FB7EB31A7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33575" name="Text Box 71">
            <a:extLst>
              <a:ext uri="{FF2B5EF4-FFF2-40B4-BE49-F238E27FC236}">
                <a16:creationId xmlns:a16="http://schemas.microsoft.com/office/drawing/2014/main" id="{0BD13E6E-AFE1-AA8E-19EA-B2D129A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44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%MX1300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76" name="Text Box 72">
            <a:extLst>
              <a:ext uri="{FF2B5EF4-FFF2-40B4-BE49-F238E27FC236}">
                <a16:creationId xmlns:a16="http://schemas.microsoft.com/office/drawing/2014/main" id="{97BFA956-432D-B0D4-D98F-B48A15A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33577" name="Text Box 73">
            <a:extLst>
              <a:ext uri="{FF2B5EF4-FFF2-40B4-BE49-F238E27FC236}">
                <a16:creationId xmlns:a16="http://schemas.microsoft.com/office/drawing/2014/main" id="{8DC1ED3F-DC0D-F3E6-A007-68A18B01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496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%MX292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78" name="Text Box 74">
            <a:extLst>
              <a:ext uri="{FF2B5EF4-FFF2-40B4-BE49-F238E27FC236}">
                <a16:creationId xmlns:a16="http://schemas.microsoft.com/office/drawing/2014/main" id="{ADAB9441-6D69-27F3-9AC2-8A3BEFD2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33579" name="Line 75">
            <a:extLst>
              <a:ext uri="{FF2B5EF4-FFF2-40B4-BE49-F238E27FC236}">
                <a16:creationId xmlns:a16="http://schemas.microsoft.com/office/drawing/2014/main" id="{C5EEC5B4-2409-61E3-DAE9-5E7298DF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0" name="Text Box 76">
            <a:extLst>
              <a:ext uri="{FF2B5EF4-FFF2-40B4-BE49-F238E27FC236}">
                <a16:creationId xmlns:a16="http://schemas.microsoft.com/office/drawing/2014/main" id="{E629B58D-9674-6365-6A17-EAB8CDAB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출고대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3581" name="Line 77">
            <a:extLst>
              <a:ext uri="{FF2B5EF4-FFF2-40B4-BE49-F238E27FC236}">
                <a16:creationId xmlns:a16="http://schemas.microsoft.com/office/drawing/2014/main" id="{AE2245C4-4E03-D514-FB39-334715A94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2" name="Text Box 78">
            <a:extLst>
              <a:ext uri="{FF2B5EF4-FFF2-40B4-BE49-F238E27FC236}">
                <a16:creationId xmlns:a16="http://schemas.microsoft.com/office/drawing/2014/main" id="{7D91AE98-A12B-0445-C22B-61DEF927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56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Check(D0301 → %DW481(%DB962))</a:t>
            </a:r>
          </a:p>
        </p:txBody>
      </p:sp>
      <p:sp>
        <p:nvSpPr>
          <p:cNvPr id="533583" name="Text Box 79">
            <a:extLst>
              <a:ext uri="{FF2B5EF4-FFF2-40B4-BE49-F238E27FC236}">
                <a16:creationId xmlns:a16="http://schemas.microsoft.com/office/drawing/2014/main" id="{974C701B-2D53-AF53-3380-9CCFD6EA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입고 0, 출고 1</a:t>
            </a:r>
          </a:p>
        </p:txBody>
      </p:sp>
      <p:sp>
        <p:nvSpPr>
          <p:cNvPr id="533584" name="Line 80">
            <a:extLst>
              <a:ext uri="{FF2B5EF4-FFF2-40B4-BE49-F238E27FC236}">
                <a16:creationId xmlns:a16="http://schemas.microsoft.com/office/drawing/2014/main" id="{B0790009-FCDE-DF23-1924-4084E20B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5" name="Text Box 81">
            <a:extLst>
              <a:ext uri="{FF2B5EF4-FFF2-40B4-BE49-F238E27FC236}">
                <a16:creationId xmlns:a16="http://schemas.microsoft.com/office/drawing/2014/main" id="{417D5E0F-3FFC-A588-8A3C-9DEECE09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586" name="Text Box 82">
            <a:extLst>
              <a:ext uri="{FF2B5EF4-FFF2-40B4-BE49-F238E27FC236}">
                <a16:creationId xmlns:a16="http://schemas.microsoft.com/office/drawing/2014/main" id="{E476DEE1-02E3-887A-3D82-DF6ADCD5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947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D0301 → %DW481(%DB962) “1”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3587" name="AutoShape 83">
            <a:extLst>
              <a:ext uri="{FF2B5EF4-FFF2-40B4-BE49-F238E27FC236}">
                <a16:creationId xmlns:a16="http://schemas.microsoft.com/office/drawing/2014/main" id="{41F24FDC-0743-06D3-9410-E5FE5CB6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(R0012~R0013 %RB24~%RB26)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588" name="Freeform 84">
            <a:extLst>
              <a:ext uri="{FF2B5EF4-FFF2-40B4-BE49-F238E27FC236}">
                <a16:creationId xmlns:a16="http://schemas.microsoft.com/office/drawing/2014/main" id="{13C6F9D3-ECE1-92EF-7B4A-874D0EC0DCE1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9" name="Text Box 85">
            <a:extLst>
              <a:ext uri="{FF2B5EF4-FFF2-40B4-BE49-F238E27FC236}">
                <a16:creationId xmlns:a16="http://schemas.microsoft.com/office/drawing/2014/main" id="{8C22392F-D766-3286-5F80-DE3A730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3590" name="Text Box 86">
            <a:extLst>
              <a:ext uri="{FF2B5EF4-FFF2-40B4-BE49-F238E27FC236}">
                <a16:creationId xmlns:a16="http://schemas.microsoft.com/office/drawing/2014/main" id="{D4A39BC3-5F99-2432-10B8-7653793C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3591" name="Text Box 87">
            <a:extLst>
              <a:ext uri="{FF2B5EF4-FFF2-40B4-BE49-F238E27FC236}">
                <a16:creationId xmlns:a16="http://schemas.microsoft.com/office/drawing/2014/main" id="{1E927574-7FFD-0A38-75F6-D426214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3592" name="Text Box 88">
            <a:extLst>
              <a:ext uri="{FF2B5EF4-FFF2-40B4-BE49-F238E27FC236}">
                <a16:creationId xmlns:a16="http://schemas.microsoft.com/office/drawing/2014/main" id="{C7FF51BB-940A-63E8-289F-353ECE2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93" name="Line 89">
            <a:extLst>
              <a:ext uri="{FF2B5EF4-FFF2-40B4-BE49-F238E27FC236}">
                <a16:creationId xmlns:a16="http://schemas.microsoft.com/office/drawing/2014/main" id="{CC7FFA3B-DBF5-6F41-12F9-23AFAE7CC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4" name="Text Box 90">
            <a:extLst>
              <a:ext uri="{FF2B5EF4-FFF2-40B4-BE49-F238E27FC236}">
                <a16:creationId xmlns:a16="http://schemas.microsoft.com/office/drawing/2014/main" id="{F7EC59EA-A5E8-A144-38D4-F979571D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95" name="Text Box 91">
            <a:extLst>
              <a:ext uri="{FF2B5EF4-FFF2-40B4-BE49-F238E27FC236}">
                <a16:creationId xmlns:a16="http://schemas.microsoft.com/office/drawing/2014/main" id="{AD5A3DB5-6D95-06A5-54CF-876AA980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96" name="Line 92">
            <a:extLst>
              <a:ext uri="{FF2B5EF4-FFF2-40B4-BE49-F238E27FC236}">
                <a16:creationId xmlns:a16="http://schemas.microsoft.com/office/drawing/2014/main" id="{B1EEEB2D-C38E-5695-1E81-8F34809E6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7" name="Text Box 93">
            <a:extLst>
              <a:ext uri="{FF2B5EF4-FFF2-40B4-BE49-F238E27FC236}">
                <a16:creationId xmlns:a16="http://schemas.microsoft.com/office/drawing/2014/main" id="{B5504981-CB1E-56EC-61A0-51018F1A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98" name="Text Box 94">
            <a:extLst>
              <a:ext uri="{FF2B5EF4-FFF2-40B4-BE49-F238E27FC236}">
                <a16:creationId xmlns:a16="http://schemas.microsoft.com/office/drawing/2014/main" id="{84A00CDF-AE65-C22C-A3D7-4B5B06959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3599" name="Freeform 95">
            <a:extLst>
              <a:ext uri="{FF2B5EF4-FFF2-40B4-BE49-F238E27FC236}">
                <a16:creationId xmlns:a16="http://schemas.microsoft.com/office/drawing/2014/main" id="{66BF3986-84F0-065C-C7B8-2A7B0455679D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600" name="AutoShape 96">
            <a:extLst>
              <a:ext uri="{FF2B5EF4-FFF2-40B4-BE49-F238E27FC236}">
                <a16:creationId xmlns:a16="http://schemas.microsoft.com/office/drawing/2014/main" id="{C03259B5-9CAB-E4D0-A7DE-2B3EAAD0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NO(R0010~R0011 %RB20~%RB22)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601" name="Text Box 97">
            <a:extLst>
              <a:ext uri="{FF2B5EF4-FFF2-40B4-BE49-F238E27FC236}">
                <a16:creationId xmlns:a16="http://schemas.microsoft.com/office/drawing/2014/main" id="{60CBCFBA-742A-9C66-C594-BEB94A04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3602" name="TextBox 533601"/>
          <p:cNvSpPr txBox="1"/>
          <p:nvPr/>
        </p:nvSpPr>
        <p:spPr>
          <a:xfrm>
            <a:off x="1437524" y="6063301"/>
            <a:ext cx="8634161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방향 전환 가드 미구현</a:t>
            </a:r>
            <a:r>
              <a:rPr lang="en-US" altLang="ko-KR" sz="1705" b="1">
                <a:solidFill>
                  <a:srgbClr val="FF0000"/>
                </a:solidFill>
              </a:rPr>
              <a:t>(ECSDispatcher.cs — </a:t>
            </a:r>
            <a:r>
              <a:rPr lang="ko-KR" altLang="en-US" sz="1705" b="1">
                <a:solidFill>
                  <a:srgbClr val="FF0000"/>
                </a:solidFill>
              </a:rPr>
              <a:t>현재모드만 비교 후 즉시 전환</a:t>
            </a:r>
            <a:r>
              <a:rPr lang="en-US" altLang="ko-KR" sz="1705" b="1">
                <a:solidFill>
                  <a:srgbClr val="FF0000"/>
                </a:solidFill>
              </a:rPr>
              <a:t>) / IN_READY_02·OPERATION_MODE </a:t>
            </a:r>
            <a:r>
              <a:rPr lang="ko-KR" altLang="en-US" sz="1705" b="1">
                <a:solidFill>
                  <a:srgbClr val="FF0000"/>
                </a:solidFill>
              </a:rPr>
              <a:t>는 판독만 하고 배차 조건에 미활용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C/V #2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S/C #1 </a:t>
            </a:r>
            <a:r>
              <a:rPr lang="ko-KR" altLang="en-US" sz="1705" b="1">
                <a:solidFill>
                  <a:srgbClr val="FF0000"/>
                </a:solidFill>
              </a:rPr>
              <a:t>의 입고</a:t>
            </a:r>
            <a:r>
              <a:rPr lang="en-US" altLang="ko-KR" sz="1705" b="1">
                <a:solidFill>
                  <a:srgbClr val="FF0000"/>
                </a:solidFill>
              </a:rPr>
              <a:t>·</a:t>
            </a:r>
            <a:r>
              <a:rPr lang="ko-KR" altLang="en-US" sz="1705" b="1">
                <a:solidFill>
                  <a:srgbClr val="FF0000"/>
                </a:solidFill>
              </a:rPr>
              <a:t>출고 겸용 통로</a:t>
            </a:r>
            <a:r>
              <a:rPr lang="en-US" altLang="ko-KR" sz="1705" b="1">
                <a:solidFill>
                  <a:srgbClr val="FF0000"/>
                </a:solidFill>
              </a:rPr>
              <a:t>(</a:t>
            </a:r>
            <a:r>
              <a:rPr lang="ko-KR" altLang="en-US" sz="1705" b="1">
                <a:solidFill>
                  <a:srgbClr val="FF0000"/>
                </a:solidFill>
              </a:rPr>
              <a:t>방향전환형</a:t>
            </a:r>
            <a:r>
              <a:rPr lang="en-US" altLang="ko-KR" sz="1705" b="1">
                <a:solidFill>
                  <a:srgbClr val="FF0000"/>
                </a:solidFill>
              </a:rPr>
              <a:t>). </a:t>
            </a:r>
            <a:r>
              <a:rPr lang="ko-KR" altLang="en-US" sz="1705" b="1">
                <a:solidFill>
                  <a:srgbClr val="FF0000"/>
                </a:solidFill>
              </a:rPr>
              <a:t>출고 방향값 </a:t>
            </a:r>
            <a:r>
              <a:rPr lang="en-US" altLang="ko-KR" sz="1705" b="1">
                <a:solidFill>
                  <a:srgbClr val="FF0000"/>
                </a:solidFill>
              </a:rPr>
              <a:t>= 1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130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>
            <a:extLst>
              <a:ext uri="{FF2B5EF4-FFF2-40B4-BE49-F238E27FC236}">
                <a16:creationId xmlns:a16="http://schemas.microsoft.com/office/drawing/2014/main" id="{4AA782E3-BF2A-C5BE-1026-7549A3C1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802090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#4 → #3 → RGV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E273624-EC1A-D2A3-09EC-CF386B37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24D1DEE5-DC09-72BA-904E-B20931B7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4533" name="Rectangle 5">
            <a:extLst>
              <a:ext uri="{FF2B5EF4-FFF2-40B4-BE49-F238E27FC236}">
                <a16:creationId xmlns:a16="http://schemas.microsoft.com/office/drawing/2014/main" id="{A8CC38E1-84CA-EAD9-E2B6-AC545BAD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F1A5004D-84C0-4823-36E7-20B2B06FD640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4144879"/>
            <a:chOff x="1125" y="1346"/>
            <a:chExt cx="2169" cy="4722"/>
          </a:xfrm>
        </p:grpSpPr>
        <p:sp>
          <p:nvSpPr>
            <p:cNvPr id="534535" name="Line 7">
              <a:extLst>
                <a:ext uri="{FF2B5EF4-FFF2-40B4-BE49-F238E27FC236}">
                  <a16:creationId xmlns:a16="http://schemas.microsoft.com/office/drawing/2014/main" id="{C70A90B0-E15C-3305-BD93-4A1B7DD1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4536" name="Line 8">
              <a:extLst>
                <a:ext uri="{FF2B5EF4-FFF2-40B4-BE49-F238E27FC236}">
                  <a16:creationId xmlns:a16="http://schemas.microsoft.com/office/drawing/2014/main" id="{007EE21A-CF1E-1B1A-EA01-1C5D44CB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4542" name="Text Box 14">
            <a:extLst>
              <a:ext uri="{FF2B5EF4-FFF2-40B4-BE49-F238E27FC236}">
                <a16:creationId xmlns:a16="http://schemas.microsoft.com/office/drawing/2014/main" id="{00B3AD84-A7BF-DC0B-46E7-337CB715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4557" name="Group 29">
            <a:extLst>
              <a:ext uri="{FF2B5EF4-FFF2-40B4-BE49-F238E27FC236}">
                <a16:creationId xmlns:a16="http://schemas.microsoft.com/office/drawing/2014/main" id="{D682007A-0F9A-C266-8752-CE01BB726E4F}"/>
              </a:ext>
            </a:extLst>
          </p:cNvPr>
          <p:cNvGrpSpPr>
            <a:grpSpLocks/>
          </p:cNvGrpSpPr>
          <p:nvPr/>
        </p:nvGrpSpPr>
        <p:grpSpPr bwMode="auto">
          <a:xfrm>
            <a:off x="9834813" y="634666"/>
            <a:ext cx="341397" cy="681289"/>
            <a:chOff x="995" y="2643"/>
            <a:chExt cx="227" cy="453"/>
          </a:xfrm>
        </p:grpSpPr>
        <p:sp>
          <p:nvSpPr>
            <p:cNvPr id="534558" name="Rectangle 30">
              <a:extLst>
                <a:ext uri="{FF2B5EF4-FFF2-40B4-BE49-F238E27FC236}">
                  <a16:creationId xmlns:a16="http://schemas.microsoft.com/office/drawing/2014/main" id="{C72DCFD1-CFE8-F78E-0C84-8FD38EDC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4559" name="Rectangle 31">
              <a:extLst>
                <a:ext uri="{FF2B5EF4-FFF2-40B4-BE49-F238E27FC236}">
                  <a16:creationId xmlns:a16="http://schemas.microsoft.com/office/drawing/2014/main" id="{C6951F39-1C5E-E5A8-F47C-3AB3BA74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4560" name="AutoShape 32">
            <a:extLst>
              <a:ext uri="{FF2B5EF4-FFF2-40B4-BE49-F238E27FC236}">
                <a16:creationId xmlns:a16="http://schemas.microsoft.com/office/drawing/2014/main" id="{C7B94BA7-FCC2-8934-021D-EB1576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363" y="114600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1" name="AutoShape 33">
            <a:extLst>
              <a:ext uri="{FF2B5EF4-FFF2-40B4-BE49-F238E27FC236}">
                <a16:creationId xmlns:a16="http://schemas.microsoft.com/office/drawing/2014/main" id="{C6AA9A68-E3C3-EFB8-E6C6-6B30EDFB8E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3813" y="654218"/>
            <a:ext cx="169946" cy="169946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D8F212AC-C384-03C4-2EC4-1F27CFB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028" y="1315954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394CBC0-D2BD-D25A-CFCA-C6AAAF22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CA1D7020-2A9E-88FD-B78B-E0452BB9D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4565" name="Line 37">
            <a:extLst>
              <a:ext uri="{FF2B5EF4-FFF2-40B4-BE49-F238E27FC236}">
                <a16:creationId xmlns:a16="http://schemas.microsoft.com/office/drawing/2014/main" id="{61C141DA-F898-A101-0F4C-A670E132D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DA58B013-A827-47D4-C0E4-DEF4AFA5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%MX289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B8C7016-1157-AA78-A33F-0E9BEA88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4568" name="Line 40">
            <a:extLst>
              <a:ext uri="{FF2B5EF4-FFF2-40B4-BE49-F238E27FC236}">
                <a16:creationId xmlns:a16="http://schemas.microsoft.com/office/drawing/2014/main" id="{8D6FFBAD-AC20-3860-8FE1-8563D64BE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061B748B-D334-1C26-E28B-A7D99790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748" y="3503716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%MX1297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4570" name="Text Box 42">
            <a:extLst>
              <a:ext uri="{FF2B5EF4-FFF2-40B4-BE49-F238E27FC236}">
                <a16:creationId xmlns:a16="http://schemas.microsoft.com/office/drawing/2014/main" id="{3F0B89E8-8604-B7EA-6AF4-56C6EA6B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4571" name="Line 43">
            <a:extLst>
              <a:ext uri="{FF2B5EF4-FFF2-40B4-BE49-F238E27FC236}">
                <a16:creationId xmlns:a16="http://schemas.microsoft.com/office/drawing/2014/main" id="{DAA197E4-B665-5FD6-35BD-195F4C59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FE70E080-A169-1720-D322-DEC99F0C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88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%MX1297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51D7FE5E-2F56-D7B2-5655-0A172BA0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F65DB8D0-B2B4-140E-8E17-3D347B94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4575" name="Line 47">
            <a:extLst>
              <a:ext uri="{FF2B5EF4-FFF2-40B4-BE49-F238E27FC236}">
                <a16:creationId xmlns:a16="http://schemas.microsoft.com/office/drawing/2014/main" id="{1AD6AF4F-A690-F3E9-6B9A-04B14B644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29557B46-D4A5-DF96-9663-5359C43B1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77" name="Line 49">
            <a:extLst>
              <a:ext uri="{FF2B5EF4-FFF2-40B4-BE49-F238E27FC236}">
                <a16:creationId xmlns:a16="http://schemas.microsoft.com/office/drawing/2014/main" id="{5AC7D4EF-4CDE-C605-F13C-CE4FB97C0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B737D5A-042C-B82B-422D-2D2A19C4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31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2F9AC8B2-49CE-5316-5B9D-A5AD8844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0" name="Text Box 52">
            <a:extLst>
              <a:ext uri="{FF2B5EF4-FFF2-40B4-BE49-F238E27FC236}">
                <a16:creationId xmlns:a16="http://schemas.microsoft.com/office/drawing/2014/main" id="{FF0F4938-FE93-2E57-5B68-9A5C072F8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%MX289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81" name="Text Box 53">
            <a:extLst>
              <a:ext uri="{FF2B5EF4-FFF2-40B4-BE49-F238E27FC236}">
                <a16:creationId xmlns:a16="http://schemas.microsoft.com/office/drawing/2014/main" id="{AC4CB840-9EDF-AF3D-5890-4956AFD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4582" name="Line 54">
            <a:extLst>
              <a:ext uri="{FF2B5EF4-FFF2-40B4-BE49-F238E27FC236}">
                <a16:creationId xmlns:a16="http://schemas.microsoft.com/office/drawing/2014/main" id="{BDAB8D9D-2CB3-641A-2335-F2C3A245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3" name="Freeform 55">
            <a:extLst>
              <a:ext uri="{FF2B5EF4-FFF2-40B4-BE49-F238E27FC236}">
                <a16:creationId xmlns:a16="http://schemas.microsoft.com/office/drawing/2014/main" id="{A546262F-C695-F296-16D3-95976DA85B88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4" name="AutoShape 56">
            <a:extLst>
              <a:ext uri="{FF2B5EF4-FFF2-40B4-BE49-F238E27FC236}">
                <a16:creationId xmlns:a16="http://schemas.microsoft.com/office/drawing/2014/main" id="{20CA4675-9095-C921-B292-9ECB8E08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(R0010~R0011 %RB20~%RB22)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4585" name="Line 57">
            <a:extLst>
              <a:ext uri="{FF2B5EF4-FFF2-40B4-BE49-F238E27FC236}">
                <a16:creationId xmlns:a16="http://schemas.microsoft.com/office/drawing/2014/main" id="{7D0D25D4-3E30-533E-288F-0059389E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E9652FE8-CF28-9CB4-608D-035C826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M018.6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4587" name="Text Box 59">
            <a:extLst>
              <a:ext uri="{FF2B5EF4-FFF2-40B4-BE49-F238E27FC236}">
                <a16:creationId xmlns:a16="http://schemas.microsoft.com/office/drawing/2014/main" id="{F8A4651C-D00F-AD92-76FC-4766231B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8" name="Text Box 60">
            <a:extLst>
              <a:ext uri="{FF2B5EF4-FFF2-40B4-BE49-F238E27FC236}">
                <a16:creationId xmlns:a16="http://schemas.microsoft.com/office/drawing/2014/main" id="{B42800D1-F70C-959E-44A8-9129D59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44" y="5406691"/>
            <a:ext cx="6754227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출고의 경우는 입고의 반대 순서대로 진행되면 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.</a:t>
            </a:r>
          </a:p>
        </p:txBody>
      </p:sp>
      <p:sp>
        <p:nvSpPr>
          <p:cNvPr id="534589" name="TextBox 534588"/>
          <p:cNvSpPr txBox="1"/>
          <p:nvPr/>
        </p:nvSpPr>
        <p:spPr>
          <a:xfrm>
            <a:off x="1530016" y="6020603"/>
            <a:ext cx="8229600" cy="166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Ack OFF </a:t>
            </a:r>
            <a:r>
              <a:rPr lang="ko-KR" altLang="en-US" sz="1705" b="1">
                <a:solidFill>
                  <a:srgbClr val="FF0000"/>
                </a:solidFill>
              </a:rPr>
              <a:t>처리 없음 </a:t>
            </a:r>
            <a:r>
              <a:rPr lang="en-US" altLang="ko-KR" sz="1705" b="1">
                <a:solidFill>
                  <a:srgbClr val="FF0000"/>
                </a:solidFill>
              </a:rPr>
              <a:t>— PLC </a:t>
            </a:r>
            <a:r>
              <a:rPr lang="ko-KR" altLang="en-US" sz="1705" b="1">
                <a:solidFill>
                  <a:srgbClr val="FF0000"/>
                </a:solidFill>
              </a:rPr>
              <a:t>래더의 </a:t>
            </a:r>
            <a:r>
              <a:rPr lang="en-US" altLang="ko-KR" sz="1705" b="1">
                <a:solidFill>
                  <a:srgbClr val="FF0000"/>
                </a:solidFill>
              </a:rPr>
              <a:t>Ack </a:t>
            </a:r>
            <a:r>
              <a:rPr lang="ko-KR" altLang="en-US" sz="1705" b="1">
                <a:solidFill>
                  <a:srgbClr val="FF0000"/>
                </a:solidFill>
              </a:rPr>
              <a:t>리셋 전제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M018.1(%MX289) 'Unload Complete#1' </a:t>
            </a:r>
            <a:r>
              <a:rPr lang="ko-KR" altLang="en-US" sz="1705" b="1">
                <a:solidFill>
                  <a:srgbClr val="FF0000"/>
                </a:solidFill>
              </a:rPr>
              <a:t>는 정상 표기 </a:t>
            </a:r>
            <a:r>
              <a:rPr lang="en-US" altLang="ko-KR" sz="1705" b="1">
                <a:solidFill>
                  <a:srgbClr val="FF0000"/>
                </a:solidFill>
              </a:rPr>
              <a:t>— </a:t>
            </a:r>
            <a:r>
              <a:rPr lang="ko-KR" altLang="en-US" sz="1705" b="1">
                <a:solidFill>
                  <a:srgbClr val="FF0000"/>
                </a:solidFill>
              </a:rPr>
              <a:t>신호명이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기준이므로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가 화물을 실어가면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'</a:t>
            </a:r>
            <a:r>
              <a:rPr lang="ko-KR" altLang="en-US" sz="1705" b="1">
                <a:solidFill>
                  <a:srgbClr val="FF0000"/>
                </a:solidFill>
              </a:rPr>
              <a:t>하역완료</a:t>
            </a:r>
            <a:r>
              <a:rPr lang="en-US" altLang="ko-KR" sz="1705" b="1">
                <a:solidFill>
                  <a:srgbClr val="FF0000"/>
                </a:solidFill>
              </a:rPr>
              <a:t>(Unload)' </a:t>
            </a:r>
            <a:r>
              <a:rPr lang="ko-KR" altLang="en-US" sz="1705" b="1">
                <a:solidFill>
                  <a:srgbClr val="FF0000"/>
                </a:solidFill>
              </a:rPr>
              <a:t>를 보고한다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운영</a:t>
            </a:r>
            <a:r>
              <a:rPr lang="en-US" altLang="ko-KR" sz="1705" b="1">
                <a:solidFill>
                  <a:srgbClr val="FF0000"/>
                </a:solidFill>
              </a:rPr>
              <a:t>DB </a:t>
            </a:r>
            <a:r>
              <a:rPr lang="ko-KR" altLang="en-US" sz="1705" b="1">
                <a:solidFill>
                  <a:srgbClr val="FF0000"/>
                </a:solidFill>
              </a:rPr>
              <a:t>태그도 </a:t>
            </a:r>
            <a:r>
              <a:rPr lang="en-US" altLang="ko-KR" sz="1705" b="1">
                <a:solidFill>
                  <a:srgbClr val="FF0000"/>
                </a:solidFill>
              </a:rPr>
              <a:t>CONVEYOR:2.UNLOAD_COMPLETE_01 </a:t>
            </a:r>
            <a:r>
              <a:rPr lang="ko-KR" altLang="en-US" sz="1705" b="1">
                <a:solidFill>
                  <a:srgbClr val="FF0000"/>
                </a:solidFill>
              </a:rPr>
              <a:t>로 일치</a:t>
            </a:r>
          </a:p>
          <a:p>
            <a:r>
              <a:rPr lang="ko-KR" altLang="en-US" sz="1705" b="1">
                <a:solidFill>
                  <a:srgbClr val="FF0000"/>
                </a:solidFill>
              </a:rPr>
              <a:t>→ 다음 </a:t>
            </a:r>
            <a:r>
              <a:rPr lang="en-US" altLang="ko-KR" sz="1705" b="1">
                <a:solidFill>
                  <a:srgbClr val="FF0000"/>
                </a:solidFill>
              </a:rPr>
              <a:t>: RGV #1 </a:t>
            </a:r>
            <a:r>
              <a:rPr lang="ko-KR" altLang="en-US" sz="1705" b="1">
                <a:solidFill>
                  <a:srgbClr val="FF0000"/>
                </a:solidFill>
              </a:rPr>
              <a:t>이 </a:t>
            </a:r>
            <a:r>
              <a:rPr lang="en-US" altLang="ko-KR" sz="1705" b="1">
                <a:solidFill>
                  <a:srgbClr val="FF0000"/>
                </a:solidFill>
              </a:rPr>
              <a:t>#4 </a:t>
            </a:r>
            <a:r>
              <a:rPr lang="ko-KR" altLang="en-US" sz="1705" b="1">
                <a:solidFill>
                  <a:srgbClr val="FF0000"/>
                </a:solidFill>
              </a:rPr>
              <a:t>에서 </a:t>
            </a:r>
            <a:r>
              <a:rPr lang="en-US" altLang="ko-KR" sz="1705" b="1">
                <a:solidFill>
                  <a:srgbClr val="FF0000"/>
                </a:solidFill>
              </a:rPr>
              <a:t>Load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(④ RGV </a:t>
            </a:r>
            <a:r>
              <a:rPr lang="ko-KR" altLang="en-US" sz="1705" b="1">
                <a:solidFill>
                  <a:srgbClr val="FF0000"/>
                </a:solidFill>
              </a:rPr>
              <a:t>반송의 </a:t>
            </a:r>
            <a:r>
              <a:rPr lang="en-US" altLang="ko-KR" sz="1705" b="1">
                <a:solidFill>
                  <a:srgbClr val="FF0000"/>
                </a:solidFill>
              </a:rPr>
              <a:t>Load Complete </a:t>
            </a:r>
            <a:r>
              <a:rPr lang="ko-KR" altLang="en-US" sz="1705" b="1">
                <a:solidFill>
                  <a:srgbClr val="FF0000"/>
                </a:solidFill>
              </a:rPr>
              <a:t>와 동일 시점</a:t>
            </a:r>
            <a:r>
              <a:rPr lang="en-US" altLang="ko-KR" sz="1705" b="1">
                <a:solidFill>
                  <a:srgbClr val="FF0000"/>
                </a:solidFill>
              </a:rPr>
              <a:t>)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341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489504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#3 → #23)</a:t>
            </a:r>
          </a:p>
        </p:txBody>
      </p:sp>
      <p:sp>
        <p:nvSpPr>
          <p:cNvPr id="535606" name="AutoShape 54">
            <a:extLst>
              <a:ext uri="{FF2B5EF4-FFF2-40B4-BE49-F238E27FC236}">
                <a16:creationId xmlns:a16="http://schemas.microsoft.com/office/drawing/2014/main" id="{50EBBCE3-AB51-261A-1268-ED2501E1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9" y="2242386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826" y="949654"/>
            <a:ext cx="2859644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D0370(%DW848)=00/00/03,  To : D0373(%DW851)=00/00/23,</a:t>
            </a:r>
          </a:p>
          <a:p>
            <a:r>
              <a:rPr lang="en-US" sz="1705">
                <a:solidFill/>
                <a:latin typeface="Times New Roman"/>
              </a:rPr>
              <a:t>Job No : D0376(%DW854)=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35619" name="Group 67">
            <a:extLst>
              <a:ext uri="{FF2B5EF4-FFF2-40B4-BE49-F238E27FC236}">
                <a16:creationId xmlns:a16="http://schemas.microsoft.com/office/drawing/2014/main" id="{EDD0A87F-B2AD-A96E-5780-5AA9F4481081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5620" name="Rectangle 68">
              <a:extLst>
                <a:ext uri="{FF2B5EF4-FFF2-40B4-BE49-F238E27FC236}">
                  <a16:creationId xmlns:a16="http://schemas.microsoft.com/office/drawing/2014/main" id="{D214D6ED-62AC-17AB-5032-3ED04665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5621" name="Rectangle 69">
              <a:extLst>
                <a:ext uri="{FF2B5EF4-FFF2-40B4-BE49-F238E27FC236}">
                  <a16:creationId xmlns:a16="http://schemas.microsoft.com/office/drawing/2014/main" id="{EE95829E-086C-F087-0308-D9211A16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5622" name="Group 70">
            <a:extLst>
              <a:ext uri="{FF2B5EF4-FFF2-40B4-BE49-F238E27FC236}">
                <a16:creationId xmlns:a16="http://schemas.microsoft.com/office/drawing/2014/main" id="{C8208F65-F3BF-D341-D040-CB38E56E426F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5623" name="Rectangle 71">
              <a:extLst>
                <a:ext uri="{FF2B5EF4-FFF2-40B4-BE49-F238E27FC236}">
                  <a16:creationId xmlns:a16="http://schemas.microsoft.com/office/drawing/2014/main" id="{5FE08C84-5404-044B-5082-B49FE72BB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5624" name="Rectangle 72">
              <a:extLst>
                <a:ext uri="{FF2B5EF4-FFF2-40B4-BE49-F238E27FC236}">
                  <a16:creationId xmlns:a16="http://schemas.microsoft.com/office/drawing/2014/main" id="{E6B73301-4C20-BDF4-B0CF-63051A2E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5625" name="Line 73">
            <a:extLst>
              <a:ext uri="{FF2B5EF4-FFF2-40B4-BE49-F238E27FC236}">
                <a16:creationId xmlns:a16="http://schemas.microsoft.com/office/drawing/2014/main" id="{F91AF9D7-017D-82FB-0FF6-83D0ACFCE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6" name="Line 74">
            <a:extLst>
              <a:ext uri="{FF2B5EF4-FFF2-40B4-BE49-F238E27FC236}">
                <a16:creationId xmlns:a16="http://schemas.microsoft.com/office/drawing/2014/main" id="{BCEE5132-A061-19EC-6BEC-E0F6F24E1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7" name="Line 75">
            <a:extLst>
              <a:ext uri="{FF2B5EF4-FFF2-40B4-BE49-F238E27FC236}">
                <a16:creationId xmlns:a16="http://schemas.microsoft.com/office/drawing/2014/main" id="{DF39DCCB-1F40-E181-CB8D-C1003304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8" name="Line 76">
            <a:extLst>
              <a:ext uri="{FF2B5EF4-FFF2-40B4-BE49-F238E27FC236}">
                <a16:creationId xmlns:a16="http://schemas.microsoft.com/office/drawing/2014/main" id="{458BD7A7-1C5F-0FBF-8F9E-B0F6001FD1B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156458"/>
            <a:ext cx="2237874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RGV (R0310~ R0311 %RB620~%RB622)</a:t>
            </a: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6365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65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4" y="4689308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: #21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#3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으로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dirty="0">
                <a:solidFill>
                  <a:srgbClr val="7030A0"/>
                </a:solidFill>
              </a:rPr>
              <a:t>%DW336 → %DB672  (336×2=672)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582D0-8878-988F-D004-98CBCD2C35A2}"/>
              </a:ext>
            </a:extLst>
          </p:cNvPr>
          <p:cNvSpPr txBox="1"/>
          <p:nvPr/>
        </p:nvSpPr>
        <p:spPr>
          <a:xfrm>
            <a:off x="1794710" y="5630779"/>
            <a:ext cx="7700211" cy="2235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</a:t>
            </a:r>
            <a:r>
              <a:rPr lang="ko-KR" altLang="en-US" sz="853">
                <a:solidFill>
                  <a:srgbClr val="00008B"/>
                </a:solidFill>
              </a:rPr>
              <a:t>구표기 </a:t>
            </a:r>
            <a:r>
              <a:rPr lang="en-US" altLang="ko-KR" sz="853">
                <a:solidFill>
                  <a:srgbClr val="00008B"/>
                </a:solidFill>
              </a:rPr>
              <a:t>D0530 → D0370 </a:t>
            </a:r>
            <a:r>
              <a:rPr lang="ko-KR" altLang="en-US" sz="853">
                <a:solidFill>
                  <a:srgbClr val="00008B"/>
                </a:solidFill>
              </a:rPr>
              <a:t>정정 </a:t>
            </a:r>
            <a:r>
              <a:rPr lang="en-US" altLang="ko-KR" sz="853">
                <a:solidFill>
                  <a:srgbClr val="00008B"/>
                </a:solidFill>
              </a:rPr>
              <a:t>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RGV#1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D0370).  From = 00/00/03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#3 (RGV</a:t>
            </a:r>
            <a:r>
              <a:rPr lang="ko-KR" altLang="en-US" sz="853">
                <a:solidFill>
                  <a:srgbClr val="00008B"/>
                </a:solidFill>
              </a:rPr>
              <a:t>측 포트</a:t>
            </a:r>
            <a:r>
              <a:rPr lang="en-US" altLang="ko-KR" sz="853">
                <a:solidFill>
                  <a:srgbClr val="00008B"/>
                </a:solidFill>
              </a:rPr>
              <a:t>)</a:t>
            </a:r>
            <a:endParaRPr lang="ko-KR" altLang="en-US" sz="853">
              <a:solidFill>
                <a:srgbClr val="000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02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489504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#3 → #23)</a:t>
            </a:r>
          </a:p>
        </p:txBody>
      </p:sp>
      <p:sp>
        <p:nvSpPr>
          <p:cNvPr id="537609" name="AutoShape 9">
            <a:extLst>
              <a:ext uri="{FF2B5EF4-FFF2-40B4-BE49-F238E27FC236}">
                <a16:creationId xmlns:a16="http://schemas.microsoft.com/office/drawing/2014/main" id="{76D78DA2-FBA0-DEB7-9640-ADB80AEF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grpSp>
        <p:nvGrpSpPr>
          <p:cNvPr id="537621" name="Group 21">
            <a:extLst>
              <a:ext uri="{FF2B5EF4-FFF2-40B4-BE49-F238E27FC236}">
                <a16:creationId xmlns:a16="http://schemas.microsoft.com/office/drawing/2014/main" id="{0079F24D-CCAE-8112-2904-2EE8C4CA51E5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7622" name="Rectangle 22">
              <a:extLst>
                <a:ext uri="{FF2B5EF4-FFF2-40B4-BE49-F238E27FC236}">
                  <a16:creationId xmlns:a16="http://schemas.microsoft.com/office/drawing/2014/main" id="{3C80D141-4037-9601-CE1F-C5853561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7623" name="Rectangle 23">
              <a:extLst>
                <a:ext uri="{FF2B5EF4-FFF2-40B4-BE49-F238E27FC236}">
                  <a16:creationId xmlns:a16="http://schemas.microsoft.com/office/drawing/2014/main" id="{3C7D0217-21BB-5EB5-396B-C286A8295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7624" name="Group 24">
            <a:extLst>
              <a:ext uri="{FF2B5EF4-FFF2-40B4-BE49-F238E27FC236}">
                <a16:creationId xmlns:a16="http://schemas.microsoft.com/office/drawing/2014/main" id="{ACBA2464-EDB0-24F1-9A40-68059AD21EA5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7625" name="Rectangle 25">
              <a:extLst>
                <a:ext uri="{FF2B5EF4-FFF2-40B4-BE49-F238E27FC236}">
                  <a16:creationId xmlns:a16="http://schemas.microsoft.com/office/drawing/2014/main" id="{CE75508B-E449-C65C-2BF4-C8163866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7626" name="Rectangle 26">
              <a:extLst>
                <a:ext uri="{FF2B5EF4-FFF2-40B4-BE49-F238E27FC236}">
                  <a16:creationId xmlns:a16="http://schemas.microsoft.com/office/drawing/2014/main" id="{C5383EA5-DA13-DBA0-B3B0-136EC602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7627" name="Line 27">
            <a:extLst>
              <a:ext uri="{FF2B5EF4-FFF2-40B4-BE49-F238E27FC236}">
                <a16:creationId xmlns:a16="http://schemas.microsoft.com/office/drawing/2014/main" id="{AE2EB6B0-997D-9FF1-072C-8B5B5FEC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28" name="Line 28">
            <a:extLst>
              <a:ext uri="{FF2B5EF4-FFF2-40B4-BE49-F238E27FC236}">
                <a16:creationId xmlns:a16="http://schemas.microsoft.com/office/drawing/2014/main" id="{7C92B76D-375C-5FB2-E3B6-CE995C6D6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29" name="Line 29">
            <a:extLst>
              <a:ext uri="{FF2B5EF4-FFF2-40B4-BE49-F238E27FC236}">
                <a16:creationId xmlns:a16="http://schemas.microsoft.com/office/drawing/2014/main" id="{5F2259FC-FF5C-9C2D-9125-3CC6EC65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30" name="Line 30">
            <a:extLst>
              <a:ext uri="{FF2B5EF4-FFF2-40B4-BE49-F238E27FC236}">
                <a16:creationId xmlns:a16="http://schemas.microsoft.com/office/drawing/2014/main" id="{9C2F4F4C-B542-C782-334A-526A805031C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1" y="1491916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1" y="2322095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45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M101.2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2"/>
            <a:ext cx="675422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S/C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경우는 경로 및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Location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정보가 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 사용하는 것이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다름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2550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M101.5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131219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9"/>
            <a:ext cx="12972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M101.5 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2"/>
            <a:ext cx="9068379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Transfer Complete Ack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(RGV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B0650~B0654)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RGV </a:t>
            </a:r>
            <a:r>
              <a:rPr lang="ko-KR" altLang="en-US" sz="1705" b="1">
                <a:solidFill>
                  <a:srgbClr val="FF0000"/>
                </a:solidFill>
              </a:rPr>
              <a:t>가 </a:t>
            </a:r>
            <a:r>
              <a:rPr lang="en-US" altLang="ko-KR" sz="1705" b="1">
                <a:solidFill>
                  <a:srgbClr val="FF0000"/>
                </a:solidFill>
              </a:rPr>
              <a:t>C/V #2 </a:t>
            </a:r>
            <a:r>
              <a:rPr lang="ko-KR" altLang="en-US" sz="1705" b="1">
                <a:solidFill>
                  <a:srgbClr val="FF0000"/>
                </a:solidFill>
              </a:rPr>
              <a:t>의 </a:t>
            </a:r>
            <a:r>
              <a:rPr lang="en-US" altLang="ko-KR" sz="1705" b="1">
                <a:solidFill>
                  <a:srgbClr val="FF0000"/>
                </a:solidFill>
              </a:rPr>
              <a:t>#3 </a:t>
            </a:r>
            <a:r>
              <a:rPr lang="ko-KR" altLang="en-US" sz="1705" b="1">
                <a:solidFill>
                  <a:srgbClr val="FF0000"/>
                </a:solidFill>
              </a:rPr>
              <a:t>에 </a:t>
            </a:r>
            <a:r>
              <a:rPr lang="en-US" altLang="ko-KR" sz="1705" b="1">
                <a:solidFill>
                  <a:srgbClr val="FF0000"/>
                </a:solidFill>
              </a:rPr>
              <a:t>Unload </a:t>
            </a:r>
            <a:r>
              <a:rPr lang="ko-KR" altLang="en-US" sz="1705" b="1">
                <a:solidFill>
                  <a:srgbClr val="FF0000"/>
                </a:solidFill>
              </a:rPr>
              <a:t>완료 → ③ 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시나리오로 이어짐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809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Text Box 2">
            <a:extLst>
              <a:ext uri="{FF2B5EF4-FFF2-40B4-BE49-F238E27FC236}">
                <a16:creationId xmlns:a16="http://schemas.microsoft.com/office/drawing/2014/main" id="{D89FBA7B-42FE-5354-806E-795F7A7D7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487627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④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24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출고대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#23 → #24, C/V #12)</a:t>
            </a:r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08D3FC51-712E-C2D8-2C66-9CAE9F9A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1460" name="Rectangle 4">
            <a:extLst>
              <a:ext uri="{FF2B5EF4-FFF2-40B4-BE49-F238E27FC236}">
                <a16:creationId xmlns:a16="http://schemas.microsoft.com/office/drawing/2014/main" id="{C53BD42F-B463-8CB1-8BFA-8164070B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1461" name="Rectangle 5">
            <a:extLst>
              <a:ext uri="{FF2B5EF4-FFF2-40B4-BE49-F238E27FC236}">
                <a16:creationId xmlns:a16="http://schemas.microsoft.com/office/drawing/2014/main" id="{173DAD09-139E-E255-DF31-5D92C776F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1462" name="Group 6">
            <a:extLst>
              <a:ext uri="{FF2B5EF4-FFF2-40B4-BE49-F238E27FC236}">
                <a16:creationId xmlns:a16="http://schemas.microsoft.com/office/drawing/2014/main" id="{06BC395F-DF90-2BF3-2FB4-DC2789B0CCD5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1463" name="Line 7">
              <a:extLst>
                <a:ext uri="{FF2B5EF4-FFF2-40B4-BE49-F238E27FC236}">
                  <a16:creationId xmlns:a16="http://schemas.microsoft.com/office/drawing/2014/main" id="{BFE7B71B-F85A-1B82-765C-9E28CA0CE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1464" name="Line 8">
              <a:extLst>
                <a:ext uri="{FF2B5EF4-FFF2-40B4-BE49-F238E27FC236}">
                  <a16:creationId xmlns:a16="http://schemas.microsoft.com/office/drawing/2014/main" id="{BF89889F-C33F-655E-1BF6-AEB515625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grpSp>
        <p:nvGrpSpPr>
          <p:cNvPr id="531466" name="Group 10">
            <a:extLst>
              <a:ext uri="{FF2B5EF4-FFF2-40B4-BE49-F238E27FC236}">
                <a16:creationId xmlns:a16="http://schemas.microsoft.com/office/drawing/2014/main" id="{FA042667-4944-CB96-7A7D-C13F4A4FA254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31467" name="Rectangle 11">
              <a:extLst>
                <a:ext uri="{FF2B5EF4-FFF2-40B4-BE49-F238E27FC236}">
                  <a16:creationId xmlns:a16="http://schemas.microsoft.com/office/drawing/2014/main" id="{4A1B78FF-C887-C102-1DFB-38D4A6985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24</a:t>
              </a:r>
            </a:p>
          </p:txBody>
        </p:sp>
        <p:sp>
          <p:nvSpPr>
            <p:cNvPr id="531468" name="Rectangle 12">
              <a:extLst>
                <a:ext uri="{FF2B5EF4-FFF2-40B4-BE49-F238E27FC236}">
                  <a16:creationId xmlns:a16="http://schemas.microsoft.com/office/drawing/2014/main" id="{BD464E63-D26A-F8B7-E485-7A1F699F3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23</a:t>
              </a:r>
            </a:p>
          </p:txBody>
        </p:sp>
      </p:grpSp>
      <p:sp>
        <p:nvSpPr>
          <p:cNvPr id="531470" name="Text Box 14">
            <a:extLst>
              <a:ext uri="{FF2B5EF4-FFF2-40B4-BE49-F238E27FC236}">
                <a16:creationId xmlns:a16="http://schemas.microsoft.com/office/drawing/2014/main" id="{D57D9639-91A5-7893-11F0-CBF46D95D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#12</a:t>
            </a:r>
          </a:p>
        </p:txBody>
      </p:sp>
      <p:sp>
        <p:nvSpPr>
          <p:cNvPr id="531471" name="Line 15">
            <a:extLst>
              <a:ext uri="{FF2B5EF4-FFF2-40B4-BE49-F238E27FC236}">
                <a16:creationId xmlns:a16="http://schemas.microsoft.com/office/drawing/2014/main" id="{2D861133-DE45-DDF5-16F1-EC49ECA3D8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1509" name="Text Box 53">
            <a:extLst>
              <a:ext uri="{FF2B5EF4-FFF2-40B4-BE49-F238E27FC236}">
                <a16:creationId xmlns:a16="http://schemas.microsoft.com/office/drawing/2014/main" id="{2D289A44-206E-CB3C-7BBE-D27917C8C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1510" name="AutoShape 54">
            <a:extLst>
              <a:ext uri="{FF2B5EF4-FFF2-40B4-BE49-F238E27FC236}">
                <a16:creationId xmlns:a16="http://schemas.microsoft.com/office/drawing/2014/main" id="{458D3B35-6B68-D29E-84E0-A798362E091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83705" y="1040731"/>
            <a:ext cx="169946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1511" name="Text Box 55">
            <a:extLst>
              <a:ext uri="{FF2B5EF4-FFF2-40B4-BE49-F238E27FC236}">
                <a16:creationId xmlns:a16="http://schemas.microsoft.com/office/drawing/2014/main" id="{F10878B5-B5AD-D2FD-96C7-6F47A0FF8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1512" name="Text Box 56">
            <a:extLst>
              <a:ext uri="{FF2B5EF4-FFF2-40B4-BE49-F238E27FC236}">
                <a16:creationId xmlns:a16="http://schemas.microsoft.com/office/drawing/2014/main" id="{D3859F8A-377F-4D56-2942-D59FD4D35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#23</a:t>
            </a:r>
          </a:p>
        </p:txBody>
      </p:sp>
      <p:sp>
        <p:nvSpPr>
          <p:cNvPr id="531513" name="Line 57">
            <a:extLst>
              <a:ext uri="{FF2B5EF4-FFF2-40B4-BE49-F238E27FC236}">
                <a16:creationId xmlns:a16="http://schemas.microsoft.com/office/drawing/2014/main" id="{3E6F0A42-BA4B-E4E5-E3A0-ED15D2B7C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14" name="Text Box 58">
            <a:extLst>
              <a:ext uri="{FF2B5EF4-FFF2-40B4-BE49-F238E27FC236}">
                <a16:creationId xmlns:a16="http://schemas.microsoft.com/office/drawing/2014/main" id="{75C404B4-13A0-F051-61C6-E981BE170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%MX624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1515" name="Line 59">
            <a:extLst>
              <a:ext uri="{FF2B5EF4-FFF2-40B4-BE49-F238E27FC236}">
                <a16:creationId xmlns:a16="http://schemas.microsoft.com/office/drawing/2014/main" id="{4E2A2031-86E1-BE93-568E-CC5520A75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16" name="Text Box 60">
            <a:extLst>
              <a:ext uri="{FF2B5EF4-FFF2-40B4-BE49-F238E27FC236}">
                <a16:creationId xmlns:a16="http://schemas.microsoft.com/office/drawing/2014/main" id="{90BAC26A-B371-32B8-2C98-ADDE90F42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M038.2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%MX610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1517" name="Text Box 61">
            <a:extLst>
              <a:ext uri="{FF2B5EF4-FFF2-40B4-BE49-F238E27FC236}">
                <a16:creationId xmlns:a16="http://schemas.microsoft.com/office/drawing/2014/main" id="{DEE79BC5-2996-DE27-514E-D1003C4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1518" name="Line 62">
            <a:extLst>
              <a:ext uri="{FF2B5EF4-FFF2-40B4-BE49-F238E27FC236}">
                <a16:creationId xmlns:a16="http://schemas.microsoft.com/office/drawing/2014/main" id="{0541AD9C-39BF-B72B-0EDF-3DB03C7BC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19" name="Text Box 63">
            <a:extLst>
              <a:ext uri="{FF2B5EF4-FFF2-40B4-BE49-F238E27FC236}">
                <a16:creationId xmlns:a16="http://schemas.microsoft.com/office/drawing/2014/main" id="{73A11D41-12F7-969C-1FB0-10A1EA88B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968" y="211721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M091.2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%MX1458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1520" name="Text Box 64">
            <a:extLst>
              <a:ext uri="{FF2B5EF4-FFF2-40B4-BE49-F238E27FC236}">
                <a16:creationId xmlns:a16="http://schemas.microsoft.com/office/drawing/2014/main" id="{3D01E811-3E49-87DC-C254-68483E1B3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1521" name="Text Box 65">
            <a:extLst>
              <a:ext uri="{FF2B5EF4-FFF2-40B4-BE49-F238E27FC236}">
                <a16:creationId xmlns:a16="http://schemas.microsoft.com/office/drawing/2014/main" id="{53E7B256-721F-FC4F-7583-320BB7DC7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05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M091.2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%MX1458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1522" name="Text Box 66">
            <a:extLst>
              <a:ext uri="{FF2B5EF4-FFF2-40B4-BE49-F238E27FC236}">
                <a16:creationId xmlns:a16="http://schemas.microsoft.com/office/drawing/2014/main" id="{1E00785A-0093-D915-6804-6E445E582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1523" name="Text Box 67">
            <a:extLst>
              <a:ext uri="{FF2B5EF4-FFF2-40B4-BE49-F238E27FC236}">
                <a16:creationId xmlns:a16="http://schemas.microsoft.com/office/drawing/2014/main" id="{DABA5901-AF35-5337-3978-975C94980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131" y="2310557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M038.2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%MX610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1524" name="Text Box 68">
            <a:extLst>
              <a:ext uri="{FF2B5EF4-FFF2-40B4-BE49-F238E27FC236}">
                <a16:creationId xmlns:a16="http://schemas.microsoft.com/office/drawing/2014/main" id="{BB0B80ED-8E37-634F-C9CC-B1EBFE4F7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1525" name="Line 69">
            <a:extLst>
              <a:ext uri="{FF2B5EF4-FFF2-40B4-BE49-F238E27FC236}">
                <a16:creationId xmlns:a16="http://schemas.microsoft.com/office/drawing/2014/main" id="{3480DCEB-1701-1ED9-1055-91399225B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26" name="Text Box 70">
            <a:extLst>
              <a:ext uri="{FF2B5EF4-FFF2-40B4-BE49-F238E27FC236}">
                <a16:creationId xmlns:a16="http://schemas.microsoft.com/office/drawing/2014/main" id="{9339B9DE-D154-A3B5-278B-BAC728FA4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출고대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1527" name="Line 71">
            <a:extLst>
              <a:ext uri="{FF2B5EF4-FFF2-40B4-BE49-F238E27FC236}">
                <a16:creationId xmlns:a16="http://schemas.microsoft.com/office/drawing/2014/main" id="{92A382D5-C04C-BF44-2F55-8454333AC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28" name="Text Box 72">
            <a:extLst>
              <a:ext uri="{FF2B5EF4-FFF2-40B4-BE49-F238E27FC236}">
                <a16:creationId xmlns:a16="http://schemas.microsoft.com/office/drawing/2014/main" id="{D02F8189-5B7E-607B-D43C-E1E4993E1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844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947">
                <a:solidFill/>
                <a:latin typeface="Times New Roman"/>
              </a:rPr>
              <a:t>Direction Mode Check(D0311 → %DW491(%DB982))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1529" name="Text Box 73">
            <a:extLst>
              <a:ext uri="{FF2B5EF4-FFF2-40B4-BE49-F238E27FC236}">
                <a16:creationId xmlns:a16="http://schemas.microsoft.com/office/drawing/2014/main" id="{96195C29-D1F4-B3F8-BFCC-9DF81CD6D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입고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0,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출고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1</a:t>
            </a:r>
          </a:p>
        </p:txBody>
      </p:sp>
      <p:sp>
        <p:nvSpPr>
          <p:cNvPr id="531530" name="Line 74">
            <a:extLst>
              <a:ext uri="{FF2B5EF4-FFF2-40B4-BE49-F238E27FC236}">
                <a16:creationId xmlns:a16="http://schemas.microsoft.com/office/drawing/2014/main" id="{6CFAD91A-F0C5-26BD-3C5F-1269980EB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31" name="Text Box 75">
            <a:extLst>
              <a:ext uri="{FF2B5EF4-FFF2-40B4-BE49-F238E27FC236}">
                <a16:creationId xmlns:a16="http://schemas.microsoft.com/office/drawing/2014/main" id="{65A44A69-1965-001B-763D-AEDF0909F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</a:p>
        </p:txBody>
      </p:sp>
      <p:sp>
        <p:nvSpPr>
          <p:cNvPr id="531532" name="Text Box 76">
            <a:extLst>
              <a:ext uri="{FF2B5EF4-FFF2-40B4-BE49-F238E27FC236}">
                <a16:creationId xmlns:a16="http://schemas.microsoft.com/office/drawing/2014/main" id="{4970CD5F-2C1A-5B64-E6E5-9BD6799F9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654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D0311 → %DW491(%DB982) “1”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1533" name="AutoShape 77">
            <a:extLst>
              <a:ext uri="{FF2B5EF4-FFF2-40B4-BE49-F238E27FC236}">
                <a16:creationId xmlns:a16="http://schemas.microsoft.com/office/drawing/2014/main" id="{0FB0FE8C-FC4B-5C02-A23C-13A9B333D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(R0110~R0111 %RB220~%RB222)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1534" name="Freeform 78">
            <a:extLst>
              <a:ext uri="{FF2B5EF4-FFF2-40B4-BE49-F238E27FC236}">
                <a16:creationId xmlns:a16="http://schemas.microsoft.com/office/drawing/2014/main" id="{A667F88D-EF8D-B549-DC62-18258B816EA5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35" name="Text Box 79">
            <a:extLst>
              <a:ext uri="{FF2B5EF4-FFF2-40B4-BE49-F238E27FC236}">
                <a16:creationId xmlns:a16="http://schemas.microsoft.com/office/drawing/2014/main" id="{2537457B-80A1-65BA-DC85-97F37C46F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1536" name="Text Box 80">
            <a:extLst>
              <a:ext uri="{FF2B5EF4-FFF2-40B4-BE49-F238E27FC236}">
                <a16:creationId xmlns:a16="http://schemas.microsoft.com/office/drawing/2014/main" id="{5C9567A6-15E3-D7F2-8738-A42F8125C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1537" name="Text Box 81">
            <a:extLst>
              <a:ext uri="{FF2B5EF4-FFF2-40B4-BE49-F238E27FC236}">
                <a16:creationId xmlns:a16="http://schemas.microsoft.com/office/drawing/2014/main" id="{74A6A358-B33C-38DB-9C3D-52531FDF1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#24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1538" name="Text Box 82">
            <a:extLst>
              <a:ext uri="{FF2B5EF4-FFF2-40B4-BE49-F238E27FC236}">
                <a16:creationId xmlns:a16="http://schemas.microsoft.com/office/drawing/2014/main" id="{FE1A37CB-B6FE-EAE2-AD72-3A2302CD9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#24</a:t>
            </a:r>
          </a:p>
        </p:txBody>
      </p:sp>
      <p:sp>
        <p:nvSpPr>
          <p:cNvPr id="531539" name="Line 83">
            <a:extLst>
              <a:ext uri="{FF2B5EF4-FFF2-40B4-BE49-F238E27FC236}">
                <a16:creationId xmlns:a16="http://schemas.microsoft.com/office/drawing/2014/main" id="{DDAF7543-7268-5F03-595B-9BB7C0F9E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40" name="Text Box 84">
            <a:extLst>
              <a:ext uri="{FF2B5EF4-FFF2-40B4-BE49-F238E27FC236}">
                <a16:creationId xmlns:a16="http://schemas.microsoft.com/office/drawing/2014/main" id="{CCD50157-0C25-2C10-83BD-347210D13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%MX625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1541" name="Text Box 85">
            <a:extLst>
              <a:ext uri="{FF2B5EF4-FFF2-40B4-BE49-F238E27FC236}">
                <a16:creationId xmlns:a16="http://schemas.microsoft.com/office/drawing/2014/main" id="{69D5DA4E-1268-E442-6FF6-9E5423945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#23</a:t>
            </a:r>
          </a:p>
        </p:txBody>
      </p:sp>
      <p:sp>
        <p:nvSpPr>
          <p:cNvPr id="531542" name="Line 86">
            <a:extLst>
              <a:ext uri="{FF2B5EF4-FFF2-40B4-BE49-F238E27FC236}">
                <a16:creationId xmlns:a16="http://schemas.microsoft.com/office/drawing/2014/main" id="{4ECE30E6-B960-B191-708D-7BC699009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43" name="Text Box 87">
            <a:extLst>
              <a:ext uri="{FF2B5EF4-FFF2-40B4-BE49-F238E27FC236}">
                <a16:creationId xmlns:a16="http://schemas.microsoft.com/office/drawing/2014/main" id="{2E95B5AF-DB8E-7E49-97DB-077E0BF29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%MX624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1544" name="Text Box 88">
            <a:extLst>
              <a:ext uri="{FF2B5EF4-FFF2-40B4-BE49-F238E27FC236}">
                <a16:creationId xmlns:a16="http://schemas.microsoft.com/office/drawing/2014/main" id="{C23EAB18-9747-7381-533C-B99195A78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1545" name="Freeform 89">
            <a:extLst>
              <a:ext uri="{FF2B5EF4-FFF2-40B4-BE49-F238E27FC236}">
                <a16:creationId xmlns:a16="http://schemas.microsoft.com/office/drawing/2014/main" id="{E43492E0-5AB2-C81C-FC2D-C57C1BCC2B5F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1546" name="AutoShape 90">
            <a:extLst>
              <a:ext uri="{FF2B5EF4-FFF2-40B4-BE49-F238E27FC236}">
                <a16:creationId xmlns:a16="http://schemas.microsoft.com/office/drawing/2014/main" id="{F43C8283-D994-A8EC-B427-9728AD719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NO(R0112~R0113 %RB224~%RB226)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1547" name="Text Box 91">
            <a:extLst>
              <a:ext uri="{FF2B5EF4-FFF2-40B4-BE49-F238E27FC236}">
                <a16:creationId xmlns:a16="http://schemas.microsoft.com/office/drawing/2014/main" id="{AE5A9263-E62F-237A-4C14-856FE2D69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2" y="5263816"/>
            <a:ext cx="1631781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 dirty="0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1548" name="Text Box 92">
            <a:extLst>
              <a:ext uri="{FF2B5EF4-FFF2-40B4-BE49-F238E27FC236}">
                <a16:creationId xmlns:a16="http://schemas.microsoft.com/office/drawing/2014/main" id="{8EE689D9-7C02-EE46-6A5A-843A22EC7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1549" name="TextBox 531548"/>
          <p:cNvSpPr txBox="1"/>
          <p:nvPr/>
        </p:nvSpPr>
        <p:spPr>
          <a:xfrm>
            <a:off x="1568701" y="6168853"/>
            <a:ext cx="8229600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53" b="1">
                <a:solidFill>
                  <a:srgbClr val="FF0000"/>
                </a:solidFill>
              </a:rPr>
              <a:t>※ V1.0 </a:t>
            </a:r>
            <a:r>
              <a:rPr lang="ko-KR" altLang="en-US" sz="853" b="1">
                <a:solidFill>
                  <a:srgbClr val="FF0000"/>
                </a:solidFill>
              </a:rPr>
              <a:t>구현확인</a:t>
            </a:r>
            <a:r>
              <a:rPr lang="en-US" altLang="ko-KR" sz="853" b="1">
                <a:solidFill>
                  <a:srgbClr val="FF0000"/>
                </a:solidFill>
              </a:rPr>
              <a:t>: </a:t>
            </a:r>
            <a:r>
              <a:rPr lang="ko-KR" altLang="en-US" sz="853" b="1">
                <a:solidFill>
                  <a:srgbClr val="FF0000"/>
                </a:solidFill>
              </a:rPr>
              <a:t>방향 전환 가드 미구현 </a:t>
            </a:r>
            <a:r>
              <a:rPr lang="en-US" altLang="ko-KR" sz="853" b="1">
                <a:solidFill>
                  <a:srgbClr val="FF0000"/>
                </a:solidFill>
              </a:rPr>
              <a:t>— </a:t>
            </a:r>
            <a:r>
              <a:rPr lang="ko-KR" altLang="en-US" sz="853" b="1">
                <a:solidFill>
                  <a:srgbClr val="FF0000"/>
                </a:solidFill>
              </a:rPr>
              <a:t>입고 이송 중에도 출고 명령 발행 시 </a:t>
            </a:r>
            <a:r>
              <a:rPr lang="en-US" altLang="ko-KR" sz="853" b="1">
                <a:solidFill>
                  <a:srgbClr val="FF0000"/>
                </a:solidFill>
              </a:rPr>
              <a:t>%DW491(D0311)</a:t>
            </a:r>
            <a:r>
              <a:rPr lang="ko-KR" altLang="en-US" sz="853" b="1">
                <a:solidFill>
                  <a:srgbClr val="FF0000"/>
                </a:solidFill>
              </a:rPr>
              <a:t>가 즉시 </a:t>
            </a:r>
            <a:r>
              <a:rPr lang="en-US" altLang="ko-KR" sz="853" b="1">
                <a:solidFill>
                  <a:srgbClr val="FF0000"/>
                </a:solidFill>
              </a:rPr>
              <a:t>'1'</a:t>
            </a:r>
            <a:r>
              <a:rPr lang="ko-KR" altLang="en-US" sz="853" b="1">
                <a:solidFill>
                  <a:srgbClr val="FF0000"/>
                </a:solidFill>
              </a:rPr>
              <a:t>로 전환됨 </a:t>
            </a:r>
            <a:r>
              <a:rPr lang="en-US" altLang="ko-KR" sz="853" b="1">
                <a:solidFill>
                  <a:srgbClr val="FF0000"/>
                </a:solidFill>
              </a:rPr>
              <a:t>(ECSDispatcher.cs 1302~1310</a:t>
            </a:r>
            <a:r>
              <a:rPr lang="ko-KR" altLang="en-US" sz="853" b="1">
                <a:solidFill>
                  <a:srgbClr val="FF0000"/>
                </a:solidFill>
              </a:rPr>
              <a:t>행</a:t>
            </a:r>
            <a:r>
              <a:rPr lang="en-US" altLang="ko-KR" sz="853" b="1">
                <a:solidFill>
                  <a:srgbClr val="FF0000"/>
                </a:solidFill>
              </a:rPr>
              <a:t>)</a:t>
            </a:r>
            <a:endParaRPr sz="85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477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Text Box 2">
            <a:extLst>
              <a:ext uri="{FF2B5EF4-FFF2-40B4-BE49-F238E27FC236}">
                <a16:creationId xmlns:a16="http://schemas.microsoft.com/office/drawing/2014/main" id="{12B16AE6-635E-16DB-68C7-1650E15CC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487627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(S/C #1 → 24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출고대 출고작업 ④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24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출고대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#23 → #24, C/V #12)</a:t>
            </a:r>
          </a:p>
        </p:txBody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4F8C13E1-D75F-D87F-451E-FA6365AA5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2484" name="Rectangle 4">
            <a:extLst>
              <a:ext uri="{FF2B5EF4-FFF2-40B4-BE49-F238E27FC236}">
                <a16:creationId xmlns:a16="http://schemas.microsoft.com/office/drawing/2014/main" id="{20DE9341-CB5A-1026-614B-671E4CAFE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2485" name="Rectangle 5">
            <a:extLst>
              <a:ext uri="{FF2B5EF4-FFF2-40B4-BE49-F238E27FC236}">
                <a16:creationId xmlns:a16="http://schemas.microsoft.com/office/drawing/2014/main" id="{A0549196-E7B6-3B6C-1B60-5D6E7D092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2486" name="Group 6">
            <a:extLst>
              <a:ext uri="{FF2B5EF4-FFF2-40B4-BE49-F238E27FC236}">
                <a16:creationId xmlns:a16="http://schemas.microsoft.com/office/drawing/2014/main" id="{78F68283-25C4-50F9-E2E8-3FFBFF5EBF8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2487" name="Line 7">
              <a:extLst>
                <a:ext uri="{FF2B5EF4-FFF2-40B4-BE49-F238E27FC236}">
                  <a16:creationId xmlns:a16="http://schemas.microsoft.com/office/drawing/2014/main" id="{EAA3F078-1C44-F250-9593-DF0B6476D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2488" name="Line 8">
              <a:extLst>
                <a:ext uri="{FF2B5EF4-FFF2-40B4-BE49-F238E27FC236}">
                  <a16:creationId xmlns:a16="http://schemas.microsoft.com/office/drawing/2014/main" id="{614E5B0F-31B3-9DF1-14FD-98A285749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grpSp>
        <p:nvGrpSpPr>
          <p:cNvPr id="532489" name="Group 9">
            <a:extLst>
              <a:ext uri="{FF2B5EF4-FFF2-40B4-BE49-F238E27FC236}">
                <a16:creationId xmlns:a16="http://schemas.microsoft.com/office/drawing/2014/main" id="{66377928-07CE-BE15-B70D-4AF9DEA182C4}"/>
              </a:ext>
            </a:extLst>
          </p:cNvPr>
          <p:cNvGrpSpPr>
            <a:grpSpLocks/>
          </p:cNvGrpSpPr>
          <p:nvPr/>
        </p:nvGrpSpPr>
        <p:grpSpPr bwMode="auto">
          <a:xfrm>
            <a:off x="9574631" y="563981"/>
            <a:ext cx="341396" cy="681288"/>
            <a:chOff x="995" y="2643"/>
            <a:chExt cx="227" cy="453"/>
          </a:xfrm>
        </p:grpSpPr>
        <p:sp>
          <p:nvSpPr>
            <p:cNvPr id="532490" name="Rectangle 10">
              <a:extLst>
                <a:ext uri="{FF2B5EF4-FFF2-40B4-BE49-F238E27FC236}">
                  <a16:creationId xmlns:a16="http://schemas.microsoft.com/office/drawing/2014/main" id="{3F01627F-CA13-3B51-C573-3F4446C25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24</a:t>
              </a:r>
            </a:p>
          </p:txBody>
        </p:sp>
        <p:sp>
          <p:nvSpPr>
            <p:cNvPr id="532491" name="Rectangle 11">
              <a:extLst>
                <a:ext uri="{FF2B5EF4-FFF2-40B4-BE49-F238E27FC236}">
                  <a16:creationId xmlns:a16="http://schemas.microsoft.com/office/drawing/2014/main" id="{34554164-B7AB-5168-9DDF-B081C99D9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23</a:t>
              </a:r>
            </a:p>
          </p:txBody>
        </p:sp>
      </p:grpSp>
      <p:sp>
        <p:nvSpPr>
          <p:cNvPr id="532493" name="Text Box 13">
            <a:extLst>
              <a:ext uri="{FF2B5EF4-FFF2-40B4-BE49-F238E27FC236}">
                <a16:creationId xmlns:a16="http://schemas.microsoft.com/office/drawing/2014/main" id="{4D303029-4B33-9249-E035-E3724F1B0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9251" y="1246773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#12</a:t>
            </a:r>
          </a:p>
        </p:txBody>
      </p:sp>
      <p:sp>
        <p:nvSpPr>
          <p:cNvPr id="532494" name="Line 14">
            <a:extLst>
              <a:ext uri="{FF2B5EF4-FFF2-40B4-BE49-F238E27FC236}">
                <a16:creationId xmlns:a16="http://schemas.microsoft.com/office/drawing/2014/main" id="{94A76BE0-FD51-1297-AD70-50CD4AF635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6953" y="631658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2495" name="Text Box 15">
            <a:extLst>
              <a:ext uri="{FF2B5EF4-FFF2-40B4-BE49-F238E27FC236}">
                <a16:creationId xmlns:a16="http://schemas.microsoft.com/office/drawing/2014/main" id="{828A4ACC-BB0A-600A-D716-FB8B1CDC2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2521" name="AutoShape 41">
            <a:extLst>
              <a:ext uri="{FF2B5EF4-FFF2-40B4-BE49-F238E27FC236}">
                <a16:creationId xmlns:a16="http://schemas.microsoft.com/office/drawing/2014/main" id="{3BEBDC09-9488-6A97-89A3-3F629D41D6D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83705" y="1040731"/>
            <a:ext cx="169946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2522" name="Text Box 42">
            <a:extLst>
              <a:ext uri="{FF2B5EF4-FFF2-40B4-BE49-F238E27FC236}">
                <a16:creationId xmlns:a16="http://schemas.microsoft.com/office/drawing/2014/main" id="{9F5D449E-B1D7-6E4B-66B5-4D14DDCA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6168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작업자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실시 완료</a:t>
            </a:r>
          </a:p>
        </p:txBody>
      </p:sp>
      <p:sp>
        <p:nvSpPr>
          <p:cNvPr id="532524" name="Line 44">
            <a:extLst>
              <a:ext uri="{FF2B5EF4-FFF2-40B4-BE49-F238E27FC236}">
                <a16:creationId xmlns:a16="http://schemas.microsoft.com/office/drawing/2014/main" id="{FDD72968-A584-5301-0E58-6BF3EA835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163930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2525" name="Text Box 45">
            <a:extLst>
              <a:ext uri="{FF2B5EF4-FFF2-40B4-BE49-F238E27FC236}">
                <a16:creationId xmlns:a16="http://schemas.microsoft.com/office/drawing/2014/main" id="{C3A61A7E-C703-6AAF-FBA5-666B578C2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5701" y="1407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M038.3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%MX611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2526" name="Text Box 46">
            <a:extLst>
              <a:ext uri="{FF2B5EF4-FFF2-40B4-BE49-F238E27FC236}">
                <a16:creationId xmlns:a16="http://schemas.microsoft.com/office/drawing/2014/main" id="{CE15C5BF-2BAA-0AD6-FAA8-219756D1B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1413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2527" name="Line 47">
            <a:extLst>
              <a:ext uri="{FF2B5EF4-FFF2-40B4-BE49-F238E27FC236}">
                <a16:creationId xmlns:a16="http://schemas.microsoft.com/office/drawing/2014/main" id="{A311EDAA-A5A4-A5DD-0959-9638BCFDA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197017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2528" name="Text Box 48">
            <a:extLst>
              <a:ext uri="{FF2B5EF4-FFF2-40B4-BE49-F238E27FC236}">
                <a16:creationId xmlns:a16="http://schemas.microsoft.com/office/drawing/2014/main" id="{F4E50580-6644-3288-25D5-20FAC9EBF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0090" y="1738563"/>
            <a:ext cx="123463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ko-KR" sz="947">
                <a:solidFill/>
                <a:latin typeface="Times New Roman"/>
              </a:rPr>
              <a:t>23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%MX1459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2529" name="Text Box 49">
            <a:extLst>
              <a:ext uri="{FF2B5EF4-FFF2-40B4-BE49-F238E27FC236}">
                <a16:creationId xmlns:a16="http://schemas.microsoft.com/office/drawing/2014/main" id="{9442BB1F-BFE5-456A-7E5F-2C380DD6B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174457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2530" name="Line 50">
            <a:extLst>
              <a:ext uri="{FF2B5EF4-FFF2-40B4-BE49-F238E27FC236}">
                <a16:creationId xmlns:a16="http://schemas.microsoft.com/office/drawing/2014/main" id="{24AFA3EE-7080-8EF8-FBA6-8AE957C51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259731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2531" name="Text Box 51">
            <a:extLst>
              <a:ext uri="{FF2B5EF4-FFF2-40B4-BE49-F238E27FC236}">
                <a16:creationId xmlns:a16="http://schemas.microsoft.com/office/drawing/2014/main" id="{E648D49F-4488-7E6A-9AC1-21DA5B78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7063" y="2406316"/>
            <a:ext cx="128112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ko-KR" sz="947">
                <a:solidFill/>
                <a:latin typeface="Times New Roman"/>
              </a:rPr>
              <a:t>23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%MX1459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2532" name="Text Box 52">
            <a:extLst>
              <a:ext uri="{FF2B5EF4-FFF2-40B4-BE49-F238E27FC236}">
                <a16:creationId xmlns:a16="http://schemas.microsoft.com/office/drawing/2014/main" id="{853AB052-EFC5-B414-31F1-4BCDCA2F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40631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2536" name="Text Box 56">
            <a:extLst>
              <a:ext uri="{FF2B5EF4-FFF2-40B4-BE49-F238E27FC236}">
                <a16:creationId xmlns:a16="http://schemas.microsoft.com/office/drawing/2014/main" id="{E5ACF21E-B544-78E2-C9C6-EE35E8BE2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07845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M038.3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%MX611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2537" name="Text Box 57">
            <a:extLst>
              <a:ext uri="{FF2B5EF4-FFF2-40B4-BE49-F238E27FC236}">
                <a16:creationId xmlns:a16="http://schemas.microsoft.com/office/drawing/2014/main" id="{9D9DCC06-AB17-1B7E-74CA-2DF8AB669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08447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2538" name="Line 58">
            <a:extLst>
              <a:ext uri="{FF2B5EF4-FFF2-40B4-BE49-F238E27FC236}">
                <a16:creationId xmlns:a16="http://schemas.microsoft.com/office/drawing/2014/main" id="{DAFAF0FF-69D4-BE0B-F1D7-3BF16F593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231006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</p:spTree>
    <p:extLst>
      <p:ext uri="{BB962C8B-B14F-4D97-AF65-F5344CB8AC3E}">
        <p14:creationId xmlns:p14="http://schemas.microsoft.com/office/powerpoint/2010/main" val="31575802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7806B-47BC-24E5-D439-EBFC0EBD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24 </a:t>
            </a:r>
            <a:r>
              <a:rPr lang="ko-KR" altLang="en-US" sz="1800"/>
              <a:t>출고대 출고  ① </a:t>
            </a:r>
            <a:r>
              <a:rPr lang="en-US" altLang="ko-KR" sz="1800"/>
              <a:t>S/C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09B01-6BDA-E6EA-8785-984FA092B536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1/4)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06A51A-E49E-6BEF-F852-08172A355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065658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73080454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552719034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7844094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1352463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3804055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0708861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520270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0101078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231320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223241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M096.0 %MX1536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M097.0 %MX1552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M098.0 %MX1568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M099.0 %MX1584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M100.0 %MX1600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525342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랙 셀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613207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하역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330553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921747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(S/C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8069210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S/C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%RB1536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%RB1540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%RB1544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%RB1548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%RB1552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624623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4621092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M096.1 %MX1537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M097.1 %MX1553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M098.1 %MX1569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M099.1 %MX1585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M100.1 %MX1601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432375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 </a:t>
                      </a:r>
                      <a:r>
                        <a:rPr lang="ko-KR" altLang="en-US" sz="850"/>
                        <a:t>현재위치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655783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098099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통로 </a:t>
                      </a:r>
                      <a:r>
                        <a:rPr lang="en-US" altLang="ko-KR" sz="850"/>
                        <a:t>C/V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354911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304548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M096.2 %MX1538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M097.2 %MX1554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M098.2 %MX1570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M099.2 %MX1586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M100.2 %MX1602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384209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78495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744327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760186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797B78-64DD-F95B-1E9C-B08E45E0DB3F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2627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9CCA1-AE5F-B3B4-9D88-CAED9DFCF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24 </a:t>
            </a:r>
            <a:r>
              <a:rPr lang="ko-KR" altLang="en-US" sz="1800"/>
              <a:t>출고대 출고  ②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0E0C7-A980-3665-8316-87165BC99AAE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2/4)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7836503-3508-2E4E-F752-419DD4D0A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242242"/>
              </p:ext>
            </p:extLst>
          </p:nvPr>
        </p:nvGraphicFramePr>
        <p:xfrm>
          <a:off x="304800" y="1016000"/>
          <a:ext cx="1158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7377879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63766718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42411817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7853188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9887483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4123793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9321248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636597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242311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(S/C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M021.1 %MX337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M025.1 %MX401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M029.1 %MX465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M033.1 %MX529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780035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M018.4 %MX292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M020.4 %MX324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M024.4 %MX388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M028.4 %MX452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M032.4 %MX516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884548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M081.4 %MX1300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M082.4 %MX1316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M084.4 %MX1348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M086.4 %MX1380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M088.4 %MX1412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809814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M018.4 %MX292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M020.4 %MX324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M024.4 %MX388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M028.4 %MX452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M032.4 %MX516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176080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출고 </a:t>
                      </a:r>
                      <a:r>
                        <a:rPr lang="en-US" altLang="ko-KR" sz="850"/>
                        <a:t>'1'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%DW481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%DW482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%DW484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%DW486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%DW488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477861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(S/C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%RB68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%RB132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%RB196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%RB260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082647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M021.1 %MX337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M025.1 %MX401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M029.1 %MX465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M033.1 %MX529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456793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M021.0 %MX336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M025.0 %MX400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M029.0 %MX464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M033.0 %MX528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692429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</a:t>
                      </a:r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측으로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%RB64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%RB128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%RB192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%RB256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697602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(RGV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M020.6 %MX326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M024.6 %MX390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M028.6 %MX454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M032.6 %MX518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975995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(RGV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M021.0 %MX336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M025.0 %MX400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M029.0 %MX464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M033.0 %MX528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025798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ON (RGV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M018.1 %MX289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M020.1 %MX321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M024.1 %MX385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M028.1 %MX449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M032.1 %MX513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1432789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M081.1 %MX1297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M082.1 %MX1313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M084.1 %MX1345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M086.1 %MX1377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M088.1 %MX1409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930644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M018.1 %MX289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M020.1 %MX321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M024.1 %MX385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M028.1 %MX449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M032.1 %MX513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8531523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M020.6 %MX326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M024.6 %MX390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M028.6 %MX454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M032.6 %MX518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486679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72F82-1E20-180E-25D4-E7CA2C4B8BE6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29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87B0A-6427-79C3-1530-516FC1AC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24 </a:t>
            </a:r>
            <a:r>
              <a:rPr lang="ko-KR" altLang="en-US" sz="1800"/>
              <a:t>출고대 출고  ③ </a:t>
            </a:r>
            <a:r>
              <a:rPr lang="en-US" altLang="ko-KR" sz="1800"/>
              <a:t>RGV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330A2-113F-A479-2187-53431033C681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3/4)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2068BEA-3B8A-68A0-63A9-8C8078928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169565"/>
              </p:ext>
            </p:extLst>
          </p:nvPr>
        </p:nvGraphicFramePr>
        <p:xfrm>
          <a:off x="304800" y="1016000"/>
          <a:ext cx="1158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462224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16722180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8517192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6755662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576945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851507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999962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4498895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7275727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4596777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513501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430785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(24 </a:t>
                      </a:r>
                      <a:r>
                        <a:rPr lang="ko-KR" altLang="en-US" sz="850"/>
                        <a:t>출고대 </a:t>
                      </a:r>
                      <a:r>
                        <a:rPr lang="en-US" altLang="ko-KR" sz="850"/>
                        <a:t>#23)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392312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747940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(RGV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41402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RGV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510833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890544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608831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35696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527993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013307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6806667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198423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570916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006270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021846-B11D-D9F7-BB22-56FA1CB13788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924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893A0-9B0D-43FA-4DFB-B77A8A3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24 </a:t>
            </a:r>
            <a:r>
              <a:rPr lang="ko-KR" altLang="en-US" sz="1800"/>
              <a:t>출고대 출고  ④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A900F-743E-D157-13F0-4EBFCEEC27B8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4/4)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B264B4-492A-73F8-3849-A9C0529F0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418236"/>
              </p:ext>
            </p:extLst>
          </p:nvPr>
        </p:nvGraphicFramePr>
        <p:xfrm>
          <a:off x="304800" y="1016000"/>
          <a:ext cx="11582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34686422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4126415290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2839981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51492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6817487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300463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60802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5773830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612879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 </a:t>
                      </a:r>
                      <a:r>
                        <a:rPr lang="ko-KR" altLang="en-US" sz="850"/>
                        <a:t>출고대 </a:t>
                      </a:r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(RGV 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551015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4996461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M091.2 %MX1458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M091.2 %MX1458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M091.2 %MX1458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M091.2 %MX1458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M091.2 %MX1458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27420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M038.2 %MX610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013108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출고 </a:t>
                      </a:r>
                      <a:r>
                        <a:rPr lang="en-US" altLang="ko-KR" sz="850"/>
                        <a:t>'1'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%DW491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%DW491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%DW491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%DW491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%DW491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906935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(RGV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344901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M039.0 %MX624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081916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 </a:t>
                      </a:r>
                      <a:r>
                        <a:rPr lang="ko-KR" altLang="en-US" sz="850"/>
                        <a:t>출고대 반출 위치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335555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반출 위치로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%RB548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2950047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 </a:t>
                      </a:r>
                      <a:r>
                        <a:rPr lang="ko-KR" altLang="en-US" sz="850"/>
                        <a:t>출고대 반출 완료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작업자 회수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#12  M039.1 %MX625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12545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D702E8-C382-16DA-C7A0-6021A8F40A80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8882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44C85-8583-32EC-2662-4B14E676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1700"/>
              <a:t>반송 시나리오 </a:t>
            </a:r>
            <a:r>
              <a:rPr lang="en-US" altLang="ko-KR" sz="1700"/>
              <a:t>4-1. 30 </a:t>
            </a:r>
            <a:r>
              <a:rPr lang="ko-KR" altLang="en-US" sz="1700"/>
              <a:t>입고대 → </a:t>
            </a:r>
            <a:r>
              <a:rPr lang="en-US" altLang="ko-KR" sz="1700"/>
              <a:t>S/C </a:t>
            </a:r>
            <a:r>
              <a:rPr lang="ko-KR" altLang="en-US" sz="1700"/>
              <a:t>입고 </a:t>
            </a:r>
            <a:r>
              <a:rPr lang="en-US" altLang="ko-KR" sz="1700"/>
              <a:t>(C/V #15 → RGV → </a:t>
            </a:r>
            <a:r>
              <a:rPr lang="ko-KR" altLang="en-US" sz="1700"/>
              <a:t>통로 → </a:t>
            </a:r>
            <a:r>
              <a:rPr lang="en-US" altLang="ko-KR" sz="1700"/>
              <a:t>S/C → </a:t>
            </a:r>
            <a:r>
              <a:rPr lang="ko-KR" altLang="en-US" sz="1700"/>
              <a:t>랙</a:t>
            </a:r>
            <a:r>
              <a:rPr lang="en-US" altLang="ko-KR" sz="1700"/>
              <a:t>)</a:t>
            </a:r>
            <a:endParaRPr lang="ko-KR" alt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B5C88-AEFC-138C-909A-45376A664AB2}"/>
              </a:ext>
            </a:extLst>
          </p:cNvPr>
          <p:cNvSpPr txBox="1"/>
          <p:nvPr/>
        </p:nvSpPr>
        <p:spPr>
          <a:xfrm>
            <a:off x="381000" y="787400"/>
            <a:ext cx="11430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000000"/>
                </a:solidFill>
              </a:rPr>
              <a:t>경로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호기별</a:t>
            </a:r>
            <a:r>
              <a:rPr lang="en-US" altLang="ko-KR" sz="1100">
                <a:solidFill>
                  <a:srgbClr val="000000"/>
                </a:solidFill>
              </a:rPr>
              <a:t>) — PlcAddressMap.xml &lt;CraneMap&gt; </a:t>
            </a:r>
            <a:r>
              <a:rPr lang="ko-KR" altLang="en-US" sz="1100">
                <a:solidFill>
                  <a:srgbClr val="000000"/>
                </a:solidFill>
              </a:rPr>
              <a:t>기준</a:t>
            </a:r>
          </a:p>
          <a:p>
            <a:r>
              <a:rPr lang="ko-KR" altLang="en-US" sz="1100">
                <a:solidFill>
                  <a:srgbClr val="000000"/>
                </a:solidFill>
              </a:rPr>
              <a:t>  </a:t>
            </a:r>
            <a:r>
              <a:rPr lang="en-US" altLang="ko-KR" sz="1100">
                <a:solidFill>
                  <a:srgbClr val="000000"/>
                </a:solidFill>
              </a:rPr>
              <a:t>S/C #1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#2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#3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#4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#2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#4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#7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#8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#3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#6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#11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#12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#4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#8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#15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#16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#5 : </a:t>
            </a:r>
            <a:r>
              <a:rPr lang="ko-KR" altLang="en-US" sz="1100">
                <a:solidFill>
                  <a:srgbClr val="000000"/>
                </a:solidFill>
              </a:rPr>
              <a:t>입고통로 </a:t>
            </a:r>
            <a:r>
              <a:rPr lang="en-US" altLang="ko-KR" sz="1100">
                <a:solidFill>
                  <a:srgbClr val="000000"/>
                </a:solidFill>
              </a:rPr>
              <a:t>C/V #10  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#19 →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#20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ko-KR" altLang="en-US" sz="1100">
                <a:solidFill>
                  <a:srgbClr val="000000"/>
                </a:solidFill>
              </a:rPr>
              <a:t>구간 구성 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이어지는 슬라이드</a:t>
            </a:r>
            <a:r>
              <a:rPr lang="en-US" altLang="ko-KR" sz="1100">
                <a:solidFill>
                  <a:srgbClr val="000000"/>
                </a:solidFill>
              </a:rPr>
              <a:t>)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① C/V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56·57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64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② RGV  (16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58·59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65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③ C/V  (15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60·61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66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④ S/C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62·63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67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en-US" altLang="ko-KR" sz="1100">
                <a:solidFill>
                  <a:srgbClr val="000000"/>
                </a:solidFill>
              </a:rPr>
              <a:t>※ </a:t>
            </a:r>
            <a:r>
              <a:rPr lang="ko-KR" altLang="en-US" sz="1100">
                <a:solidFill>
                  <a:srgbClr val="000000"/>
                </a:solidFill>
              </a:rPr>
              <a:t>모든 주소는 </a:t>
            </a:r>
            <a:r>
              <a:rPr lang="en-US" altLang="ko-KR" sz="1100">
                <a:solidFill>
                  <a:srgbClr val="000000"/>
                </a:solidFill>
              </a:rPr>
              <a:t>PlcAddressMap.xml </a:t>
            </a:r>
            <a:r>
              <a:rPr lang="ko-KR" altLang="en-US" sz="1100">
                <a:solidFill>
                  <a:srgbClr val="000000"/>
                </a:solidFill>
              </a:rPr>
              <a:t>에서 계산되었다</a:t>
            </a:r>
            <a:r>
              <a:rPr lang="en-US" altLang="ko-KR" sz="1100">
                <a:solidFill>
                  <a:srgbClr val="000000"/>
                </a:solidFill>
              </a:rPr>
              <a:t>. XML </a:t>
            </a:r>
            <a:r>
              <a:rPr lang="ko-KR" altLang="en-US" sz="1100">
                <a:solidFill>
                  <a:srgbClr val="000000"/>
                </a:solidFill>
              </a:rPr>
              <a:t>을 고치면 </a:t>
            </a:r>
            <a:r>
              <a:rPr lang="en-US" altLang="ko-KR" sz="1100">
                <a:solidFill>
                  <a:srgbClr val="000000"/>
                </a:solidFill>
              </a:rPr>
              <a:t>EQP_TASK · EQP_SIM · </a:t>
            </a:r>
            <a:r>
              <a:rPr lang="ko-KR" altLang="en-US" sz="1100">
                <a:solidFill>
                  <a:srgbClr val="000000"/>
                </a:solidFill>
              </a:rPr>
              <a:t>본 문서가 함께 바뀐다</a:t>
            </a:r>
            <a:r>
              <a:rPr lang="en-US" altLang="ko-KR" sz="110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 </a:t>
            </a:r>
            <a:r>
              <a:rPr lang="ko-KR" altLang="en-US" sz="1100">
                <a:solidFill>
                  <a:srgbClr val="000000"/>
                </a:solidFill>
              </a:rPr>
              <a:t>주소식 </a:t>
            </a:r>
            <a:r>
              <a:rPr lang="en-US" altLang="ko-KR" sz="1100">
                <a:solidFill>
                  <a:srgbClr val="000000"/>
                </a:solidFill>
              </a:rPr>
              <a:t>:  base = origin + (</a:t>
            </a:r>
            <a:r>
              <a:rPr lang="ko-KR" altLang="en-US" sz="1100">
                <a:solidFill>
                  <a:srgbClr val="000000"/>
                </a:solidFill>
              </a:rPr>
              <a:t>설비번호 </a:t>
            </a:r>
            <a:r>
              <a:rPr lang="en-US" altLang="ko-KR" sz="1100">
                <a:solidFill>
                  <a:srgbClr val="000000"/>
                </a:solidFill>
              </a:rPr>
              <a:t>- numberFrom) × stride ,  </a:t>
            </a:r>
            <a:r>
              <a:rPr lang="ko-KR" altLang="en-US" sz="1100">
                <a:solidFill>
                  <a:srgbClr val="000000"/>
                </a:solidFill>
              </a:rPr>
              <a:t>주소 </a:t>
            </a:r>
            <a:r>
              <a:rPr lang="en-US" altLang="ko-KR" sz="1100">
                <a:solidFill>
                  <a:srgbClr val="000000"/>
                </a:solidFill>
              </a:rPr>
              <a:t>= base + offset</a:t>
            </a:r>
            <a:endParaRPr lang="ko-KR" alt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969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Text Box 2">
            <a:extLst>
              <a:ext uri="{FF2B5EF4-FFF2-40B4-BE49-F238E27FC236}">
                <a16:creationId xmlns:a16="http://schemas.microsoft.com/office/drawing/2014/main" id="{6D5A3BF3-7725-0C1A-6FC3-583D24AE0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243971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(30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입고작업 ①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C/V #15  #30 → #32 → #31)</a:t>
            </a:r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492BB8BD-106D-E640-2CC0-59BF49BF4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1700" name="Rectangle 4">
            <a:extLst>
              <a:ext uri="{FF2B5EF4-FFF2-40B4-BE49-F238E27FC236}">
                <a16:creationId xmlns:a16="http://schemas.microsoft.com/office/drawing/2014/main" id="{BED1787A-2492-92D3-7B5A-2241602CE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41701" name="Rectangle 5">
            <a:extLst>
              <a:ext uri="{FF2B5EF4-FFF2-40B4-BE49-F238E27FC236}">
                <a16:creationId xmlns:a16="http://schemas.microsoft.com/office/drawing/2014/main" id="{74824CC6-44DE-C556-B83C-16DC4631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41702" name="Group 6">
            <a:extLst>
              <a:ext uri="{FF2B5EF4-FFF2-40B4-BE49-F238E27FC236}">
                <a16:creationId xmlns:a16="http://schemas.microsoft.com/office/drawing/2014/main" id="{BA9DC911-E56A-0D13-571E-C34DD5C3BA3E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41703" name="Line 7">
              <a:extLst>
                <a:ext uri="{FF2B5EF4-FFF2-40B4-BE49-F238E27FC236}">
                  <a16:creationId xmlns:a16="http://schemas.microsoft.com/office/drawing/2014/main" id="{98EA7779-420C-08A9-4AFC-D8577A674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41704" name="Line 8">
              <a:extLst>
                <a:ext uri="{FF2B5EF4-FFF2-40B4-BE49-F238E27FC236}">
                  <a16:creationId xmlns:a16="http://schemas.microsoft.com/office/drawing/2014/main" id="{3451DA88-9457-58FC-150C-1B68C219E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41710" name="Text Box 14">
            <a:extLst>
              <a:ext uri="{FF2B5EF4-FFF2-40B4-BE49-F238E27FC236}">
                <a16:creationId xmlns:a16="http://schemas.microsoft.com/office/drawing/2014/main" id="{EC925AB2-E8F0-AEE2-EB4B-28DE2959A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5945104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41712" name="Text Box 16">
            <a:extLst>
              <a:ext uri="{FF2B5EF4-FFF2-40B4-BE49-F238E27FC236}">
                <a16:creationId xmlns:a16="http://schemas.microsoft.com/office/drawing/2014/main" id="{CDF52016-8689-758D-2F21-C6B794C97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피킹존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#30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파렛트 투입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41713" name="Text Box 17">
            <a:extLst>
              <a:ext uri="{FF2B5EF4-FFF2-40B4-BE49-F238E27FC236}">
                <a16:creationId xmlns:a16="http://schemas.microsoft.com/office/drawing/2014/main" id="{F1E95C33-8D5F-2E9B-7FA1-8CD7ADAE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#30</a:t>
            </a:r>
          </a:p>
        </p:txBody>
      </p:sp>
      <p:sp>
        <p:nvSpPr>
          <p:cNvPr id="541714" name="Line 18">
            <a:extLst>
              <a:ext uri="{FF2B5EF4-FFF2-40B4-BE49-F238E27FC236}">
                <a16:creationId xmlns:a16="http://schemas.microsoft.com/office/drawing/2014/main" id="{724773D8-23BC-942D-DE33-06D665E64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15" name="Text Box 19">
            <a:extLst>
              <a:ext uri="{FF2B5EF4-FFF2-40B4-BE49-F238E27FC236}">
                <a16:creationId xmlns:a16="http://schemas.microsoft.com/office/drawing/2014/main" id="{6412DDB5-9788-01E9-577C-4B9935281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%MX722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16" name="Line 20">
            <a:extLst>
              <a:ext uri="{FF2B5EF4-FFF2-40B4-BE49-F238E27FC236}">
                <a16:creationId xmlns:a16="http://schemas.microsoft.com/office/drawing/2014/main" id="{1534C33B-3AAA-F621-2D5C-7D47FEBB2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17" name="Text Box 21">
            <a:extLst>
              <a:ext uri="{FF2B5EF4-FFF2-40B4-BE49-F238E27FC236}">
                <a16:creationId xmlns:a16="http://schemas.microsoft.com/office/drawing/2014/main" id="{BB16393A-2202-C55D-239F-157B86F8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764131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%MX706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18" name="Text Box 22">
            <a:extLst>
              <a:ext uri="{FF2B5EF4-FFF2-40B4-BE49-F238E27FC236}">
                <a16:creationId xmlns:a16="http://schemas.microsoft.com/office/drawing/2014/main" id="{DA0804DB-D6AE-B11A-CA21-DA2D147A5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41719" name="Line 23">
            <a:extLst>
              <a:ext uri="{FF2B5EF4-FFF2-40B4-BE49-F238E27FC236}">
                <a16:creationId xmlns:a16="http://schemas.microsoft.com/office/drawing/2014/main" id="{83D71DE7-6B68-0A64-C2FC-3836DB66E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20" name="Text Box 24">
            <a:extLst>
              <a:ext uri="{FF2B5EF4-FFF2-40B4-BE49-F238E27FC236}">
                <a16:creationId xmlns:a16="http://schemas.microsoft.com/office/drawing/2014/main" id="{B5642D63-CE2D-1B24-FC80-A0AC8407A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4778" y="209650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M094.2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%MX1506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21" name="Text Box 25">
            <a:extLst>
              <a:ext uri="{FF2B5EF4-FFF2-40B4-BE49-F238E27FC236}">
                <a16:creationId xmlns:a16="http://schemas.microsoft.com/office/drawing/2014/main" id="{2C1EF061-2D09-16CB-6101-E76F4981C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41722" name="Text Box 26">
            <a:extLst>
              <a:ext uri="{FF2B5EF4-FFF2-40B4-BE49-F238E27FC236}">
                <a16:creationId xmlns:a16="http://schemas.microsoft.com/office/drawing/2014/main" id="{83D7E609-A001-2013-9439-90CFC2B4C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189" y="2759744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M094.2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%MX1506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1723" name="Text Box 27">
            <a:extLst>
              <a:ext uri="{FF2B5EF4-FFF2-40B4-BE49-F238E27FC236}">
                <a16:creationId xmlns:a16="http://schemas.microsoft.com/office/drawing/2014/main" id="{A4DDEFC0-672C-77D7-1F4F-9687A6CF3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41724" name="Text Box 28">
            <a:extLst>
              <a:ext uri="{FF2B5EF4-FFF2-40B4-BE49-F238E27FC236}">
                <a16:creationId xmlns:a16="http://schemas.microsoft.com/office/drawing/2014/main" id="{C3DD5CAB-2C1B-0FDC-EAB6-B353D98B2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0639" y="2431884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%MX706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1725" name="Text Box 29">
            <a:extLst>
              <a:ext uri="{FF2B5EF4-FFF2-40B4-BE49-F238E27FC236}">
                <a16:creationId xmlns:a16="http://schemas.microsoft.com/office/drawing/2014/main" id="{A954C37F-1459-5CB3-13CC-AB398A82C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41726" name="Line 30">
            <a:extLst>
              <a:ext uri="{FF2B5EF4-FFF2-40B4-BE49-F238E27FC236}">
                <a16:creationId xmlns:a16="http://schemas.microsoft.com/office/drawing/2014/main" id="{7C3DD618-3036-EEEA-14FE-3A6FFD2ED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27" name="Text Box 31">
            <a:extLst>
              <a:ext uri="{FF2B5EF4-FFF2-40B4-BE49-F238E27FC236}">
                <a16:creationId xmlns:a16="http://schemas.microsoft.com/office/drawing/2014/main" id="{67912B58-F4EB-516E-593E-D1D256F7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3045494"/>
            <a:ext cx="3001879" cy="38350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입고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41734" name="AutoShape 38">
            <a:extLst>
              <a:ext uri="{FF2B5EF4-FFF2-40B4-BE49-F238E27FC236}">
                <a16:creationId xmlns:a16="http://schemas.microsoft.com/office/drawing/2014/main" id="{040D98D3-9F99-3E4D-EF07-C685EADF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60404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(R0144~R0145 %RB288~%RB290)</a:t>
            </a:r>
          </a:p>
        </p:txBody>
      </p:sp>
      <p:sp>
        <p:nvSpPr>
          <p:cNvPr id="541735" name="Freeform 39">
            <a:extLst>
              <a:ext uri="{FF2B5EF4-FFF2-40B4-BE49-F238E27FC236}">
                <a16:creationId xmlns:a16="http://schemas.microsoft.com/office/drawing/2014/main" id="{C2AB5753-6DCD-E09F-1895-703B1B5083A6}"/>
              </a:ext>
            </a:extLst>
          </p:cNvPr>
          <p:cNvSpPr>
            <a:spLocks/>
          </p:cNvSpPr>
          <p:nvPr/>
        </p:nvSpPr>
        <p:spPr bwMode="auto">
          <a:xfrm flipH="1">
            <a:off x="4258176" y="357488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36" name="Text Box 40">
            <a:extLst>
              <a:ext uri="{FF2B5EF4-FFF2-40B4-BE49-F238E27FC236}">
                <a16:creationId xmlns:a16="http://schemas.microsoft.com/office/drawing/2014/main" id="{31A8D5EC-0865-7E6E-CA8D-565D0CBB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606466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41737" name="Text Box 41">
            <a:extLst>
              <a:ext uri="{FF2B5EF4-FFF2-40B4-BE49-F238E27FC236}">
                <a16:creationId xmlns:a16="http://schemas.microsoft.com/office/drawing/2014/main" id="{1A83A2F0-329E-4FE6-565B-9D0F65BCB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3907256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sz="947" dirty="0">
                <a:solidFill/>
                <a:latin typeface="Times New Roman"/>
              </a:rPr>
              <a:t>#30로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#32로</a:t>
            </a:r>
            <a:r>
              <a:rPr sz="947" dirty="0">
                <a:solidFill/>
                <a:latin typeface="Times New Roman"/>
              </a:rPr>
              <a:t> Conveyor move</a:t>
            </a:r>
          </a:p>
        </p:txBody>
      </p:sp>
      <p:sp>
        <p:nvSpPr>
          <p:cNvPr id="541738" name="Text Box 42">
            <a:extLst>
              <a:ext uri="{FF2B5EF4-FFF2-40B4-BE49-F238E27FC236}">
                <a16:creationId xmlns:a16="http://schemas.microsoft.com/office/drawing/2014/main" id="{E771DEB6-8ECA-04A7-0686-578986899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650205"/>
            <a:ext cx="3001879" cy="25416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#32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41739" name="Text Box 43">
            <a:extLst>
              <a:ext uri="{FF2B5EF4-FFF2-40B4-BE49-F238E27FC236}">
                <a16:creationId xmlns:a16="http://schemas.microsoft.com/office/drawing/2014/main" id="{CD85DD08-DA21-9715-2033-8F92FB00C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9028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#32</a:t>
            </a:r>
          </a:p>
        </p:txBody>
      </p:sp>
      <p:sp>
        <p:nvSpPr>
          <p:cNvPr id="541740" name="Line 44">
            <a:extLst>
              <a:ext uri="{FF2B5EF4-FFF2-40B4-BE49-F238E27FC236}">
                <a16:creationId xmlns:a16="http://schemas.microsoft.com/office/drawing/2014/main" id="{2F139D1B-049C-C67D-A38B-9C5283542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11492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41" name="Text Box 45">
            <a:extLst>
              <a:ext uri="{FF2B5EF4-FFF2-40B4-BE49-F238E27FC236}">
                <a16:creationId xmlns:a16="http://schemas.microsoft.com/office/drawing/2014/main" id="{EB2C3A99-22CE-C9E4-A94B-95B97CBF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49900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42" name="Text Box 46">
            <a:extLst>
              <a:ext uri="{FF2B5EF4-FFF2-40B4-BE49-F238E27FC236}">
                <a16:creationId xmlns:a16="http://schemas.microsoft.com/office/drawing/2014/main" id="{8E927AA8-FA4D-B5BF-3542-517676EE3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31632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#30</a:t>
            </a:r>
          </a:p>
        </p:txBody>
      </p:sp>
      <p:sp>
        <p:nvSpPr>
          <p:cNvPr id="541743" name="Line 47">
            <a:extLst>
              <a:ext uri="{FF2B5EF4-FFF2-40B4-BE49-F238E27FC236}">
                <a16:creationId xmlns:a16="http://schemas.microsoft.com/office/drawing/2014/main" id="{5709F6D7-D7F8-9B28-51BA-1CA60A326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581024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44" name="Text Box 48">
            <a:extLst>
              <a:ext uri="{FF2B5EF4-FFF2-40B4-BE49-F238E27FC236}">
                <a16:creationId xmlns:a16="http://schemas.microsoft.com/office/drawing/2014/main" id="{CD45226F-20C0-2537-530F-8C12FFA3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456197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%MX722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1745" name="Text Box 49">
            <a:extLst>
              <a:ext uri="{FF2B5EF4-FFF2-40B4-BE49-F238E27FC236}">
                <a16:creationId xmlns:a16="http://schemas.microsoft.com/office/drawing/2014/main" id="{229D14DE-A2CE-D3D9-57D6-476E1EC89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194635"/>
            <a:ext cx="3001879" cy="40757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#30 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#32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41746" name="Freeform 50">
            <a:extLst>
              <a:ext uri="{FF2B5EF4-FFF2-40B4-BE49-F238E27FC236}">
                <a16:creationId xmlns:a16="http://schemas.microsoft.com/office/drawing/2014/main" id="{B0A4E065-2051-2E82-BD15-E30A0A158DC8}"/>
              </a:ext>
            </a:extLst>
          </p:cNvPr>
          <p:cNvSpPr>
            <a:spLocks/>
          </p:cNvSpPr>
          <p:nvPr/>
        </p:nvSpPr>
        <p:spPr bwMode="auto">
          <a:xfrm>
            <a:off x="4283744" y="5708984"/>
            <a:ext cx="3274093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47" name="AutoShape 51">
            <a:extLst>
              <a:ext uri="{FF2B5EF4-FFF2-40B4-BE49-F238E27FC236}">
                <a16:creationId xmlns:a16="http://schemas.microsoft.com/office/drawing/2014/main" id="{C906A00E-8363-071E-B0C5-18D5C9DA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720101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NO(R0142~R0143 %RB284~%RB286)</a:t>
            </a:r>
          </a:p>
        </p:txBody>
      </p:sp>
      <p:sp>
        <p:nvSpPr>
          <p:cNvPr id="541748" name="Text Box 52">
            <a:extLst>
              <a:ext uri="{FF2B5EF4-FFF2-40B4-BE49-F238E27FC236}">
                <a16:creationId xmlns:a16="http://schemas.microsoft.com/office/drawing/2014/main" id="{F1E00118-0F91-CA9A-B55E-08EB673D5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051760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41749" name="Text Box 53">
            <a:extLst>
              <a:ext uri="{FF2B5EF4-FFF2-40B4-BE49-F238E27FC236}">
                <a16:creationId xmlns:a16="http://schemas.microsoft.com/office/drawing/2014/main" id="{4566D1C9-BA63-8798-D2FA-A50163061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5945104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41762" name="Line 66">
            <a:extLst>
              <a:ext uri="{FF2B5EF4-FFF2-40B4-BE49-F238E27FC236}">
                <a16:creationId xmlns:a16="http://schemas.microsoft.com/office/drawing/2014/main" id="{6533FC25-45A3-680C-2251-79F6540BD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0736" y="2883068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63" name="TextBox 541762"/>
          <p:cNvSpPr txBox="1"/>
          <p:nvPr/>
        </p:nvSpPr>
        <p:spPr>
          <a:xfrm>
            <a:off x="1508008" y="6167077"/>
            <a:ext cx="8229600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ECS </a:t>
            </a:r>
            <a:r>
              <a:rPr sz="853" b="1" dirty="0" err="1">
                <a:solidFill>
                  <a:srgbClr val="FF0000"/>
                </a:solidFill>
              </a:rPr>
              <a:t>판독주기</a:t>
            </a:r>
            <a:r>
              <a:rPr sz="853" b="1" dirty="0">
                <a:solidFill>
                  <a:srgbClr val="FF0000"/>
                </a:solidFill>
              </a:rPr>
              <a:t> 1초(</a:t>
            </a:r>
            <a:r>
              <a:rPr sz="853" b="1" dirty="0" err="1">
                <a:solidFill>
                  <a:srgbClr val="FF0000"/>
                </a:solidFill>
              </a:rPr>
              <a:t>문서</a:t>
            </a:r>
            <a:r>
              <a:rPr sz="853" b="1" dirty="0">
                <a:solidFill>
                  <a:srgbClr val="FF0000"/>
                </a:solidFill>
              </a:rPr>
              <a:t> 0.5초와 </a:t>
            </a:r>
            <a:r>
              <a:rPr sz="853" b="1" dirty="0" err="1">
                <a:solidFill>
                  <a:srgbClr val="FF0000"/>
                </a:solidFill>
              </a:rPr>
              <a:t>불일치</a:t>
            </a:r>
            <a:r>
              <a:rPr sz="853" b="1" dirty="0">
                <a:solidFill>
                  <a:srgbClr val="FF0000"/>
                </a:solidFill>
              </a:rPr>
              <a:t>) — </a:t>
            </a:r>
            <a:r>
              <a:rPr sz="853" b="1" dirty="0" err="1">
                <a:solidFill>
                  <a:srgbClr val="FF0000"/>
                </a:solidFill>
              </a:rPr>
              <a:t>PLC측</a:t>
            </a:r>
            <a:r>
              <a:rPr sz="853" b="1" dirty="0">
                <a:solidFill>
                  <a:srgbClr val="FF0000"/>
                </a:solidFill>
              </a:rPr>
              <a:t> Data Move </a:t>
            </a:r>
            <a:r>
              <a:rPr sz="853" b="1" dirty="0" err="1">
                <a:solidFill>
                  <a:srgbClr val="FF0000"/>
                </a:solidFill>
              </a:rPr>
              <a:t>원자성에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전적으로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의존</a:t>
            </a:r>
            <a:endParaRPr sz="853" b="1" dirty="0">
              <a:solidFill>
                <a:srgbClr val="FF0000"/>
              </a:solidFill>
            </a:endParaRPr>
          </a:p>
        </p:txBody>
      </p:sp>
      <p:grpSp>
        <p:nvGrpSpPr>
          <p:cNvPr id="542749" name="Group 29">
            <a:extLst>
              <a:ext uri="{FF2B5EF4-FFF2-40B4-BE49-F238E27FC236}">
                <a16:creationId xmlns:a16="http://schemas.microsoft.com/office/drawing/2014/main" id="{2315AA93-81F4-5F9A-53FB-7C4F91115A29}"/>
              </a:ext>
            </a:extLst>
          </p:cNvPr>
          <p:cNvGrpSpPr>
            <a:grpSpLocks/>
          </p:cNvGrpSpPr>
          <p:nvPr/>
        </p:nvGrpSpPr>
        <p:grpSpPr bwMode="auto">
          <a:xfrm>
            <a:off x="8687302" y="566989"/>
            <a:ext cx="341396" cy="681288"/>
            <a:chOff x="995" y="2643"/>
            <a:chExt cx="227" cy="453"/>
          </a:xfrm>
        </p:grpSpPr>
        <p:sp>
          <p:nvSpPr>
            <p:cNvPr id="542750" name="Rectangle 30">
              <a:extLst>
                <a:ext uri="{FF2B5EF4-FFF2-40B4-BE49-F238E27FC236}">
                  <a16:creationId xmlns:a16="http://schemas.microsoft.com/office/drawing/2014/main" id="{F2B280F5-607B-FFA0-F6DD-E6A310134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27</a:t>
              </a:r>
            </a:p>
          </p:txBody>
        </p:sp>
        <p:sp>
          <p:nvSpPr>
            <p:cNvPr id="542751" name="Rectangle 31">
              <a:extLst>
                <a:ext uri="{FF2B5EF4-FFF2-40B4-BE49-F238E27FC236}">
                  <a16:creationId xmlns:a16="http://schemas.microsoft.com/office/drawing/2014/main" id="{10793ED1-8E77-57CC-8AFE-C6D9DC5C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28</a:t>
              </a:r>
            </a:p>
          </p:txBody>
        </p:sp>
      </p:grpSp>
      <p:sp>
        <p:nvSpPr>
          <p:cNvPr id="542752" name="AutoShape 32">
            <a:extLst>
              <a:ext uri="{FF2B5EF4-FFF2-40B4-BE49-F238E27FC236}">
                <a16:creationId xmlns:a16="http://schemas.microsoft.com/office/drawing/2014/main" id="{3272C7DB-45E3-0825-07DA-62B645C065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356558" y="563981"/>
            <a:ext cx="169947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2753" name="Text Box 33">
            <a:extLst>
              <a:ext uri="{FF2B5EF4-FFF2-40B4-BE49-F238E27FC236}">
                <a16:creationId xmlns:a16="http://schemas.microsoft.com/office/drawing/2014/main" id="{1E1F283C-2F77-BC69-5C57-33389C32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528" y="1249781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#14</a:t>
            </a:r>
          </a:p>
        </p:txBody>
      </p:sp>
      <p:sp>
        <p:nvSpPr>
          <p:cNvPr id="542754" name="Line 34">
            <a:extLst>
              <a:ext uri="{FF2B5EF4-FFF2-40B4-BE49-F238E27FC236}">
                <a16:creationId xmlns:a16="http://schemas.microsoft.com/office/drawing/2014/main" id="{501837DD-FAAF-547E-EFB5-B47E4F9C9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9624" y="634666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grpSp>
        <p:nvGrpSpPr>
          <p:cNvPr id="542755" name="Group 35">
            <a:extLst>
              <a:ext uri="{FF2B5EF4-FFF2-40B4-BE49-F238E27FC236}">
                <a16:creationId xmlns:a16="http://schemas.microsoft.com/office/drawing/2014/main" id="{727B3ADF-8FD8-A296-CA60-3E6D04E7EB5E}"/>
              </a:ext>
            </a:extLst>
          </p:cNvPr>
          <p:cNvGrpSpPr>
            <a:grpSpLocks/>
          </p:cNvGrpSpPr>
          <p:nvPr/>
        </p:nvGrpSpPr>
        <p:grpSpPr bwMode="auto">
          <a:xfrm>
            <a:off x="9738561" y="566989"/>
            <a:ext cx="341397" cy="681288"/>
            <a:chOff x="5615" y="381"/>
            <a:chExt cx="227" cy="453"/>
          </a:xfrm>
        </p:grpSpPr>
        <p:sp>
          <p:nvSpPr>
            <p:cNvPr id="542756" name="Rectangle 36">
              <a:extLst>
                <a:ext uri="{FF2B5EF4-FFF2-40B4-BE49-F238E27FC236}">
                  <a16:creationId xmlns:a16="http://schemas.microsoft.com/office/drawing/2014/main" id="{59D90F2C-FFD6-92C5-6F01-27D1D3C21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381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31</a:t>
              </a:r>
            </a:p>
          </p:txBody>
        </p:sp>
        <p:sp>
          <p:nvSpPr>
            <p:cNvPr id="542757" name="Rectangle 37">
              <a:extLst>
                <a:ext uri="{FF2B5EF4-FFF2-40B4-BE49-F238E27FC236}">
                  <a16:creationId xmlns:a16="http://schemas.microsoft.com/office/drawing/2014/main" id="{889C6167-1616-3BE8-A34E-656A6A95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607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32</a:t>
              </a:r>
            </a:p>
          </p:txBody>
        </p:sp>
      </p:grpSp>
      <p:sp>
        <p:nvSpPr>
          <p:cNvPr id="542758" name="Rectangle 38">
            <a:extLst>
              <a:ext uri="{FF2B5EF4-FFF2-40B4-BE49-F238E27FC236}">
                <a16:creationId xmlns:a16="http://schemas.microsoft.com/office/drawing/2014/main" id="{18FFD2E4-EFCD-854F-8D73-0B723E3D9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8698" y="908384"/>
            <a:ext cx="341397" cy="341397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29</a:t>
            </a:r>
          </a:p>
        </p:txBody>
      </p:sp>
      <p:sp>
        <p:nvSpPr>
          <p:cNvPr id="542759" name="Text Box 39">
            <a:extLst>
              <a:ext uri="{FF2B5EF4-FFF2-40B4-BE49-F238E27FC236}">
                <a16:creationId xmlns:a16="http://schemas.microsoft.com/office/drawing/2014/main" id="{68F3AC09-5516-AE6D-90E9-02F68D3B2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2520" y="1249781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#15</a:t>
            </a:r>
          </a:p>
        </p:txBody>
      </p:sp>
      <p:sp>
        <p:nvSpPr>
          <p:cNvPr id="542791" name="Rectangle 71">
            <a:extLst>
              <a:ext uri="{FF2B5EF4-FFF2-40B4-BE49-F238E27FC236}">
                <a16:creationId xmlns:a16="http://schemas.microsoft.com/office/drawing/2014/main" id="{5CBC28E0-E04E-22D8-5959-01D7AB44A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4157" y="905377"/>
            <a:ext cx="341396" cy="341397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9660525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Text Box 2">
            <a:extLst>
              <a:ext uri="{FF2B5EF4-FFF2-40B4-BE49-F238E27FC236}">
                <a16:creationId xmlns:a16="http://schemas.microsoft.com/office/drawing/2014/main" id="{E019D7F6-BD36-35C4-4D7E-D3EE807CD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243971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(30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입고작업 ①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C/V #15  #30 → #32 → #31)</a:t>
            </a:r>
          </a:p>
        </p:txBody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FA01FAFE-D946-27A6-AFCC-687E8A886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2724" name="Rectangle 4">
            <a:extLst>
              <a:ext uri="{FF2B5EF4-FFF2-40B4-BE49-F238E27FC236}">
                <a16:creationId xmlns:a16="http://schemas.microsoft.com/office/drawing/2014/main" id="{3D970699-9F68-C10B-A5F0-5E9D6BE1F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42725" name="Rectangle 5">
            <a:extLst>
              <a:ext uri="{FF2B5EF4-FFF2-40B4-BE49-F238E27FC236}">
                <a16:creationId xmlns:a16="http://schemas.microsoft.com/office/drawing/2014/main" id="{B580DB07-6781-2B73-E075-1607501D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42726" name="Group 6">
            <a:extLst>
              <a:ext uri="{FF2B5EF4-FFF2-40B4-BE49-F238E27FC236}">
                <a16:creationId xmlns:a16="http://schemas.microsoft.com/office/drawing/2014/main" id="{AE028BD4-208A-7A3D-5DCE-198F76238F34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42727" name="Line 7">
              <a:extLst>
                <a:ext uri="{FF2B5EF4-FFF2-40B4-BE49-F238E27FC236}">
                  <a16:creationId xmlns:a16="http://schemas.microsoft.com/office/drawing/2014/main" id="{26F84374-80B4-7937-BA64-03D621271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42728" name="Line 8">
              <a:extLst>
                <a:ext uri="{FF2B5EF4-FFF2-40B4-BE49-F238E27FC236}">
                  <a16:creationId xmlns:a16="http://schemas.microsoft.com/office/drawing/2014/main" id="{3D5ACBAE-EEF1-EF20-21A5-1C69BFE67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42734" name="Text Box 14">
            <a:extLst>
              <a:ext uri="{FF2B5EF4-FFF2-40B4-BE49-F238E27FC236}">
                <a16:creationId xmlns:a16="http://schemas.microsoft.com/office/drawing/2014/main" id="{0631457E-D0BF-338E-DB93-67C69A840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42737" name="Line 17">
            <a:extLst>
              <a:ext uri="{FF2B5EF4-FFF2-40B4-BE49-F238E27FC236}">
                <a16:creationId xmlns:a16="http://schemas.microsoft.com/office/drawing/2014/main" id="{F6100849-D8EC-97CC-BA93-6D0A67478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57939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38" name="Text Box 18">
            <a:extLst>
              <a:ext uri="{FF2B5EF4-FFF2-40B4-BE49-F238E27FC236}">
                <a16:creationId xmlns:a16="http://schemas.microsoft.com/office/drawing/2014/main" id="{453199D5-153D-6C4A-569B-FDAED468A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456071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%MX707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39" name="Text Box 19">
            <a:extLst>
              <a:ext uri="{FF2B5EF4-FFF2-40B4-BE49-F238E27FC236}">
                <a16:creationId xmlns:a16="http://schemas.microsoft.com/office/drawing/2014/main" id="{698415A9-8C0F-43A7-5F62-606ED9633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353803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42740" name="Line 20">
            <a:extLst>
              <a:ext uri="{FF2B5EF4-FFF2-40B4-BE49-F238E27FC236}">
                <a16:creationId xmlns:a16="http://schemas.microsoft.com/office/drawing/2014/main" id="{6FE91FED-E8F9-4296-3025-17952474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91026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41" name="Text Box 21">
            <a:extLst>
              <a:ext uri="{FF2B5EF4-FFF2-40B4-BE49-F238E27FC236}">
                <a16:creationId xmlns:a16="http://schemas.microsoft.com/office/drawing/2014/main" id="{D1774EF5-159D-6523-D841-E3CF788D1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103" y="3768892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M094.3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%MX1507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42" name="Text Box 22">
            <a:extLst>
              <a:ext uri="{FF2B5EF4-FFF2-40B4-BE49-F238E27FC236}">
                <a16:creationId xmlns:a16="http://schemas.microsoft.com/office/drawing/2014/main" id="{21EB9633-19C0-FD1D-2794-E2A70BE10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68467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42743" name="Line 23">
            <a:extLst>
              <a:ext uri="{FF2B5EF4-FFF2-40B4-BE49-F238E27FC236}">
                <a16:creationId xmlns:a16="http://schemas.microsoft.com/office/drawing/2014/main" id="{F6031523-5CDD-C170-EBF7-A86C381FD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56147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44" name="Text Box 24">
            <a:extLst>
              <a:ext uri="{FF2B5EF4-FFF2-40B4-BE49-F238E27FC236}">
                <a16:creationId xmlns:a16="http://schemas.microsoft.com/office/drawing/2014/main" id="{DFE4648D-03FA-5C32-A440-90374F762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7632" y="4480260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M044.9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%MX713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45" name="Text Box 25">
            <a:extLst>
              <a:ext uri="{FF2B5EF4-FFF2-40B4-BE49-F238E27FC236}">
                <a16:creationId xmlns:a16="http://schemas.microsoft.com/office/drawing/2014/main" id="{B07206B7-2EF8-54C5-5AAF-014D473D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7047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 Ack</a:t>
            </a:r>
          </a:p>
        </p:txBody>
      </p:sp>
      <p:sp>
        <p:nvSpPr>
          <p:cNvPr id="542746" name="Text Box 26">
            <a:extLst>
              <a:ext uri="{FF2B5EF4-FFF2-40B4-BE49-F238E27FC236}">
                <a16:creationId xmlns:a16="http://schemas.microsoft.com/office/drawing/2014/main" id="{0E652C00-9569-6EBB-168F-435B07D8F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909" y="4152399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M094.5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%MX1509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47" name="Text Box 27">
            <a:extLst>
              <a:ext uri="{FF2B5EF4-FFF2-40B4-BE49-F238E27FC236}">
                <a16:creationId xmlns:a16="http://schemas.microsoft.com/office/drawing/2014/main" id="{DF20CDC7-C379-971C-30CF-9E0F4530C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4862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</a:t>
            </a:r>
          </a:p>
        </p:txBody>
      </p:sp>
      <p:sp>
        <p:nvSpPr>
          <p:cNvPr id="542748" name="Line 28">
            <a:extLst>
              <a:ext uri="{FF2B5EF4-FFF2-40B4-BE49-F238E27FC236}">
                <a16:creationId xmlns:a16="http://schemas.microsoft.com/office/drawing/2014/main" id="{5AE62D86-35CE-6AD9-7F07-4F6F5D7E9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7421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42749" name="Group 29">
            <a:extLst>
              <a:ext uri="{FF2B5EF4-FFF2-40B4-BE49-F238E27FC236}">
                <a16:creationId xmlns:a16="http://schemas.microsoft.com/office/drawing/2014/main" id="{2315AA93-81F4-5F9A-53FB-7C4F91115A29}"/>
              </a:ext>
            </a:extLst>
          </p:cNvPr>
          <p:cNvGrpSpPr>
            <a:grpSpLocks/>
          </p:cNvGrpSpPr>
          <p:nvPr/>
        </p:nvGrpSpPr>
        <p:grpSpPr bwMode="auto">
          <a:xfrm>
            <a:off x="8687302" y="566989"/>
            <a:ext cx="341396" cy="681288"/>
            <a:chOff x="995" y="2643"/>
            <a:chExt cx="227" cy="453"/>
          </a:xfrm>
        </p:grpSpPr>
        <p:sp>
          <p:nvSpPr>
            <p:cNvPr id="542750" name="Rectangle 30">
              <a:extLst>
                <a:ext uri="{FF2B5EF4-FFF2-40B4-BE49-F238E27FC236}">
                  <a16:creationId xmlns:a16="http://schemas.microsoft.com/office/drawing/2014/main" id="{F2B280F5-607B-FFA0-F6DD-E6A310134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27</a:t>
              </a:r>
            </a:p>
          </p:txBody>
        </p:sp>
        <p:sp>
          <p:nvSpPr>
            <p:cNvPr id="542751" name="Rectangle 31">
              <a:extLst>
                <a:ext uri="{FF2B5EF4-FFF2-40B4-BE49-F238E27FC236}">
                  <a16:creationId xmlns:a16="http://schemas.microsoft.com/office/drawing/2014/main" id="{10793ED1-8E77-57CC-8AFE-C6D9DC5C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28</a:t>
              </a:r>
            </a:p>
          </p:txBody>
        </p:sp>
      </p:grpSp>
      <p:sp>
        <p:nvSpPr>
          <p:cNvPr id="542752" name="AutoShape 32">
            <a:extLst>
              <a:ext uri="{FF2B5EF4-FFF2-40B4-BE49-F238E27FC236}">
                <a16:creationId xmlns:a16="http://schemas.microsoft.com/office/drawing/2014/main" id="{3272C7DB-45E3-0825-07DA-62B645C065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356558" y="563981"/>
            <a:ext cx="169947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2753" name="Text Box 33">
            <a:extLst>
              <a:ext uri="{FF2B5EF4-FFF2-40B4-BE49-F238E27FC236}">
                <a16:creationId xmlns:a16="http://schemas.microsoft.com/office/drawing/2014/main" id="{1E1F283C-2F77-BC69-5C57-33389C32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528" y="1249781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#14</a:t>
            </a:r>
          </a:p>
        </p:txBody>
      </p:sp>
      <p:sp>
        <p:nvSpPr>
          <p:cNvPr id="542754" name="Line 34">
            <a:extLst>
              <a:ext uri="{FF2B5EF4-FFF2-40B4-BE49-F238E27FC236}">
                <a16:creationId xmlns:a16="http://schemas.microsoft.com/office/drawing/2014/main" id="{501837DD-FAAF-547E-EFB5-B47E4F9C9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9624" y="634666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grpSp>
        <p:nvGrpSpPr>
          <p:cNvPr id="542755" name="Group 35">
            <a:extLst>
              <a:ext uri="{FF2B5EF4-FFF2-40B4-BE49-F238E27FC236}">
                <a16:creationId xmlns:a16="http://schemas.microsoft.com/office/drawing/2014/main" id="{727B3ADF-8FD8-A296-CA60-3E6D04E7EB5E}"/>
              </a:ext>
            </a:extLst>
          </p:cNvPr>
          <p:cNvGrpSpPr>
            <a:grpSpLocks/>
          </p:cNvGrpSpPr>
          <p:nvPr/>
        </p:nvGrpSpPr>
        <p:grpSpPr bwMode="auto">
          <a:xfrm>
            <a:off x="9738561" y="566989"/>
            <a:ext cx="341397" cy="681288"/>
            <a:chOff x="5615" y="381"/>
            <a:chExt cx="227" cy="453"/>
          </a:xfrm>
        </p:grpSpPr>
        <p:sp>
          <p:nvSpPr>
            <p:cNvPr id="542756" name="Rectangle 36">
              <a:extLst>
                <a:ext uri="{FF2B5EF4-FFF2-40B4-BE49-F238E27FC236}">
                  <a16:creationId xmlns:a16="http://schemas.microsoft.com/office/drawing/2014/main" id="{59D90F2C-FFD6-92C5-6F01-27D1D3C21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381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31</a:t>
              </a:r>
            </a:p>
          </p:txBody>
        </p:sp>
        <p:sp>
          <p:nvSpPr>
            <p:cNvPr id="542757" name="Rectangle 37">
              <a:extLst>
                <a:ext uri="{FF2B5EF4-FFF2-40B4-BE49-F238E27FC236}">
                  <a16:creationId xmlns:a16="http://schemas.microsoft.com/office/drawing/2014/main" id="{889C6167-1616-3BE8-A34E-656A6A95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607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32</a:t>
              </a:r>
            </a:p>
          </p:txBody>
        </p:sp>
      </p:grpSp>
      <p:sp>
        <p:nvSpPr>
          <p:cNvPr id="542758" name="Rectangle 38">
            <a:extLst>
              <a:ext uri="{FF2B5EF4-FFF2-40B4-BE49-F238E27FC236}">
                <a16:creationId xmlns:a16="http://schemas.microsoft.com/office/drawing/2014/main" id="{18FFD2E4-EFCD-854F-8D73-0B723E3D9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8698" y="908384"/>
            <a:ext cx="341397" cy="341397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29</a:t>
            </a:r>
          </a:p>
        </p:txBody>
      </p:sp>
      <p:sp>
        <p:nvSpPr>
          <p:cNvPr id="542759" name="Text Box 39">
            <a:extLst>
              <a:ext uri="{FF2B5EF4-FFF2-40B4-BE49-F238E27FC236}">
                <a16:creationId xmlns:a16="http://schemas.microsoft.com/office/drawing/2014/main" id="{68F3AC09-5516-AE6D-90E9-02F68D3B2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2520" y="1249781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#15</a:t>
            </a:r>
          </a:p>
        </p:txBody>
      </p:sp>
      <p:sp>
        <p:nvSpPr>
          <p:cNvPr id="542760" name="Line 40">
            <a:extLst>
              <a:ext uri="{FF2B5EF4-FFF2-40B4-BE49-F238E27FC236}">
                <a16:creationId xmlns:a16="http://schemas.microsoft.com/office/drawing/2014/main" id="{A3B8806A-2F46-A180-8A88-E91E851AB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6" y="195513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61" name="Text Box 41">
            <a:extLst>
              <a:ext uri="{FF2B5EF4-FFF2-40B4-BE49-F238E27FC236}">
                <a16:creationId xmlns:a16="http://schemas.microsoft.com/office/drawing/2014/main" id="{50B923AA-A7E1-29B9-A171-B21323CBC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079" y="183932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%MX710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62" name="Text Box 42">
            <a:extLst>
              <a:ext uri="{FF2B5EF4-FFF2-40B4-BE49-F238E27FC236}">
                <a16:creationId xmlns:a16="http://schemas.microsoft.com/office/drawing/2014/main" id="{61B2A213-D55C-5B38-E8DC-6D6E88C57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694" y="172352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42763" name="Text Box 43">
            <a:extLst>
              <a:ext uri="{FF2B5EF4-FFF2-40B4-BE49-F238E27FC236}">
                <a16:creationId xmlns:a16="http://schemas.microsoft.com/office/drawing/2014/main" id="{E7524CFD-FA2A-F745-7E48-9F17292D5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571" y="936960"/>
            <a:ext cx="3001879" cy="2045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영역도 반복 진행</a:t>
            </a:r>
          </a:p>
        </p:txBody>
      </p:sp>
      <p:sp>
        <p:nvSpPr>
          <p:cNvPr id="542764" name="Freeform 44">
            <a:extLst>
              <a:ext uri="{FF2B5EF4-FFF2-40B4-BE49-F238E27FC236}">
                <a16:creationId xmlns:a16="http://schemas.microsoft.com/office/drawing/2014/main" id="{DE30828F-8934-8CE2-D60E-82A1489D0C48}"/>
              </a:ext>
            </a:extLst>
          </p:cNvPr>
          <p:cNvSpPr>
            <a:spLocks/>
          </p:cNvSpPr>
          <p:nvPr/>
        </p:nvSpPr>
        <p:spPr bwMode="auto">
          <a:xfrm>
            <a:off x="4246145" y="2064921"/>
            <a:ext cx="3274094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65" name="AutoShape 45">
            <a:extLst>
              <a:ext uri="{FF2B5EF4-FFF2-40B4-BE49-F238E27FC236}">
                <a16:creationId xmlns:a16="http://schemas.microsoft.com/office/drawing/2014/main" id="{D0382E23-BBE2-6FF1-3D8B-C510B49F4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2076036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(R0140~R0141 %RB280~%RB282)</a:t>
            </a:r>
          </a:p>
        </p:txBody>
      </p:sp>
      <p:sp>
        <p:nvSpPr>
          <p:cNvPr id="542766" name="Line 46">
            <a:extLst>
              <a:ext uri="{FF2B5EF4-FFF2-40B4-BE49-F238E27FC236}">
                <a16:creationId xmlns:a16="http://schemas.microsoft.com/office/drawing/2014/main" id="{93847941-1177-212F-F745-9E0392E1E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52362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67" name="Text Box 47">
            <a:extLst>
              <a:ext uri="{FF2B5EF4-FFF2-40B4-BE49-F238E27FC236}">
                <a16:creationId xmlns:a16="http://schemas.microsoft.com/office/drawing/2014/main" id="{3D6B0FBD-3EC6-191E-FBCE-9B7725517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81" y="2298032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</a:t>
            </a:r>
          </a:p>
        </p:txBody>
      </p:sp>
      <p:sp>
        <p:nvSpPr>
          <p:cNvPr id="542768" name="Text Box 48">
            <a:extLst>
              <a:ext uri="{FF2B5EF4-FFF2-40B4-BE49-F238E27FC236}">
                <a16:creationId xmlns:a16="http://schemas.microsoft.com/office/drawing/2014/main" id="{05DADCF2-7D7B-8A94-E1A4-ABC00E829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58528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 Ack</a:t>
            </a:r>
          </a:p>
        </p:txBody>
      </p:sp>
      <p:sp>
        <p:nvSpPr>
          <p:cNvPr id="542769" name="Line 49">
            <a:extLst>
              <a:ext uri="{FF2B5EF4-FFF2-40B4-BE49-F238E27FC236}">
                <a16:creationId xmlns:a16="http://schemas.microsoft.com/office/drawing/2014/main" id="{53FD13C5-0625-FCDB-91C7-E039158C8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810878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0" name="Text Box 50">
            <a:extLst>
              <a:ext uri="{FF2B5EF4-FFF2-40B4-BE49-F238E27FC236}">
                <a16:creationId xmlns:a16="http://schemas.microsoft.com/office/drawing/2014/main" id="{CAB21E7D-75C2-C2EA-5DCC-09B55EBC3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2698082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M044.9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%MX713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71" name="Text Box 51">
            <a:extLst>
              <a:ext uri="{FF2B5EF4-FFF2-40B4-BE49-F238E27FC236}">
                <a16:creationId xmlns:a16="http://schemas.microsoft.com/office/drawing/2014/main" id="{526474FF-A384-9F84-9F75-116E488C4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107" y="240782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M094.5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%MX1509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72" name="Line 52">
            <a:extLst>
              <a:ext uri="{FF2B5EF4-FFF2-40B4-BE49-F238E27FC236}">
                <a16:creationId xmlns:a16="http://schemas.microsoft.com/office/drawing/2014/main" id="{E423B23E-1800-FDF4-2A09-16CEEAC8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216" y="514650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3" name="Text Box 53">
            <a:extLst>
              <a:ext uri="{FF2B5EF4-FFF2-40B4-BE49-F238E27FC236}">
                <a16:creationId xmlns:a16="http://schemas.microsoft.com/office/drawing/2014/main" id="{28329C8B-B470-D82F-81C2-2442E98AE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678" y="5065295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M094.3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%MX1507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74" name="Text Box 54">
            <a:extLst>
              <a:ext uri="{FF2B5EF4-FFF2-40B4-BE49-F238E27FC236}">
                <a16:creationId xmlns:a16="http://schemas.microsoft.com/office/drawing/2014/main" id="{82343041-2D81-C9F0-3FB9-1178461DD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229" y="495550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42775" name="Text Box 55">
            <a:extLst>
              <a:ext uri="{FF2B5EF4-FFF2-40B4-BE49-F238E27FC236}">
                <a16:creationId xmlns:a16="http://schemas.microsoft.com/office/drawing/2014/main" id="{C06C4D72-EB7A-339D-C2B0-CC8AD6D88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128" y="4737434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%MX707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76" name="Text Box 56">
            <a:extLst>
              <a:ext uri="{FF2B5EF4-FFF2-40B4-BE49-F238E27FC236}">
                <a16:creationId xmlns:a16="http://schemas.microsoft.com/office/drawing/2014/main" id="{4F24FD08-2D79-E38A-EE36-052C0ABAD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229" y="4633663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42777" name="Line 57">
            <a:extLst>
              <a:ext uri="{FF2B5EF4-FFF2-40B4-BE49-F238E27FC236}">
                <a16:creationId xmlns:a16="http://schemas.microsoft.com/office/drawing/2014/main" id="{1545D970-5C1A-1344-4C1B-4EC29196B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216" y="4859254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8" name="Line 58">
            <a:extLst>
              <a:ext uri="{FF2B5EF4-FFF2-40B4-BE49-F238E27FC236}">
                <a16:creationId xmlns:a16="http://schemas.microsoft.com/office/drawing/2014/main" id="{11E4CB5C-7EB3-DFC8-E71F-BF81324B6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49692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9" name="Text Box 59">
            <a:extLst>
              <a:ext uri="{FF2B5EF4-FFF2-40B4-BE49-F238E27FC236}">
                <a16:creationId xmlns:a16="http://schemas.microsoft.com/office/drawing/2014/main" id="{FB4D7AAB-8CE6-960A-FF8D-76B4B3CA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616" y="5381124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M044.6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%MX710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80" name="Text Box 60">
            <a:extLst>
              <a:ext uri="{FF2B5EF4-FFF2-40B4-BE49-F238E27FC236}">
                <a16:creationId xmlns:a16="http://schemas.microsoft.com/office/drawing/2014/main" id="{B73F9998-96E4-A319-E165-3B379CD99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718" y="526532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42781" name="Text Box 61">
            <a:extLst>
              <a:ext uri="{FF2B5EF4-FFF2-40B4-BE49-F238E27FC236}">
                <a16:creationId xmlns:a16="http://schemas.microsoft.com/office/drawing/2014/main" id="{EEED42B7-3C35-4D33-22B8-63216ACF2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116856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#31</a:t>
            </a:r>
          </a:p>
        </p:txBody>
      </p:sp>
      <p:sp>
        <p:nvSpPr>
          <p:cNvPr id="542782" name="Line 62">
            <a:extLst>
              <a:ext uri="{FF2B5EF4-FFF2-40B4-BE49-F238E27FC236}">
                <a16:creationId xmlns:a16="http://schemas.microsoft.com/office/drawing/2014/main" id="{BACED045-35A7-3985-971D-4DAE5E34B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380624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83" name="Text Box 63">
            <a:extLst>
              <a:ext uri="{FF2B5EF4-FFF2-40B4-BE49-F238E27FC236}">
                <a16:creationId xmlns:a16="http://schemas.microsoft.com/office/drawing/2014/main" id="{53346AB8-BE9B-E531-55B0-BE62642A2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1255797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84" name="Text Box 64">
            <a:extLst>
              <a:ext uri="{FF2B5EF4-FFF2-40B4-BE49-F238E27FC236}">
                <a16:creationId xmlns:a16="http://schemas.microsoft.com/office/drawing/2014/main" id="{FF1601A0-EA6A-DC94-7A60-31FF67758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40920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#32</a:t>
            </a:r>
          </a:p>
        </p:txBody>
      </p:sp>
      <p:sp>
        <p:nvSpPr>
          <p:cNvPr id="542785" name="Line 65">
            <a:extLst>
              <a:ext uri="{FF2B5EF4-FFF2-40B4-BE49-F238E27FC236}">
                <a16:creationId xmlns:a16="http://schemas.microsoft.com/office/drawing/2014/main" id="{34BEE6B1-A5DE-C592-EBB8-BB6507785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6" y="162125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86" name="Text Box 66">
            <a:extLst>
              <a:ext uri="{FF2B5EF4-FFF2-40B4-BE49-F238E27FC236}">
                <a16:creationId xmlns:a16="http://schemas.microsoft.com/office/drawing/2014/main" id="{CACE00FE-BF62-CBC9-1281-85890097B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49642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87" name="Text Box 67">
            <a:extLst>
              <a:ext uri="{FF2B5EF4-FFF2-40B4-BE49-F238E27FC236}">
                <a16:creationId xmlns:a16="http://schemas.microsoft.com/office/drawing/2014/main" id="{29C741AA-E66A-0C5E-AFBA-EA3E3E6D8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158" y="30469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#31</a:t>
            </a:r>
          </a:p>
        </p:txBody>
      </p:sp>
      <p:sp>
        <p:nvSpPr>
          <p:cNvPr id="542788" name="Line 68">
            <a:extLst>
              <a:ext uri="{FF2B5EF4-FFF2-40B4-BE49-F238E27FC236}">
                <a16:creationId xmlns:a16="http://schemas.microsoft.com/office/drawing/2014/main" id="{B5656016-B306-CF70-6F8D-A53A3DC96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6594" y="32590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89" name="Text Box 69">
            <a:extLst>
              <a:ext uri="{FF2B5EF4-FFF2-40B4-BE49-F238E27FC236}">
                <a16:creationId xmlns:a16="http://schemas.microsoft.com/office/drawing/2014/main" id="{1133BBB5-4120-1EF5-C4CD-3666728DB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056" y="3134227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90" name="Text Box 70">
            <a:extLst>
              <a:ext uri="{FF2B5EF4-FFF2-40B4-BE49-F238E27FC236}">
                <a16:creationId xmlns:a16="http://schemas.microsoft.com/office/drawing/2014/main" id="{36EBFD4B-CB1D-9B57-D2ED-33A8D496D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192" y="3129715"/>
            <a:ext cx="1525003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입고 영역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#31 bit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만 지움</a:t>
            </a:r>
          </a:p>
        </p:txBody>
      </p:sp>
      <p:sp>
        <p:nvSpPr>
          <p:cNvPr id="542791" name="Rectangle 71">
            <a:extLst>
              <a:ext uri="{FF2B5EF4-FFF2-40B4-BE49-F238E27FC236}">
                <a16:creationId xmlns:a16="http://schemas.microsoft.com/office/drawing/2014/main" id="{5CBC28E0-E04E-22D8-5959-01D7AB44A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4157" y="905377"/>
            <a:ext cx="341396" cy="341397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30</a:t>
            </a:r>
          </a:p>
        </p:txBody>
      </p:sp>
      <p:sp>
        <p:nvSpPr>
          <p:cNvPr id="542792" name="TextBox 542791"/>
          <p:cNvSpPr txBox="1"/>
          <p:nvPr/>
        </p:nvSpPr>
        <p:spPr>
          <a:xfrm>
            <a:off x="1530016" y="6020603"/>
            <a:ext cx="8819147" cy="3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Unload Request #2(B05D5)를 ECS가 </a:t>
            </a:r>
            <a:r>
              <a:rPr sz="853" b="1" dirty="0" err="1">
                <a:solidFill>
                  <a:srgbClr val="FF0000"/>
                </a:solidFill>
              </a:rPr>
              <a:t>발행하는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코드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없음</a:t>
            </a:r>
            <a:r>
              <a:rPr sz="853" b="1" dirty="0">
                <a:solidFill>
                  <a:srgbClr val="FF0000"/>
                </a:solidFill>
              </a:rPr>
              <a:t> — Ack </a:t>
            </a:r>
            <a:r>
              <a:rPr sz="853" b="1" dirty="0" err="1">
                <a:solidFill>
                  <a:srgbClr val="FF0000"/>
                </a:solidFill>
              </a:rPr>
              <a:t>핸들러는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시뮬레이터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전용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스텁</a:t>
            </a:r>
            <a:r>
              <a:rPr sz="853" b="1" dirty="0">
                <a:solidFill>
                  <a:srgbClr val="FF0000"/>
                </a:solidFill>
              </a:rPr>
              <a:t>(</a:t>
            </a:r>
            <a:r>
              <a:rPr sz="853" b="1" dirty="0" err="1">
                <a:solidFill>
                  <a:srgbClr val="FF0000"/>
                </a:solidFill>
              </a:rPr>
              <a:t>Conveyor.cs</a:t>
            </a:r>
            <a:r>
              <a:rPr sz="853" b="1" dirty="0">
                <a:solidFill>
                  <a:srgbClr val="FF0000"/>
                </a:solidFill>
              </a:rPr>
              <a:t> OnUnloadRequestAck02, </a:t>
            </a:r>
            <a:r>
              <a:rPr sz="853" b="1" dirty="0" err="1">
                <a:solidFill>
                  <a:srgbClr val="FF0000"/>
                </a:solidFill>
              </a:rPr>
              <a:t>주석</a:t>
            </a:r>
            <a:r>
              <a:rPr sz="853" b="1" dirty="0">
                <a:solidFill>
                  <a:srgbClr val="FF0000"/>
                </a:solidFill>
              </a:rPr>
              <a:t> '</a:t>
            </a:r>
            <a:r>
              <a:rPr sz="853" b="1" dirty="0" err="1">
                <a:solidFill>
                  <a:srgbClr val="FF0000"/>
                </a:solidFill>
              </a:rPr>
              <a:t>삭제해야할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소스</a:t>
            </a:r>
            <a:r>
              <a:rPr sz="853" b="1" dirty="0">
                <a:solidFill>
                  <a:srgbClr val="FF0000"/>
                </a:solidFill>
              </a:rPr>
              <a:t>'). </a:t>
            </a:r>
            <a:r>
              <a:rPr sz="853" b="1" dirty="0" err="1">
                <a:solidFill>
                  <a:srgbClr val="FF0000"/>
                </a:solidFill>
              </a:rPr>
              <a:t>실기에서는</a:t>
            </a:r>
            <a:r>
              <a:rPr sz="853" b="1" dirty="0">
                <a:solidFill>
                  <a:srgbClr val="FF0000"/>
                </a:solidFill>
              </a:rPr>
              <a:t> PLC </a:t>
            </a:r>
            <a:r>
              <a:rPr sz="853" b="1" dirty="0" err="1">
                <a:solidFill>
                  <a:srgbClr val="FF0000"/>
                </a:solidFill>
              </a:rPr>
              <a:t>자율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진행으로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추정</a:t>
            </a:r>
            <a:endParaRPr sz="85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2821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#31 → C/V #2 #3)</a:t>
            </a:r>
          </a:p>
        </p:txBody>
      </p:sp>
      <p:sp>
        <p:nvSpPr>
          <p:cNvPr id="535606" name="AutoShape 54">
            <a:extLst>
              <a:ext uri="{FF2B5EF4-FFF2-40B4-BE49-F238E27FC236}">
                <a16:creationId xmlns:a16="http://schemas.microsoft.com/office/drawing/2014/main" id="{50EBBCE3-AB51-261A-1268-ED2501E1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9" y="2242386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826" y="949654"/>
            <a:ext cx="2859644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D0370(%DW848)=00/00/31,  To : D0373(%DW851)=00/00/03,</a:t>
            </a:r>
          </a:p>
          <a:p>
            <a:r>
              <a:rPr lang="en-US" sz="1705">
                <a:solidFill/>
                <a:latin typeface="Times New Roman"/>
              </a:rPr>
              <a:t>Job No : D0376(%DW854)=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35619" name="Group 67">
            <a:extLst>
              <a:ext uri="{FF2B5EF4-FFF2-40B4-BE49-F238E27FC236}">
                <a16:creationId xmlns:a16="http://schemas.microsoft.com/office/drawing/2014/main" id="{EDD0A87F-B2AD-A96E-5780-5AA9F4481081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5620" name="Rectangle 68">
              <a:extLst>
                <a:ext uri="{FF2B5EF4-FFF2-40B4-BE49-F238E27FC236}">
                  <a16:creationId xmlns:a16="http://schemas.microsoft.com/office/drawing/2014/main" id="{D214D6ED-62AC-17AB-5032-3ED04665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5621" name="Rectangle 69">
              <a:extLst>
                <a:ext uri="{FF2B5EF4-FFF2-40B4-BE49-F238E27FC236}">
                  <a16:creationId xmlns:a16="http://schemas.microsoft.com/office/drawing/2014/main" id="{EE95829E-086C-F087-0308-D9211A16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5622" name="Group 70">
            <a:extLst>
              <a:ext uri="{FF2B5EF4-FFF2-40B4-BE49-F238E27FC236}">
                <a16:creationId xmlns:a16="http://schemas.microsoft.com/office/drawing/2014/main" id="{C8208F65-F3BF-D341-D040-CB38E56E426F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5623" name="Rectangle 71">
              <a:extLst>
                <a:ext uri="{FF2B5EF4-FFF2-40B4-BE49-F238E27FC236}">
                  <a16:creationId xmlns:a16="http://schemas.microsoft.com/office/drawing/2014/main" id="{5FE08C84-5404-044B-5082-B49FE72BB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5624" name="Rectangle 72">
              <a:extLst>
                <a:ext uri="{FF2B5EF4-FFF2-40B4-BE49-F238E27FC236}">
                  <a16:creationId xmlns:a16="http://schemas.microsoft.com/office/drawing/2014/main" id="{E6B73301-4C20-BDF4-B0CF-63051A2E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5625" name="Line 73">
            <a:extLst>
              <a:ext uri="{FF2B5EF4-FFF2-40B4-BE49-F238E27FC236}">
                <a16:creationId xmlns:a16="http://schemas.microsoft.com/office/drawing/2014/main" id="{F91AF9D7-017D-82FB-0FF6-83D0ACFCE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6" name="Line 74">
            <a:extLst>
              <a:ext uri="{FF2B5EF4-FFF2-40B4-BE49-F238E27FC236}">
                <a16:creationId xmlns:a16="http://schemas.microsoft.com/office/drawing/2014/main" id="{BCEE5132-A061-19EC-6BEC-E0F6F24E1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7" name="Line 75">
            <a:extLst>
              <a:ext uri="{FF2B5EF4-FFF2-40B4-BE49-F238E27FC236}">
                <a16:creationId xmlns:a16="http://schemas.microsoft.com/office/drawing/2014/main" id="{DF39DCCB-1F40-E181-CB8D-C1003304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8" name="Line 76">
            <a:extLst>
              <a:ext uri="{FF2B5EF4-FFF2-40B4-BE49-F238E27FC236}">
                <a16:creationId xmlns:a16="http://schemas.microsoft.com/office/drawing/2014/main" id="{458BD7A7-1C5F-0FBF-8F9E-B0F6001FD1B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156458"/>
            <a:ext cx="2237874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RGV (R0310~ R0311 %RB620~%RB622)</a:t>
            </a: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6365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65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4" y="4689308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: #31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#3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으로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dirty="0">
                <a:solidFill>
                  <a:srgbClr val="7030A0"/>
                </a:solidFill>
              </a:rPr>
              <a:t>%DW336 → %DB672  (336×2=672)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582D0-8878-988F-D004-98CBCD2C35A2}"/>
              </a:ext>
            </a:extLst>
          </p:cNvPr>
          <p:cNvSpPr txBox="1"/>
          <p:nvPr/>
        </p:nvSpPr>
        <p:spPr>
          <a:xfrm>
            <a:off x="1794710" y="5630779"/>
            <a:ext cx="7700211" cy="2235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</a:t>
            </a:r>
            <a:r>
              <a:rPr lang="ko-KR" altLang="en-US" sz="853">
                <a:solidFill>
                  <a:srgbClr val="00008B"/>
                </a:solidFill>
              </a:rPr>
              <a:t>구표기 </a:t>
            </a:r>
            <a:r>
              <a:rPr lang="en-US" altLang="ko-KR" sz="853">
                <a:solidFill>
                  <a:srgbClr val="00008B"/>
                </a:solidFill>
              </a:rPr>
              <a:t>D0530 → D0370 </a:t>
            </a:r>
            <a:r>
              <a:rPr lang="ko-KR" altLang="en-US" sz="853">
                <a:solidFill>
                  <a:srgbClr val="00008B"/>
                </a:solidFill>
              </a:rPr>
              <a:t>정정 </a:t>
            </a:r>
            <a:r>
              <a:rPr lang="en-US" altLang="ko-KR" sz="853">
                <a:solidFill>
                  <a:srgbClr val="00008B"/>
                </a:solidFill>
              </a:rPr>
              <a:t>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RGV#1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D0370).  To = 00/00/03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#3 (RGV</a:t>
            </a:r>
            <a:r>
              <a:rPr lang="ko-KR" altLang="en-US" sz="853">
                <a:solidFill>
                  <a:srgbClr val="00008B"/>
                </a:solidFill>
              </a:rPr>
              <a:t>측 포트</a:t>
            </a:r>
            <a:r>
              <a:rPr lang="en-US" altLang="ko-KR" sz="853">
                <a:solidFill>
                  <a:srgbClr val="00008B"/>
                </a:solidFill>
              </a:rPr>
              <a:t>)</a:t>
            </a:r>
            <a:endParaRPr lang="ko-KR" altLang="en-US" sz="853">
              <a:solidFill>
                <a:srgbClr val="000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9571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15099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#31 → C/V #2 #3)</a:t>
            </a:r>
          </a:p>
        </p:txBody>
      </p:sp>
      <p:sp>
        <p:nvSpPr>
          <p:cNvPr id="537609" name="AutoShape 9">
            <a:extLst>
              <a:ext uri="{FF2B5EF4-FFF2-40B4-BE49-F238E27FC236}">
                <a16:creationId xmlns:a16="http://schemas.microsoft.com/office/drawing/2014/main" id="{76D78DA2-FBA0-DEB7-9640-ADB80AEF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grpSp>
        <p:nvGrpSpPr>
          <p:cNvPr id="537621" name="Group 21">
            <a:extLst>
              <a:ext uri="{FF2B5EF4-FFF2-40B4-BE49-F238E27FC236}">
                <a16:creationId xmlns:a16="http://schemas.microsoft.com/office/drawing/2014/main" id="{0079F24D-CCAE-8112-2904-2EE8C4CA51E5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7622" name="Rectangle 22">
              <a:extLst>
                <a:ext uri="{FF2B5EF4-FFF2-40B4-BE49-F238E27FC236}">
                  <a16:creationId xmlns:a16="http://schemas.microsoft.com/office/drawing/2014/main" id="{3C80D141-4037-9601-CE1F-C5853561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7623" name="Rectangle 23">
              <a:extLst>
                <a:ext uri="{FF2B5EF4-FFF2-40B4-BE49-F238E27FC236}">
                  <a16:creationId xmlns:a16="http://schemas.microsoft.com/office/drawing/2014/main" id="{3C7D0217-21BB-5EB5-396B-C286A8295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7624" name="Group 24">
            <a:extLst>
              <a:ext uri="{FF2B5EF4-FFF2-40B4-BE49-F238E27FC236}">
                <a16:creationId xmlns:a16="http://schemas.microsoft.com/office/drawing/2014/main" id="{ACBA2464-EDB0-24F1-9A40-68059AD21EA5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7625" name="Rectangle 25">
              <a:extLst>
                <a:ext uri="{FF2B5EF4-FFF2-40B4-BE49-F238E27FC236}">
                  <a16:creationId xmlns:a16="http://schemas.microsoft.com/office/drawing/2014/main" id="{CE75508B-E449-C65C-2BF4-C8163866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7626" name="Rectangle 26">
              <a:extLst>
                <a:ext uri="{FF2B5EF4-FFF2-40B4-BE49-F238E27FC236}">
                  <a16:creationId xmlns:a16="http://schemas.microsoft.com/office/drawing/2014/main" id="{C5383EA5-DA13-DBA0-B3B0-136EC602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7627" name="Line 27">
            <a:extLst>
              <a:ext uri="{FF2B5EF4-FFF2-40B4-BE49-F238E27FC236}">
                <a16:creationId xmlns:a16="http://schemas.microsoft.com/office/drawing/2014/main" id="{AE2EB6B0-997D-9FF1-072C-8B5B5FEC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28" name="Line 28">
            <a:extLst>
              <a:ext uri="{FF2B5EF4-FFF2-40B4-BE49-F238E27FC236}">
                <a16:creationId xmlns:a16="http://schemas.microsoft.com/office/drawing/2014/main" id="{7C92B76D-375C-5FB2-E3B6-CE995C6D6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29" name="Line 29">
            <a:extLst>
              <a:ext uri="{FF2B5EF4-FFF2-40B4-BE49-F238E27FC236}">
                <a16:creationId xmlns:a16="http://schemas.microsoft.com/office/drawing/2014/main" id="{5F2259FC-FF5C-9C2D-9125-3CC6EC65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30" name="Line 30">
            <a:extLst>
              <a:ext uri="{FF2B5EF4-FFF2-40B4-BE49-F238E27FC236}">
                <a16:creationId xmlns:a16="http://schemas.microsoft.com/office/drawing/2014/main" id="{9C2F4F4C-B542-C782-334A-526A805031C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1" y="1491916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1" y="2322095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45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M101.2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2"/>
            <a:ext cx="675422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S/C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경우는 경로 및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Location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정보가 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 사용하는 것이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다름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2550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M101.5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131219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9"/>
            <a:ext cx="12972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M101.5 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2"/>
            <a:ext cx="9068379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Transfer Complete Ack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(RGV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B0650~B0654)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RGV </a:t>
            </a:r>
            <a:r>
              <a:rPr lang="ko-KR" altLang="en-US" sz="1705" b="1">
                <a:solidFill>
                  <a:srgbClr val="FF0000"/>
                </a:solidFill>
              </a:rPr>
              <a:t>가 </a:t>
            </a:r>
            <a:r>
              <a:rPr lang="en-US" altLang="ko-KR" sz="1705" b="1">
                <a:solidFill>
                  <a:srgbClr val="FF0000"/>
                </a:solidFill>
              </a:rPr>
              <a:t>C/V #2 </a:t>
            </a:r>
            <a:r>
              <a:rPr lang="ko-KR" altLang="en-US" sz="1705" b="1">
                <a:solidFill>
                  <a:srgbClr val="FF0000"/>
                </a:solidFill>
              </a:rPr>
              <a:t>의 </a:t>
            </a:r>
            <a:r>
              <a:rPr lang="en-US" altLang="ko-KR" sz="1705" b="1">
                <a:solidFill>
                  <a:srgbClr val="FF0000"/>
                </a:solidFill>
              </a:rPr>
              <a:t>#3 </a:t>
            </a:r>
            <a:r>
              <a:rPr lang="ko-KR" altLang="en-US" sz="1705" b="1">
                <a:solidFill>
                  <a:srgbClr val="FF0000"/>
                </a:solidFill>
              </a:rPr>
              <a:t>에 </a:t>
            </a:r>
            <a:r>
              <a:rPr lang="en-US" altLang="ko-KR" sz="1705" b="1">
                <a:solidFill>
                  <a:srgbClr val="FF0000"/>
                </a:solidFill>
              </a:rPr>
              <a:t>Unload </a:t>
            </a:r>
            <a:r>
              <a:rPr lang="ko-KR" altLang="en-US" sz="1705" b="1">
                <a:solidFill>
                  <a:srgbClr val="FF0000"/>
                </a:solidFill>
              </a:rPr>
              <a:t>완료 → ③ 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시나리오로 이어짐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2785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70358EC2-9C3C-A999-49BB-4F1FF1EB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08" name="Rectangle 4">
            <a:extLst>
              <a:ext uri="{FF2B5EF4-FFF2-40B4-BE49-F238E27FC236}">
                <a16:creationId xmlns:a16="http://schemas.microsoft.com/office/drawing/2014/main" id="{92B687CB-54D0-7773-E019-50D41CEC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3509" name="Rectangle 5">
            <a:extLst>
              <a:ext uri="{FF2B5EF4-FFF2-40B4-BE49-F238E27FC236}">
                <a16:creationId xmlns:a16="http://schemas.microsoft.com/office/drawing/2014/main" id="{43630144-3C1E-E674-54B5-BF2E18C8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3510" name="Group 6">
            <a:extLst>
              <a:ext uri="{FF2B5EF4-FFF2-40B4-BE49-F238E27FC236}">
                <a16:creationId xmlns:a16="http://schemas.microsoft.com/office/drawing/2014/main" id="{4E756539-EF8C-98BB-241B-D0F1DFFE1E82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3511" name="Line 7">
              <a:extLst>
                <a:ext uri="{FF2B5EF4-FFF2-40B4-BE49-F238E27FC236}">
                  <a16:creationId xmlns:a16="http://schemas.microsoft.com/office/drawing/2014/main" id="{3159E9B0-F220-CEC6-7438-037081DE6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3512" name="Line 8">
              <a:extLst>
                <a:ext uri="{FF2B5EF4-FFF2-40B4-BE49-F238E27FC236}">
                  <a16:creationId xmlns:a16="http://schemas.microsoft.com/office/drawing/2014/main" id="{69690E59-4381-9EFC-6D40-87F75C70A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3518" name="Text Box 14">
            <a:extLst>
              <a:ext uri="{FF2B5EF4-FFF2-40B4-BE49-F238E27FC236}">
                <a16:creationId xmlns:a16="http://schemas.microsoft.com/office/drawing/2014/main" id="{1006973E-B449-2464-BDF6-6DC14C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3557" name="Text Box 53">
            <a:extLst>
              <a:ext uri="{FF2B5EF4-FFF2-40B4-BE49-F238E27FC236}">
                <a16:creationId xmlns:a16="http://schemas.microsoft.com/office/drawing/2014/main" id="{C4853A32-0593-E41D-42BC-92E96AC2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3558" name="Group 54">
            <a:extLst>
              <a:ext uri="{FF2B5EF4-FFF2-40B4-BE49-F238E27FC236}">
                <a16:creationId xmlns:a16="http://schemas.microsoft.com/office/drawing/2014/main" id="{14B761EB-8FFA-0FB3-A032-B413EA05E199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3559" name="Rectangle 55">
              <a:extLst>
                <a:ext uri="{FF2B5EF4-FFF2-40B4-BE49-F238E27FC236}">
                  <a16:creationId xmlns:a16="http://schemas.microsoft.com/office/drawing/2014/main" id="{C79A217C-60DC-7F5C-089C-331BA13C5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3560" name="Rectangle 56">
              <a:extLst>
                <a:ext uri="{FF2B5EF4-FFF2-40B4-BE49-F238E27FC236}">
                  <a16:creationId xmlns:a16="http://schemas.microsoft.com/office/drawing/2014/main" id="{09CFD69E-6B34-B7D1-204C-34E5A15B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3561" name="AutoShape 57">
            <a:extLst>
              <a:ext uri="{FF2B5EF4-FFF2-40B4-BE49-F238E27FC236}">
                <a16:creationId xmlns:a16="http://schemas.microsoft.com/office/drawing/2014/main" id="{0529F277-C4EB-F2FB-D087-D3FD6BDE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899" y="107532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2" name="AutoShape 58">
            <a:extLst>
              <a:ext uri="{FF2B5EF4-FFF2-40B4-BE49-F238E27FC236}">
                <a16:creationId xmlns:a16="http://schemas.microsoft.com/office/drawing/2014/main" id="{F1B9359C-06A6-1290-3687-7D2699E753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57347" y="583531"/>
            <a:ext cx="169947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3" name="Text Box 59">
            <a:extLst>
              <a:ext uri="{FF2B5EF4-FFF2-40B4-BE49-F238E27FC236}">
                <a16:creationId xmlns:a16="http://schemas.microsoft.com/office/drawing/2014/main" id="{D7AAD8FB-94FA-D6FD-1835-405BD604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9564" y="1245268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3564" name="Text Box 60">
            <a:extLst>
              <a:ext uri="{FF2B5EF4-FFF2-40B4-BE49-F238E27FC236}">
                <a16:creationId xmlns:a16="http://schemas.microsoft.com/office/drawing/2014/main" id="{B7B98C2E-28BE-BFCA-1284-A0EF269E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742778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(30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#3 → #4 → S/C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3565" name="Text Box 61">
            <a:extLst>
              <a:ext uri="{FF2B5EF4-FFF2-40B4-BE49-F238E27FC236}">
                <a16:creationId xmlns:a16="http://schemas.microsoft.com/office/drawing/2014/main" id="{C8809712-4046-4CE6-9D3A-11ADA50AA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3566" name="Text Box 62">
            <a:extLst>
              <a:ext uri="{FF2B5EF4-FFF2-40B4-BE49-F238E27FC236}">
                <a16:creationId xmlns:a16="http://schemas.microsoft.com/office/drawing/2014/main" id="{2BFDF2E9-C815-54C5-7EA4-91107782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67" name="Line 63">
            <a:extLst>
              <a:ext uri="{FF2B5EF4-FFF2-40B4-BE49-F238E27FC236}">
                <a16:creationId xmlns:a16="http://schemas.microsoft.com/office/drawing/2014/main" id="{384994EE-2198-B38A-A793-D3C5FF79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68" name="Text Box 64">
            <a:extLst>
              <a:ext uri="{FF2B5EF4-FFF2-40B4-BE49-F238E27FC236}">
                <a16:creationId xmlns:a16="http://schemas.microsoft.com/office/drawing/2014/main" id="{4B8DB408-473A-6C67-77E6-4909B9C9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69" name="Line 65">
            <a:extLst>
              <a:ext uri="{FF2B5EF4-FFF2-40B4-BE49-F238E27FC236}">
                <a16:creationId xmlns:a16="http://schemas.microsoft.com/office/drawing/2014/main" id="{8F70801C-F297-4E43-C112-2F30AC78F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0" name="Text Box 66">
            <a:extLst>
              <a:ext uri="{FF2B5EF4-FFF2-40B4-BE49-F238E27FC236}">
                <a16:creationId xmlns:a16="http://schemas.microsoft.com/office/drawing/2014/main" id="{8F07FB36-F688-F62A-3DB4-592DD35D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71" name="Text Box 67">
            <a:extLst>
              <a:ext uri="{FF2B5EF4-FFF2-40B4-BE49-F238E27FC236}">
                <a16:creationId xmlns:a16="http://schemas.microsoft.com/office/drawing/2014/main" id="{81D63802-4352-4620-763B-34BF0F56F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3572" name="Line 68">
            <a:extLst>
              <a:ext uri="{FF2B5EF4-FFF2-40B4-BE49-F238E27FC236}">
                <a16:creationId xmlns:a16="http://schemas.microsoft.com/office/drawing/2014/main" id="{C47FBE3B-F4A7-4263-3BD0-DF9959B9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3" name="Text Box 69">
            <a:extLst>
              <a:ext uri="{FF2B5EF4-FFF2-40B4-BE49-F238E27FC236}">
                <a16:creationId xmlns:a16="http://schemas.microsoft.com/office/drawing/2014/main" id="{7636475B-2821-1441-D428-FFC46B52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809" y="196566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74" name="Text Box 70">
            <a:extLst>
              <a:ext uri="{FF2B5EF4-FFF2-40B4-BE49-F238E27FC236}">
                <a16:creationId xmlns:a16="http://schemas.microsoft.com/office/drawing/2014/main" id="{B76FC19B-6976-900B-043B-FB7EB31A7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3575" name="Text Box 71">
            <a:extLst>
              <a:ext uri="{FF2B5EF4-FFF2-40B4-BE49-F238E27FC236}">
                <a16:creationId xmlns:a16="http://schemas.microsoft.com/office/drawing/2014/main" id="{0BD13E6E-AFE1-AA8E-19EA-B2D129A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44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76" name="Text Box 72">
            <a:extLst>
              <a:ext uri="{FF2B5EF4-FFF2-40B4-BE49-F238E27FC236}">
                <a16:creationId xmlns:a16="http://schemas.microsoft.com/office/drawing/2014/main" id="{97BFA956-432D-B0D4-D98F-B48A15A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33577" name="Text Box 73">
            <a:extLst>
              <a:ext uri="{FF2B5EF4-FFF2-40B4-BE49-F238E27FC236}">
                <a16:creationId xmlns:a16="http://schemas.microsoft.com/office/drawing/2014/main" id="{8DC1ED3F-DC0D-F3E6-A007-68A18B01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496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78" name="Text Box 74">
            <a:extLst>
              <a:ext uri="{FF2B5EF4-FFF2-40B4-BE49-F238E27FC236}">
                <a16:creationId xmlns:a16="http://schemas.microsoft.com/office/drawing/2014/main" id="{ADAB9441-6D69-27F3-9AC2-8A3BEFD2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33579" name="Line 75">
            <a:extLst>
              <a:ext uri="{FF2B5EF4-FFF2-40B4-BE49-F238E27FC236}">
                <a16:creationId xmlns:a16="http://schemas.microsoft.com/office/drawing/2014/main" id="{C5EEC5B4-2409-61E3-DAE9-5E7298DF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0" name="Text Box 76">
            <a:extLst>
              <a:ext uri="{FF2B5EF4-FFF2-40B4-BE49-F238E27FC236}">
                <a16:creationId xmlns:a16="http://schemas.microsoft.com/office/drawing/2014/main" id="{E629B58D-9674-6365-6A17-EAB8CDAB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입고대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3581" name="Line 77">
            <a:extLst>
              <a:ext uri="{FF2B5EF4-FFF2-40B4-BE49-F238E27FC236}">
                <a16:creationId xmlns:a16="http://schemas.microsoft.com/office/drawing/2014/main" id="{AE2245C4-4E03-D514-FB39-334715A94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2" name="Text Box 78">
            <a:extLst>
              <a:ext uri="{FF2B5EF4-FFF2-40B4-BE49-F238E27FC236}">
                <a16:creationId xmlns:a16="http://schemas.microsoft.com/office/drawing/2014/main" id="{7D91AE98-A12B-0445-C22B-61DEF927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56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Check(D0301 → %DW481(%DB962))</a:t>
            </a:r>
          </a:p>
        </p:txBody>
      </p:sp>
      <p:sp>
        <p:nvSpPr>
          <p:cNvPr id="533583" name="Text Box 79">
            <a:extLst>
              <a:ext uri="{FF2B5EF4-FFF2-40B4-BE49-F238E27FC236}">
                <a16:creationId xmlns:a16="http://schemas.microsoft.com/office/drawing/2014/main" id="{974C701B-2D53-AF53-3380-9CCFD6EA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입고 0, 출고 1</a:t>
            </a:r>
          </a:p>
        </p:txBody>
      </p:sp>
      <p:sp>
        <p:nvSpPr>
          <p:cNvPr id="533584" name="Line 80">
            <a:extLst>
              <a:ext uri="{FF2B5EF4-FFF2-40B4-BE49-F238E27FC236}">
                <a16:creationId xmlns:a16="http://schemas.microsoft.com/office/drawing/2014/main" id="{B0790009-FCDE-DF23-1924-4084E20B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5" name="Text Box 81">
            <a:extLst>
              <a:ext uri="{FF2B5EF4-FFF2-40B4-BE49-F238E27FC236}">
                <a16:creationId xmlns:a16="http://schemas.microsoft.com/office/drawing/2014/main" id="{417D5E0F-3FFC-A588-8A3C-9DEECE09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0이 아닐 경우 변경</a:t>
            </a:r>
          </a:p>
        </p:txBody>
      </p:sp>
      <p:sp>
        <p:nvSpPr>
          <p:cNvPr id="533586" name="Text Box 82">
            <a:extLst>
              <a:ext uri="{FF2B5EF4-FFF2-40B4-BE49-F238E27FC236}">
                <a16:creationId xmlns:a16="http://schemas.microsoft.com/office/drawing/2014/main" id="{E476DEE1-02E3-887A-3D82-DF6ADCD5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947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D0301 → %DW481(%DB962) “0”</a:t>
            </a:r>
          </a:p>
        </p:txBody>
      </p:sp>
      <p:sp>
        <p:nvSpPr>
          <p:cNvPr id="533587" name="AutoShape 83">
            <a:extLst>
              <a:ext uri="{FF2B5EF4-FFF2-40B4-BE49-F238E27FC236}">
                <a16:creationId xmlns:a16="http://schemas.microsoft.com/office/drawing/2014/main" id="{41F24FDC-0743-06D3-9410-E5FE5CB6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(R0010~R0011 %RB20~%RB22)</a:t>
            </a:r>
          </a:p>
        </p:txBody>
      </p:sp>
      <p:sp>
        <p:nvSpPr>
          <p:cNvPr id="533588" name="Freeform 84">
            <a:extLst>
              <a:ext uri="{FF2B5EF4-FFF2-40B4-BE49-F238E27FC236}">
                <a16:creationId xmlns:a16="http://schemas.microsoft.com/office/drawing/2014/main" id="{13C6F9D3-ECE1-92EF-7B4A-874D0EC0DCE1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9" name="Text Box 85">
            <a:extLst>
              <a:ext uri="{FF2B5EF4-FFF2-40B4-BE49-F238E27FC236}">
                <a16:creationId xmlns:a16="http://schemas.microsoft.com/office/drawing/2014/main" id="{8C22392F-D766-3286-5F80-DE3A730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3590" name="Text Box 86">
            <a:extLst>
              <a:ext uri="{FF2B5EF4-FFF2-40B4-BE49-F238E27FC236}">
                <a16:creationId xmlns:a16="http://schemas.microsoft.com/office/drawing/2014/main" id="{D4A39BC3-5F99-2432-10B8-7653793C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3591" name="Text Box 87">
            <a:extLst>
              <a:ext uri="{FF2B5EF4-FFF2-40B4-BE49-F238E27FC236}">
                <a16:creationId xmlns:a16="http://schemas.microsoft.com/office/drawing/2014/main" id="{1E927574-7FFD-0A38-75F6-D426214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3592" name="Text Box 88">
            <a:extLst>
              <a:ext uri="{FF2B5EF4-FFF2-40B4-BE49-F238E27FC236}">
                <a16:creationId xmlns:a16="http://schemas.microsoft.com/office/drawing/2014/main" id="{C7FF51BB-940A-63E8-289F-353ECE2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93" name="Line 89">
            <a:extLst>
              <a:ext uri="{FF2B5EF4-FFF2-40B4-BE49-F238E27FC236}">
                <a16:creationId xmlns:a16="http://schemas.microsoft.com/office/drawing/2014/main" id="{CC7FFA3B-DBF5-6F41-12F9-23AFAE7CC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4" name="Text Box 90">
            <a:extLst>
              <a:ext uri="{FF2B5EF4-FFF2-40B4-BE49-F238E27FC236}">
                <a16:creationId xmlns:a16="http://schemas.microsoft.com/office/drawing/2014/main" id="{F7EC59EA-A5E8-A144-38D4-F979571D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3595" name="Text Box 91">
            <a:extLst>
              <a:ext uri="{FF2B5EF4-FFF2-40B4-BE49-F238E27FC236}">
                <a16:creationId xmlns:a16="http://schemas.microsoft.com/office/drawing/2014/main" id="{AD5A3DB5-6D95-06A5-54CF-876AA980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96" name="Line 92">
            <a:extLst>
              <a:ext uri="{FF2B5EF4-FFF2-40B4-BE49-F238E27FC236}">
                <a16:creationId xmlns:a16="http://schemas.microsoft.com/office/drawing/2014/main" id="{B1EEEB2D-C38E-5695-1E81-8F34809E6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7" name="Text Box 93">
            <a:extLst>
              <a:ext uri="{FF2B5EF4-FFF2-40B4-BE49-F238E27FC236}">
                <a16:creationId xmlns:a16="http://schemas.microsoft.com/office/drawing/2014/main" id="{B5504981-CB1E-56EC-61A0-51018F1A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3598" name="Text Box 94">
            <a:extLst>
              <a:ext uri="{FF2B5EF4-FFF2-40B4-BE49-F238E27FC236}">
                <a16:creationId xmlns:a16="http://schemas.microsoft.com/office/drawing/2014/main" id="{84A00CDF-AE65-C22C-A3D7-4B5B06959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3599" name="Freeform 95">
            <a:extLst>
              <a:ext uri="{FF2B5EF4-FFF2-40B4-BE49-F238E27FC236}">
                <a16:creationId xmlns:a16="http://schemas.microsoft.com/office/drawing/2014/main" id="{66BF3986-84F0-065C-C7B8-2A7B0455679D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600" name="AutoShape 96">
            <a:extLst>
              <a:ext uri="{FF2B5EF4-FFF2-40B4-BE49-F238E27FC236}">
                <a16:creationId xmlns:a16="http://schemas.microsoft.com/office/drawing/2014/main" id="{C03259B5-9CAB-E4D0-A7DE-2B3EAAD0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NO(R0012~R0013 %RB24~%RB26)</a:t>
            </a:r>
          </a:p>
        </p:txBody>
      </p:sp>
      <p:sp>
        <p:nvSpPr>
          <p:cNvPr id="533601" name="Text Box 97">
            <a:extLst>
              <a:ext uri="{FF2B5EF4-FFF2-40B4-BE49-F238E27FC236}">
                <a16:creationId xmlns:a16="http://schemas.microsoft.com/office/drawing/2014/main" id="{60CBCFBA-742A-9C66-C594-BEB94A04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3602" name="TextBox 533601"/>
          <p:cNvSpPr txBox="1"/>
          <p:nvPr/>
        </p:nvSpPr>
        <p:spPr>
          <a:xfrm>
            <a:off x="1437524" y="6063301"/>
            <a:ext cx="8634161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방향 전환 가드 미구현</a:t>
            </a:r>
            <a:r>
              <a:rPr lang="en-US" altLang="ko-KR" sz="1705" b="1">
                <a:solidFill>
                  <a:srgbClr val="FF0000"/>
                </a:solidFill>
              </a:rPr>
              <a:t>(ECSDispatcher.cs — </a:t>
            </a:r>
            <a:r>
              <a:rPr lang="ko-KR" altLang="en-US" sz="1705" b="1">
                <a:solidFill>
                  <a:srgbClr val="FF0000"/>
                </a:solidFill>
              </a:rPr>
              <a:t>현재모드만 비교 후 즉시 전환</a:t>
            </a:r>
            <a:r>
              <a:rPr lang="en-US" altLang="ko-KR" sz="1705" b="1">
                <a:solidFill>
                  <a:srgbClr val="FF0000"/>
                </a:solidFill>
              </a:rPr>
              <a:t>) / IN_READY_02·OPERATION_MODE </a:t>
            </a:r>
            <a:r>
              <a:rPr lang="ko-KR" altLang="en-US" sz="1705" b="1">
                <a:solidFill>
                  <a:srgbClr val="FF0000"/>
                </a:solidFill>
              </a:rPr>
              <a:t>는 판독만 하고 배차 조건에 미활용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C/V #2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S/C #1 </a:t>
            </a:r>
            <a:r>
              <a:rPr lang="ko-KR" altLang="en-US" sz="1705" b="1">
                <a:solidFill>
                  <a:srgbClr val="FF0000"/>
                </a:solidFill>
              </a:rPr>
              <a:t>의 입고</a:t>
            </a:r>
            <a:r>
              <a:rPr lang="en-US" altLang="ko-KR" sz="1705" b="1">
                <a:solidFill>
                  <a:srgbClr val="FF0000"/>
                </a:solidFill>
              </a:rPr>
              <a:t>·</a:t>
            </a:r>
            <a:r>
              <a:rPr lang="ko-KR" altLang="en-US" sz="1705" b="1">
                <a:solidFill>
                  <a:srgbClr val="FF0000"/>
                </a:solidFill>
              </a:rPr>
              <a:t>출고 겸용 통로</a:t>
            </a:r>
            <a:r>
              <a:rPr lang="en-US" altLang="ko-KR" sz="1705" b="1">
                <a:solidFill>
                  <a:srgbClr val="FF0000"/>
                </a:solidFill>
              </a:rPr>
              <a:t>(</a:t>
            </a:r>
            <a:r>
              <a:rPr lang="ko-KR" altLang="en-US" sz="1705" b="1">
                <a:solidFill>
                  <a:srgbClr val="FF0000"/>
                </a:solidFill>
              </a:rPr>
              <a:t>방향전환형</a:t>
            </a:r>
            <a:r>
              <a:rPr lang="en-US" altLang="ko-KR" sz="1705" b="1">
                <a:solidFill>
                  <a:srgbClr val="FF0000"/>
                </a:solidFill>
              </a:rPr>
              <a:t>). </a:t>
            </a:r>
            <a:r>
              <a:rPr lang="ko-KR" altLang="en-US" sz="1705" b="1">
                <a:solidFill>
                  <a:srgbClr val="FF0000"/>
                </a:solidFill>
              </a:rPr>
              <a:t>입고 방향값 </a:t>
            </a:r>
            <a:r>
              <a:rPr lang="en-US" altLang="ko-KR" sz="1705" b="1">
                <a:solidFill>
                  <a:srgbClr val="FF0000"/>
                </a:solidFill>
              </a:rPr>
              <a:t>= 0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0807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>
            <a:extLst>
              <a:ext uri="{FF2B5EF4-FFF2-40B4-BE49-F238E27FC236}">
                <a16:creationId xmlns:a16="http://schemas.microsoft.com/office/drawing/2014/main" id="{4AA782E3-BF2A-C5BE-1026-7549A3C1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742778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(30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#3 → #4 → S/C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E273624-EC1A-D2A3-09EC-CF386B37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24D1DEE5-DC09-72BA-904E-B20931B7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4533" name="Rectangle 5">
            <a:extLst>
              <a:ext uri="{FF2B5EF4-FFF2-40B4-BE49-F238E27FC236}">
                <a16:creationId xmlns:a16="http://schemas.microsoft.com/office/drawing/2014/main" id="{A8CC38E1-84CA-EAD9-E2B6-AC545BAD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F1A5004D-84C0-4823-36E7-20B2B06FD640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4144879"/>
            <a:chOff x="1125" y="1346"/>
            <a:chExt cx="2169" cy="4722"/>
          </a:xfrm>
        </p:grpSpPr>
        <p:sp>
          <p:nvSpPr>
            <p:cNvPr id="534535" name="Line 7">
              <a:extLst>
                <a:ext uri="{FF2B5EF4-FFF2-40B4-BE49-F238E27FC236}">
                  <a16:creationId xmlns:a16="http://schemas.microsoft.com/office/drawing/2014/main" id="{C70A90B0-E15C-3305-BD93-4A1B7DD1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4536" name="Line 8">
              <a:extLst>
                <a:ext uri="{FF2B5EF4-FFF2-40B4-BE49-F238E27FC236}">
                  <a16:creationId xmlns:a16="http://schemas.microsoft.com/office/drawing/2014/main" id="{007EE21A-CF1E-1B1A-EA01-1C5D44CB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4542" name="Text Box 14">
            <a:extLst>
              <a:ext uri="{FF2B5EF4-FFF2-40B4-BE49-F238E27FC236}">
                <a16:creationId xmlns:a16="http://schemas.microsoft.com/office/drawing/2014/main" id="{00B3AD84-A7BF-DC0B-46E7-337CB715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4557" name="Group 29">
            <a:extLst>
              <a:ext uri="{FF2B5EF4-FFF2-40B4-BE49-F238E27FC236}">
                <a16:creationId xmlns:a16="http://schemas.microsoft.com/office/drawing/2014/main" id="{D682007A-0F9A-C266-8752-CE01BB726E4F}"/>
              </a:ext>
            </a:extLst>
          </p:cNvPr>
          <p:cNvGrpSpPr>
            <a:grpSpLocks/>
          </p:cNvGrpSpPr>
          <p:nvPr/>
        </p:nvGrpSpPr>
        <p:grpSpPr bwMode="auto">
          <a:xfrm>
            <a:off x="9834813" y="634666"/>
            <a:ext cx="341397" cy="681289"/>
            <a:chOff x="995" y="2643"/>
            <a:chExt cx="227" cy="453"/>
          </a:xfrm>
        </p:grpSpPr>
        <p:sp>
          <p:nvSpPr>
            <p:cNvPr id="534558" name="Rectangle 30">
              <a:extLst>
                <a:ext uri="{FF2B5EF4-FFF2-40B4-BE49-F238E27FC236}">
                  <a16:creationId xmlns:a16="http://schemas.microsoft.com/office/drawing/2014/main" id="{C72DCFD1-CFE8-F78E-0C84-8FD38EDC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4559" name="Rectangle 31">
              <a:extLst>
                <a:ext uri="{FF2B5EF4-FFF2-40B4-BE49-F238E27FC236}">
                  <a16:creationId xmlns:a16="http://schemas.microsoft.com/office/drawing/2014/main" id="{C6951F39-1C5E-E5A8-F47C-3AB3BA74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4560" name="AutoShape 32">
            <a:extLst>
              <a:ext uri="{FF2B5EF4-FFF2-40B4-BE49-F238E27FC236}">
                <a16:creationId xmlns:a16="http://schemas.microsoft.com/office/drawing/2014/main" id="{C7B94BA7-FCC2-8934-021D-EB1576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363" y="114600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1" name="AutoShape 33">
            <a:extLst>
              <a:ext uri="{FF2B5EF4-FFF2-40B4-BE49-F238E27FC236}">
                <a16:creationId xmlns:a16="http://schemas.microsoft.com/office/drawing/2014/main" id="{C6AA9A68-E3C3-EFB8-E6C6-6B30EDFB8E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3813" y="654218"/>
            <a:ext cx="169946" cy="169946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D8F212AC-C384-03C4-2EC4-1F27CFB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028" y="1315954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394CBC0-D2BD-D25A-CFCA-C6AAAF22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CA1D7020-2A9E-88FD-B78B-E0452BB9D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4565" name="Line 37">
            <a:extLst>
              <a:ext uri="{FF2B5EF4-FFF2-40B4-BE49-F238E27FC236}">
                <a16:creationId xmlns:a16="http://schemas.microsoft.com/office/drawing/2014/main" id="{61C141DA-F898-A101-0F4C-A670E132D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DA58B013-A827-47D4-C0E4-DEF4AFA5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B8C7016-1157-AA78-A33F-0E9BEA88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4568" name="Line 40">
            <a:extLst>
              <a:ext uri="{FF2B5EF4-FFF2-40B4-BE49-F238E27FC236}">
                <a16:creationId xmlns:a16="http://schemas.microsoft.com/office/drawing/2014/main" id="{8D6FFBAD-AC20-3860-8FE1-8563D64BE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061B748B-D334-1C26-E28B-A7D99790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748" y="3503716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%MX1299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4570" name="Text Box 42">
            <a:extLst>
              <a:ext uri="{FF2B5EF4-FFF2-40B4-BE49-F238E27FC236}">
                <a16:creationId xmlns:a16="http://schemas.microsoft.com/office/drawing/2014/main" id="{3F0B89E8-8604-B7EA-6AF4-56C6EA6B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4571" name="Line 43">
            <a:extLst>
              <a:ext uri="{FF2B5EF4-FFF2-40B4-BE49-F238E27FC236}">
                <a16:creationId xmlns:a16="http://schemas.microsoft.com/office/drawing/2014/main" id="{DAA197E4-B665-5FD6-35BD-195F4C59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FE70E080-A169-1720-D322-DEC99F0C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88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M081.3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%MX1299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51D7FE5E-2F56-D7B2-5655-0A172BA0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F65DB8D0-B2B4-140E-8E17-3D347B94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4575" name="Line 47">
            <a:extLst>
              <a:ext uri="{FF2B5EF4-FFF2-40B4-BE49-F238E27FC236}">
                <a16:creationId xmlns:a16="http://schemas.microsoft.com/office/drawing/2014/main" id="{1AD6AF4F-A690-F3E9-6B9A-04B14B644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29557B46-D4A5-DF96-9663-5359C43B1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7" name="Line 49">
            <a:extLst>
              <a:ext uri="{FF2B5EF4-FFF2-40B4-BE49-F238E27FC236}">
                <a16:creationId xmlns:a16="http://schemas.microsoft.com/office/drawing/2014/main" id="{5AC7D4EF-4CDE-C605-F13C-CE4FB97C0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B737D5A-042C-B82B-422D-2D2A19C4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31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2F9AC8B2-49CE-5316-5B9D-A5AD8844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0" name="Text Box 52">
            <a:extLst>
              <a:ext uri="{FF2B5EF4-FFF2-40B4-BE49-F238E27FC236}">
                <a16:creationId xmlns:a16="http://schemas.microsoft.com/office/drawing/2014/main" id="{FF0F4938-FE93-2E57-5B68-9A5C072F8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%MX291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81" name="Text Box 53">
            <a:extLst>
              <a:ext uri="{FF2B5EF4-FFF2-40B4-BE49-F238E27FC236}">
                <a16:creationId xmlns:a16="http://schemas.microsoft.com/office/drawing/2014/main" id="{AC4CB840-9EDF-AF3D-5890-4956AFD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34582" name="Line 54">
            <a:extLst>
              <a:ext uri="{FF2B5EF4-FFF2-40B4-BE49-F238E27FC236}">
                <a16:creationId xmlns:a16="http://schemas.microsoft.com/office/drawing/2014/main" id="{BDAB8D9D-2CB3-641A-2335-F2C3A245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3" name="Freeform 55">
            <a:extLst>
              <a:ext uri="{FF2B5EF4-FFF2-40B4-BE49-F238E27FC236}">
                <a16:creationId xmlns:a16="http://schemas.microsoft.com/office/drawing/2014/main" id="{A546262F-C695-F296-16D3-95976DA85B88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4" name="AutoShape 56">
            <a:extLst>
              <a:ext uri="{FF2B5EF4-FFF2-40B4-BE49-F238E27FC236}">
                <a16:creationId xmlns:a16="http://schemas.microsoft.com/office/drawing/2014/main" id="{20CA4675-9095-C921-B292-9ECB8E08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(R0012~R0013 %RB24~%RB26)</a:t>
            </a:r>
          </a:p>
        </p:txBody>
      </p:sp>
      <p:sp>
        <p:nvSpPr>
          <p:cNvPr id="534585" name="Line 57">
            <a:extLst>
              <a:ext uri="{FF2B5EF4-FFF2-40B4-BE49-F238E27FC236}">
                <a16:creationId xmlns:a16="http://schemas.microsoft.com/office/drawing/2014/main" id="{7D0D25D4-3E30-533E-288F-0059389E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E9652FE8-CF28-9CB4-608D-035C826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M018.6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4587" name="Text Box 59">
            <a:extLst>
              <a:ext uri="{FF2B5EF4-FFF2-40B4-BE49-F238E27FC236}">
                <a16:creationId xmlns:a16="http://schemas.microsoft.com/office/drawing/2014/main" id="{F8A4651C-D00F-AD92-76FC-4766231B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8" name="Text Box 60">
            <a:extLst>
              <a:ext uri="{FF2B5EF4-FFF2-40B4-BE49-F238E27FC236}">
                <a16:creationId xmlns:a16="http://schemas.microsoft.com/office/drawing/2014/main" id="{B42800D1-F70C-959E-44A8-9129D59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44" y="5406691"/>
            <a:ext cx="6754227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출고의 경우는 입고의 반대 순서대로 진행되면 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.</a:t>
            </a:r>
          </a:p>
        </p:txBody>
      </p:sp>
      <p:sp>
        <p:nvSpPr>
          <p:cNvPr id="534589" name="TextBox 534588"/>
          <p:cNvSpPr txBox="1"/>
          <p:nvPr/>
        </p:nvSpPr>
        <p:spPr>
          <a:xfrm>
            <a:off x="1530016" y="6020603"/>
            <a:ext cx="8229600" cy="166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Ack OFF </a:t>
            </a:r>
            <a:r>
              <a:rPr lang="ko-KR" altLang="en-US" sz="1705" b="1">
                <a:solidFill>
                  <a:srgbClr val="FF0000"/>
                </a:solidFill>
              </a:rPr>
              <a:t>처리 없음 </a:t>
            </a:r>
            <a:r>
              <a:rPr lang="en-US" altLang="ko-KR" sz="1705" b="1">
                <a:solidFill>
                  <a:srgbClr val="FF0000"/>
                </a:solidFill>
              </a:rPr>
              <a:t>— PLC </a:t>
            </a:r>
            <a:r>
              <a:rPr lang="ko-KR" altLang="en-US" sz="1705" b="1">
                <a:solidFill>
                  <a:srgbClr val="FF0000"/>
                </a:solidFill>
              </a:rPr>
              <a:t>래더의 </a:t>
            </a:r>
            <a:r>
              <a:rPr lang="en-US" altLang="ko-KR" sz="1705" b="1">
                <a:solidFill>
                  <a:srgbClr val="FF0000"/>
                </a:solidFill>
              </a:rPr>
              <a:t>Ack </a:t>
            </a:r>
            <a:r>
              <a:rPr lang="ko-KR" altLang="en-US" sz="1705" b="1">
                <a:solidFill>
                  <a:srgbClr val="FF0000"/>
                </a:solidFill>
              </a:rPr>
              <a:t>리셋 전제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M018.3(%MX291) 'Unload Complete#2' </a:t>
            </a:r>
            <a:r>
              <a:rPr lang="ko-KR" altLang="en-US" sz="1705" b="1">
                <a:solidFill>
                  <a:srgbClr val="FF0000"/>
                </a:solidFill>
              </a:rPr>
              <a:t>는 정상 표기 </a:t>
            </a:r>
            <a:r>
              <a:rPr lang="en-US" altLang="ko-KR" sz="1705" b="1">
                <a:solidFill>
                  <a:srgbClr val="FF0000"/>
                </a:solidFill>
              </a:rPr>
              <a:t>— </a:t>
            </a:r>
            <a:r>
              <a:rPr lang="ko-KR" altLang="en-US" sz="1705" b="1">
                <a:solidFill>
                  <a:srgbClr val="FF0000"/>
                </a:solidFill>
              </a:rPr>
              <a:t>신호명이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기준이므로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가 화물을 실어가면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'</a:t>
            </a:r>
            <a:r>
              <a:rPr lang="ko-KR" altLang="en-US" sz="1705" b="1">
                <a:solidFill>
                  <a:srgbClr val="FF0000"/>
                </a:solidFill>
              </a:rPr>
              <a:t>하역완료</a:t>
            </a:r>
            <a:r>
              <a:rPr lang="en-US" altLang="ko-KR" sz="1705" b="1">
                <a:solidFill>
                  <a:srgbClr val="FF0000"/>
                </a:solidFill>
              </a:rPr>
              <a:t>(Unload)' </a:t>
            </a:r>
            <a:r>
              <a:rPr lang="ko-KR" altLang="en-US" sz="1705" b="1">
                <a:solidFill>
                  <a:srgbClr val="FF0000"/>
                </a:solidFill>
              </a:rPr>
              <a:t>를 보고한다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운영</a:t>
            </a:r>
            <a:r>
              <a:rPr lang="en-US" altLang="ko-KR" sz="1705" b="1">
                <a:solidFill>
                  <a:srgbClr val="FF0000"/>
                </a:solidFill>
              </a:rPr>
              <a:t>DB </a:t>
            </a:r>
            <a:r>
              <a:rPr lang="ko-KR" altLang="en-US" sz="1705" b="1">
                <a:solidFill>
                  <a:srgbClr val="FF0000"/>
                </a:solidFill>
              </a:rPr>
              <a:t>태그도 </a:t>
            </a:r>
            <a:r>
              <a:rPr lang="en-US" altLang="ko-KR" sz="1705" b="1">
                <a:solidFill>
                  <a:srgbClr val="FF0000"/>
                </a:solidFill>
              </a:rPr>
              <a:t>CONVEYOR:2.UNLOAD_COMPLETE_02 </a:t>
            </a:r>
            <a:r>
              <a:rPr lang="ko-KR" altLang="en-US" sz="1705" b="1">
                <a:solidFill>
                  <a:srgbClr val="FF0000"/>
                </a:solidFill>
              </a:rPr>
              <a:t>로 일치</a:t>
            </a:r>
          </a:p>
          <a:p>
            <a:r>
              <a:rPr lang="ko-KR" altLang="en-US" sz="1705" b="1">
                <a:solidFill>
                  <a:srgbClr val="FF0000"/>
                </a:solidFill>
              </a:rPr>
              <a:t>→ 다음 </a:t>
            </a:r>
            <a:r>
              <a:rPr lang="en-US" altLang="ko-KR" sz="1705" b="1">
                <a:solidFill>
                  <a:srgbClr val="FF0000"/>
                </a:solidFill>
              </a:rPr>
              <a:t>: S/C #1 </a:t>
            </a:r>
            <a:r>
              <a:rPr lang="ko-KR" altLang="en-US" sz="1705" b="1">
                <a:solidFill>
                  <a:srgbClr val="FF0000"/>
                </a:solidFill>
              </a:rPr>
              <a:t>이 </a:t>
            </a:r>
            <a:r>
              <a:rPr lang="en-US" altLang="ko-KR" sz="1705" b="1">
                <a:solidFill>
                  <a:srgbClr val="FF0000"/>
                </a:solidFill>
              </a:rPr>
              <a:t>#4 </a:t>
            </a:r>
            <a:r>
              <a:rPr lang="ko-KR" altLang="en-US" sz="1705" b="1">
                <a:solidFill>
                  <a:srgbClr val="FF0000"/>
                </a:solidFill>
              </a:rPr>
              <a:t>에서 </a:t>
            </a:r>
            <a:r>
              <a:rPr lang="en-US" altLang="ko-KR" sz="1705" b="1">
                <a:solidFill>
                  <a:srgbClr val="FF0000"/>
                </a:solidFill>
              </a:rPr>
              <a:t>Load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(④ S/C </a:t>
            </a:r>
            <a:r>
              <a:rPr lang="ko-KR" altLang="en-US" sz="1705" b="1">
                <a:solidFill>
                  <a:srgbClr val="FF0000"/>
                </a:solidFill>
              </a:rPr>
              <a:t>반송의 </a:t>
            </a:r>
            <a:r>
              <a:rPr lang="en-US" altLang="ko-KR" sz="1705" b="1">
                <a:solidFill>
                  <a:srgbClr val="FF0000"/>
                </a:solidFill>
              </a:rPr>
              <a:t>Load Complete </a:t>
            </a:r>
            <a:r>
              <a:rPr lang="ko-KR" altLang="en-US" sz="1705" b="1">
                <a:solidFill>
                  <a:srgbClr val="FF0000"/>
                </a:solidFill>
              </a:rPr>
              <a:t>와 동일 시점</a:t>
            </a:r>
            <a:r>
              <a:rPr lang="en-US" altLang="ko-KR" sz="1705" b="1">
                <a:solidFill>
                  <a:srgbClr val="FF0000"/>
                </a:solidFill>
              </a:rPr>
              <a:t>)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5780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(30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④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 →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랙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8" y="2242386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759" y="949654"/>
            <a:ext cx="3141775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D0320(%DW768)=00/00/04,  To : D0323(%DW771)=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Bay/Level,</a:t>
            </a:r>
          </a:p>
          <a:p>
            <a:r>
              <a:rPr lang="en-US" sz="1705">
                <a:solidFill/>
                <a:latin typeface="Times New Roman"/>
              </a:rPr>
              <a:t>Job No : D0326(%DW774)=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237083"/>
            <a:ext cx="2237874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S/C (R0300~R0301 %RB600~%RB602)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63654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238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3" y="4689308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#1 : C/V #2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의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랙 셀로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3" dirty="0">
                <a:solidFill>
                  <a:srgbClr val="7030A0"/>
                </a:solidFill>
              </a:rPr>
              <a:t>%DW256 → %DB512  (256×2=512)</a:t>
            </a:r>
            <a:endParaRPr sz="853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7ED67-4BBB-BE28-3CB2-3F84759ECC3C}"/>
              </a:ext>
            </a:extLst>
          </p:cNvPr>
          <p:cNvSpPr txBox="1"/>
          <p:nvPr/>
        </p:nvSpPr>
        <p:spPr>
          <a:xfrm>
            <a:off x="1794711" y="5630780"/>
            <a:ext cx="7940842" cy="3548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S/C 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D0320~ 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ECS').  From = 00/00/04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#4 (S/C</a:t>
            </a:r>
            <a:r>
              <a:rPr lang="ko-KR" altLang="en-US" sz="853">
                <a:solidFill>
                  <a:srgbClr val="00008B"/>
                </a:solidFill>
              </a:rPr>
              <a:t>측 픽업포트</a:t>
            </a:r>
            <a:r>
              <a:rPr lang="en-US" altLang="ko-KR" sz="853">
                <a:solidFill>
                  <a:srgbClr val="00008B"/>
                </a:solidFill>
              </a:rPr>
              <a:t>),  To = </a:t>
            </a:r>
            <a:r>
              <a:rPr lang="ko-KR" altLang="en-US" sz="853">
                <a:solidFill>
                  <a:srgbClr val="00008B"/>
                </a:solidFill>
              </a:rPr>
              <a:t>좌우</a:t>
            </a:r>
            <a:r>
              <a:rPr lang="en-US" altLang="ko-KR" sz="853">
                <a:solidFill>
                  <a:srgbClr val="00008B"/>
                </a:solidFill>
              </a:rPr>
              <a:t>(01|02)/Bay(2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)/Level(2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 </a:t>
            </a:r>
            <a:r>
              <a:rPr lang="ko-KR" altLang="en-US" sz="853">
                <a:solidFill>
                  <a:srgbClr val="00008B"/>
                </a:solidFill>
              </a:rPr>
              <a:t>랙 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E0D531-BE1C-93EC-025C-5A6E7451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88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(30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입고대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입고작업 ④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 →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랙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1491916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2" y="2322095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719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3"/>
            <a:ext cx="6754228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From = 00/00/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픽업 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), To =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좌우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(01|02)/Bay/Level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셀 좌표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를 사용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— RGV(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포트↔포트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다르다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255069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5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131219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8"/>
            <a:ext cx="1297200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3"/>
            <a:ext cx="9068379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V1.3 : Transfer Complete Ack(M096.5)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(30 </a:t>
            </a:r>
            <a:r>
              <a:rPr lang="ko-KR" altLang="en-US" sz="1705" b="1">
                <a:solidFill>
                  <a:srgbClr val="FF0000"/>
                </a:solidFill>
              </a:rPr>
              <a:t>입고대 → </a:t>
            </a:r>
            <a:r>
              <a:rPr lang="en-US" altLang="ko-KR" sz="1705" b="1">
                <a:solidFill>
                  <a:srgbClr val="FF0000"/>
                </a:solidFill>
              </a:rPr>
              <a:t>S/C #1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B0600~B0604)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 / WCS VehThread)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랙 적치 완료</a:t>
            </a:r>
            <a:r>
              <a:rPr lang="en-US" altLang="ko-KR" sz="1705" b="1">
                <a:solidFill>
                  <a:srgbClr val="FF0000"/>
                </a:solidFill>
              </a:rPr>
              <a:t>(Unload Complete → IDLE) = </a:t>
            </a:r>
            <a:r>
              <a:rPr lang="ko-KR" altLang="en-US" sz="1705" b="1">
                <a:solidFill>
                  <a:srgbClr val="FF0000"/>
                </a:solidFill>
              </a:rPr>
              <a:t>입고작업 종료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반자동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보고 없이 </a:t>
            </a:r>
            <a:r>
              <a:rPr lang="en-US" altLang="ko-KR" sz="1705" b="1">
                <a:solidFill>
                  <a:srgbClr val="FF0000"/>
                </a:solidFill>
              </a:rPr>
              <a:t>JOB </a:t>
            </a:r>
            <a:r>
              <a:rPr lang="ko-KR" altLang="en-US" sz="1705" b="1">
                <a:solidFill>
                  <a:srgbClr val="FF0000"/>
                </a:solidFill>
              </a:rPr>
              <a:t>삭제</a:t>
            </a:r>
            <a:r>
              <a:rPr lang="en-US" altLang="ko-KR" sz="1705" b="1">
                <a:solidFill>
                  <a:srgbClr val="FF0000"/>
                </a:solidFill>
              </a:rPr>
              <a:t>, </a:t>
            </a:r>
            <a:r>
              <a:rPr lang="ko-KR" altLang="en-US" sz="1705" b="1">
                <a:solidFill>
                  <a:srgbClr val="FF0000"/>
                </a:solidFill>
              </a:rPr>
              <a:t>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(F) </a:t>
            </a:r>
            <a:r>
              <a:rPr lang="ko-KR" altLang="en-US" sz="1705" b="1">
                <a:solidFill>
                  <a:srgbClr val="FF0000"/>
                </a:solidFill>
              </a:rPr>
              <a:t>보고</a:t>
            </a:r>
            <a:endParaRPr sz="1705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1AB92F-6AD8-8A14-E5A7-83088DD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690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BD085-850F-8A0E-6BD5-B2F9C0D6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30 </a:t>
            </a:r>
            <a:r>
              <a:rPr lang="ko-KR" altLang="en-US" sz="1800"/>
              <a:t>입고대 입고  ①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988BB-6D28-9A06-2E5A-3B5D337A0934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1/4)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577021-11B6-76C4-59CE-1677CC97F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05873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26169602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528978054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80881731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673499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624911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8448629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647477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2641694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359580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 </a:t>
                      </a:r>
                      <a:r>
                        <a:rPr lang="ko-KR" altLang="en-US" sz="850"/>
                        <a:t>입고대 적재 감지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작업자 투입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1556057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ON (</a:t>
                      </a:r>
                      <a:r>
                        <a:rPr lang="ko-KR" altLang="en-US" sz="850"/>
                        <a:t>적재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05594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530975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M044.4 %MX708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702273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OFF (</a:t>
                      </a:r>
                      <a:r>
                        <a:rPr lang="ko-KR" altLang="en-US" sz="850"/>
                        <a:t>설비 리셋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M094.4 %MX1508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294032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입고 </a:t>
                      </a:r>
                      <a:r>
                        <a:rPr lang="en-US" altLang="ko-KR" sz="850"/>
                        <a:t>'0'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%DW494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%DW494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%DW494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%DW494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%DW494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249199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최초 기록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적재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155731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적재 위치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M045.1 %MX721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929762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반출 위치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419601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반출 위치로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%RB640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041921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(RGV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6815229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반출 위치 </a:t>
                      </a:r>
                      <a:r>
                        <a:rPr lang="en-US" altLang="ko-KR" sz="850"/>
                        <a:t>Pallet Exist OFF (RGV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M045.0 %MX720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60945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ON (RGV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55060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7924189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M044.1 %MX705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1350579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OFF (</a:t>
                      </a:r>
                      <a:r>
                        <a:rPr lang="ko-KR" altLang="en-US" sz="850"/>
                        <a:t>설비 리셋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M094.1 %MX1505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032447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#15  M044.6 %MX710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555427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61894E-0353-335A-FAF0-F54CB439B41C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2546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16A88-6987-2E2C-5A13-E20320A7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30 </a:t>
            </a:r>
            <a:r>
              <a:rPr lang="ko-KR" altLang="en-US" sz="1800"/>
              <a:t>입고대 입고  ② </a:t>
            </a:r>
            <a:r>
              <a:rPr lang="en-US" altLang="ko-KR" sz="1800"/>
              <a:t>RGV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2DA17-60D1-A1A8-CCED-A310887821DB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2/4)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E2495D5-2B40-09C3-E861-2E93D5D53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30282"/>
              </p:ext>
            </p:extLst>
          </p:nvPr>
        </p:nvGraphicFramePr>
        <p:xfrm>
          <a:off x="304800" y="1016000"/>
          <a:ext cx="1158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244549625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98165809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0042769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5240056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8880109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177566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70065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6789243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129974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430335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025689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557081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통로 </a:t>
                      </a:r>
                      <a:r>
                        <a:rPr lang="en-US" altLang="ko-KR" sz="850"/>
                        <a:t>C/V RGV</a:t>
                      </a:r>
                      <a:r>
                        <a:rPr lang="ko-KR" altLang="en-US" sz="850"/>
                        <a:t>측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037629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899206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(RGV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201065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RGV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582946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272768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120936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050954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127450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532742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917966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825206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724127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700097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72A0D3-7FD3-5267-F107-3B748DECCD2D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395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B3BBD-AD43-E9D7-B897-F879B0A10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30 </a:t>
            </a:r>
            <a:r>
              <a:rPr lang="ko-KR" altLang="en-US" sz="1800"/>
              <a:t>입고대 입고  ③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D9D5C-0E2F-6670-A6F0-581AC7EF5106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3/4)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AB31FDA-BAFB-E20E-238C-554E2096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301184"/>
              </p:ext>
            </p:extLst>
          </p:nvPr>
        </p:nvGraphicFramePr>
        <p:xfrm>
          <a:off x="304800" y="1016000"/>
          <a:ext cx="1158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98833128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51902888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86323642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913764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530364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573332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2284335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9733533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410053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(RGV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M023.0 %MX368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M027.0 %MX432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M031.0 %MX496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M035.0 %MX560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218603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M018.2 %MX290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M022.2 %MX354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M026.2 %MX418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M030.2 %MX482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M034.2 %MX546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538066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M081.2 %MX1298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M083.2 %MX1330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M085.2 %MX1362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M087.2 %MX1394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M089.2 %MX1426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638150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M018.2 %MX290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M022.2 %MX354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M026.2 %MX418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M030.2 %MX482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M034.2 %MX546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4456977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입고 </a:t>
                      </a:r>
                      <a:r>
                        <a:rPr lang="en-US" altLang="ko-KR" sz="850"/>
                        <a:t>'0'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%DW481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%DW483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%DW485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%DW487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%DW489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8070256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(RGV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%RB96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%RB160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%RB224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%RB288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522869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M023.0 %MX368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M027.0 %MX432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M031.0 %MX496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M035.0 %MX560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74496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M023.1 %MX369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M027.1 %MX433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M031.1 %MX497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M035.1 %MX561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492422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</a:t>
                      </a:r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측으로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%RB100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%RB164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%RB228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%RB292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023739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(S/C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M022.6 %MX358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M026.6 %MX422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M030.6 %MX486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M034.6 %MX550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312457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(S/C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M023.1 %MX369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M027.1 %MX433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M031.1 %MX497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M035.1 %MX561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519122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#2 ON (S/C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M018.3 %MX291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M022.3 %MX355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M026.3 %MX419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M030.3 %MX483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M034.3 %MX547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33218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M081.3 %MX1299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M083.3 %MX1331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M085.3 %MX1363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M087.3 %MX1395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M089.3 %MX1427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109314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M018.3 %MX291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M022.3 %MX355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M026.3 %MX419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M030.3 %MX483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M034.3 %MX547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187877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#4  M022.6 %MX358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#6  M026.6 %MX422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#8  M030.6 %MX486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#10  M034.6 %MX550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838460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5D090D-9560-7697-AE17-074D933FD9C2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8129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2DFA4-54D3-6DDA-236F-E96A371DC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30 </a:t>
            </a:r>
            <a:r>
              <a:rPr lang="ko-KR" altLang="en-US" sz="1800"/>
              <a:t>입고대 입고  ④ </a:t>
            </a:r>
            <a:r>
              <a:rPr lang="en-US" altLang="ko-KR" sz="1800"/>
              <a:t>S/C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6A57E-4D73-BCF7-6544-EE3643402509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4/4)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16E285-C612-C3B3-C968-0A91E8276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3498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62949924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1212428946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1614724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9071711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908071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580332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7838816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4260154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1471222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5381036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M096.0 %MX1536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M097.0 %MX1552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M098.0 %MX1568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M099.0 %MX1584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M100.0 %MX1600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222876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671213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랙 셀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253594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024111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(S/C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485241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S/C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%RB1536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%RB1540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%RB1544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%RB1548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%RB1552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410087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357814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M096.1 %MX1537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M097.1 %MX1553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M098.1 %MX1569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M099.1 %MX1585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M100.1 %MX1601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016663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 </a:t>
                      </a:r>
                      <a:r>
                        <a:rPr lang="ko-KR" altLang="en-US" sz="850"/>
                        <a:t>현재위치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50183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4108433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랙 적치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7306472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791307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M096.2 %MX1538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M097.2 %MX1554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M098.2 %MX1570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M099.2 %MX1586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M100.2 %MX1602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088893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457550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866795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090385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64BE96-5B84-B930-A6EA-5E8F14EF985C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1492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E5E22-5BD7-3FA3-8CE1-87301427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ko-KR" altLang="en-US" sz="1700"/>
              <a:t>반송 시나리오 </a:t>
            </a:r>
            <a:r>
              <a:rPr lang="en-US" altLang="ko-KR" sz="1700"/>
              <a:t>4-2. S/C → 29 </a:t>
            </a:r>
            <a:r>
              <a:rPr lang="ko-KR" altLang="en-US" sz="1700"/>
              <a:t>피킹대 출고 </a:t>
            </a:r>
            <a:r>
              <a:rPr lang="en-US" altLang="ko-KR" sz="1700"/>
              <a:t>(</a:t>
            </a:r>
            <a:r>
              <a:rPr lang="ko-KR" altLang="en-US" sz="1700"/>
              <a:t>랙 → </a:t>
            </a:r>
            <a:r>
              <a:rPr lang="en-US" altLang="ko-KR" sz="1700"/>
              <a:t>S/C → </a:t>
            </a:r>
            <a:r>
              <a:rPr lang="ko-KR" altLang="en-US" sz="1700"/>
              <a:t>통로 → </a:t>
            </a:r>
            <a:r>
              <a:rPr lang="en-US" altLang="ko-KR" sz="1700"/>
              <a:t>RGV → C/V #14)</a:t>
            </a:r>
            <a:endParaRPr lang="ko-KR" alt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FC892-D15B-9950-E0A4-F22D375DC48D}"/>
              </a:ext>
            </a:extLst>
          </p:cNvPr>
          <p:cNvSpPr txBox="1"/>
          <p:nvPr/>
        </p:nvSpPr>
        <p:spPr>
          <a:xfrm>
            <a:off x="381000" y="787400"/>
            <a:ext cx="11430000" cy="26314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000000"/>
                </a:solidFill>
              </a:rPr>
              <a:t>경로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호기별</a:t>
            </a:r>
            <a:r>
              <a:rPr lang="en-US" altLang="ko-KR" sz="1100">
                <a:solidFill>
                  <a:srgbClr val="000000"/>
                </a:solidFill>
              </a:rPr>
              <a:t>) — PlcAddressMap.xml &lt;CraneMap&gt; </a:t>
            </a:r>
            <a:r>
              <a:rPr lang="ko-KR" altLang="en-US" sz="1100">
                <a:solidFill>
                  <a:srgbClr val="000000"/>
                </a:solidFill>
              </a:rPr>
              <a:t>기준</a:t>
            </a:r>
          </a:p>
          <a:p>
            <a:r>
              <a:rPr lang="ko-KR" altLang="en-US" sz="1100">
                <a:solidFill>
                  <a:srgbClr val="000000"/>
                </a:solidFill>
              </a:rPr>
              <a:t>  </a:t>
            </a:r>
            <a:r>
              <a:rPr lang="en-US" altLang="ko-KR" sz="1100">
                <a:solidFill>
                  <a:srgbClr val="000000"/>
                </a:solidFill>
              </a:rPr>
              <a:t>S/C #1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#2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#4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#2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#3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#6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#5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#3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#5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#10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#9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#4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#7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#14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#13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S/C #5 : </a:t>
            </a:r>
            <a:r>
              <a:rPr lang="ko-KR" altLang="en-US" sz="1100">
                <a:solidFill>
                  <a:srgbClr val="000000"/>
                </a:solidFill>
              </a:rPr>
              <a:t>출고통로 </a:t>
            </a:r>
            <a:r>
              <a:rPr lang="en-US" altLang="ko-KR" sz="1100">
                <a:solidFill>
                  <a:srgbClr val="000000"/>
                </a:solidFill>
              </a:rPr>
              <a:t>C/V #9   S/C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#18 → RGV</a:t>
            </a:r>
            <a:r>
              <a:rPr lang="ko-KR" altLang="en-US" sz="1100">
                <a:solidFill>
                  <a:srgbClr val="000000"/>
                </a:solidFill>
              </a:rPr>
              <a:t>측 </a:t>
            </a:r>
            <a:r>
              <a:rPr lang="en-US" altLang="ko-KR" sz="1100">
                <a:solidFill>
                  <a:srgbClr val="000000"/>
                </a:solidFill>
              </a:rPr>
              <a:t>#17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ko-KR" altLang="en-US" sz="1100">
                <a:solidFill>
                  <a:srgbClr val="000000"/>
                </a:solidFill>
              </a:rPr>
              <a:t>구간 구성 </a:t>
            </a:r>
            <a:r>
              <a:rPr lang="en-US" altLang="ko-KR" sz="1100">
                <a:solidFill>
                  <a:srgbClr val="000000"/>
                </a:solidFill>
              </a:rPr>
              <a:t>(</a:t>
            </a:r>
            <a:r>
              <a:rPr lang="ko-KR" altLang="en-US" sz="1100">
                <a:solidFill>
                  <a:srgbClr val="000000"/>
                </a:solidFill>
              </a:rPr>
              <a:t>이어지는 슬라이드</a:t>
            </a:r>
            <a:r>
              <a:rPr lang="en-US" altLang="ko-KR" sz="1100">
                <a:solidFill>
                  <a:srgbClr val="000000"/>
                </a:solidFill>
              </a:rPr>
              <a:t>)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① S/C  (17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69·70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77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② C/V  (15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71·72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78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③ RGV  (16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73·74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79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④ C/V  (10 </a:t>
            </a:r>
            <a:r>
              <a:rPr lang="ko-KR" altLang="en-US" sz="1100">
                <a:solidFill>
                  <a:srgbClr val="000000"/>
                </a:solidFill>
              </a:rPr>
              <a:t>스텝</a:t>
            </a:r>
            <a:r>
              <a:rPr lang="en-US" altLang="ko-KR" sz="1100">
                <a:solidFill>
                  <a:srgbClr val="000000"/>
                </a:solidFill>
              </a:rPr>
              <a:t>)   … </a:t>
            </a:r>
            <a:r>
              <a:rPr lang="ko-KR" altLang="en-US" sz="1100">
                <a:solidFill>
                  <a:srgbClr val="000000"/>
                </a:solidFill>
              </a:rPr>
              <a:t>다이어그램 </a:t>
            </a:r>
            <a:r>
              <a:rPr lang="en-US" altLang="ko-KR" sz="1100">
                <a:solidFill>
                  <a:srgbClr val="000000"/>
                </a:solidFill>
              </a:rPr>
              <a:t>75·76   </a:t>
            </a:r>
            <a:r>
              <a:rPr lang="ko-KR" altLang="en-US" sz="1100">
                <a:solidFill>
                  <a:srgbClr val="000000"/>
                </a:solidFill>
              </a:rPr>
              <a:t>호기 병기 </a:t>
            </a:r>
            <a:r>
              <a:rPr lang="en-US" altLang="ko-KR" sz="1100">
                <a:solidFill>
                  <a:srgbClr val="000000"/>
                </a:solidFill>
              </a:rPr>
              <a:t>80</a:t>
            </a:r>
          </a:p>
          <a:p>
            <a:endParaRPr lang="en-US" altLang="ko-KR" sz="1100">
              <a:solidFill>
                <a:srgbClr val="000000"/>
              </a:solidFill>
            </a:endParaRPr>
          </a:p>
          <a:p>
            <a:r>
              <a:rPr lang="en-US" altLang="ko-KR" sz="1100">
                <a:solidFill>
                  <a:srgbClr val="000000"/>
                </a:solidFill>
              </a:rPr>
              <a:t>※ </a:t>
            </a:r>
            <a:r>
              <a:rPr lang="ko-KR" altLang="en-US" sz="1100">
                <a:solidFill>
                  <a:srgbClr val="000000"/>
                </a:solidFill>
              </a:rPr>
              <a:t>모든 주소는 </a:t>
            </a:r>
            <a:r>
              <a:rPr lang="en-US" altLang="ko-KR" sz="1100">
                <a:solidFill>
                  <a:srgbClr val="000000"/>
                </a:solidFill>
              </a:rPr>
              <a:t>PlcAddressMap.xml </a:t>
            </a:r>
            <a:r>
              <a:rPr lang="ko-KR" altLang="en-US" sz="1100">
                <a:solidFill>
                  <a:srgbClr val="000000"/>
                </a:solidFill>
              </a:rPr>
              <a:t>에서 계산되었다</a:t>
            </a:r>
            <a:r>
              <a:rPr lang="en-US" altLang="ko-KR" sz="1100">
                <a:solidFill>
                  <a:srgbClr val="000000"/>
                </a:solidFill>
              </a:rPr>
              <a:t>. XML </a:t>
            </a:r>
            <a:r>
              <a:rPr lang="ko-KR" altLang="en-US" sz="1100">
                <a:solidFill>
                  <a:srgbClr val="000000"/>
                </a:solidFill>
              </a:rPr>
              <a:t>을 고치면 </a:t>
            </a:r>
            <a:r>
              <a:rPr lang="en-US" altLang="ko-KR" sz="1100">
                <a:solidFill>
                  <a:srgbClr val="000000"/>
                </a:solidFill>
              </a:rPr>
              <a:t>EQP_TASK · EQP_SIM · </a:t>
            </a:r>
            <a:r>
              <a:rPr lang="ko-KR" altLang="en-US" sz="1100">
                <a:solidFill>
                  <a:srgbClr val="000000"/>
                </a:solidFill>
              </a:rPr>
              <a:t>본 문서가 함께 바뀐다</a:t>
            </a:r>
            <a:r>
              <a:rPr lang="en-US" altLang="ko-KR" sz="110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>
                <a:solidFill>
                  <a:srgbClr val="000000"/>
                </a:solidFill>
              </a:rPr>
              <a:t>   </a:t>
            </a:r>
            <a:r>
              <a:rPr lang="ko-KR" altLang="en-US" sz="1100">
                <a:solidFill>
                  <a:srgbClr val="000000"/>
                </a:solidFill>
              </a:rPr>
              <a:t>주소식 </a:t>
            </a:r>
            <a:r>
              <a:rPr lang="en-US" altLang="ko-KR" sz="1100">
                <a:solidFill>
                  <a:srgbClr val="000000"/>
                </a:solidFill>
              </a:rPr>
              <a:t>:  base = origin + (</a:t>
            </a:r>
            <a:r>
              <a:rPr lang="ko-KR" altLang="en-US" sz="1100">
                <a:solidFill>
                  <a:srgbClr val="000000"/>
                </a:solidFill>
              </a:rPr>
              <a:t>설비번호 </a:t>
            </a:r>
            <a:r>
              <a:rPr lang="en-US" altLang="ko-KR" sz="1100">
                <a:solidFill>
                  <a:srgbClr val="000000"/>
                </a:solidFill>
              </a:rPr>
              <a:t>- numberFrom) × stride ,  </a:t>
            </a:r>
            <a:r>
              <a:rPr lang="ko-KR" altLang="en-US" sz="1100">
                <a:solidFill>
                  <a:srgbClr val="000000"/>
                </a:solidFill>
              </a:rPr>
              <a:t>주소 </a:t>
            </a:r>
            <a:r>
              <a:rPr lang="en-US" altLang="ko-KR" sz="1100">
                <a:solidFill>
                  <a:srgbClr val="000000"/>
                </a:solidFill>
              </a:rPr>
              <a:t>= base + offset</a:t>
            </a:r>
            <a:endParaRPr lang="ko-KR" altLang="en-US" sz="11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2447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랙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#4)</a:t>
            </a:r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8" y="2242386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M096.0 %MX1536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759" y="804508"/>
            <a:ext cx="3141775" cy="2032046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D0320(%DW768)=</a:t>
            </a:r>
            <a:r>
              <a:rPr lang="ko-KR" altLang="en-US" sz="1705">
                <a:solidFill/>
                <a:latin typeface="Times New Roman"/>
              </a:rPr>
              <a:t>랙 셀</a:t>
            </a:r>
            <a:r>
              <a:rPr lang="en-US" altLang="ko-KR" sz="1705">
                <a:solidFill/>
                <a:latin typeface="Times New Roman"/>
              </a:rPr>
              <a:t>(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Bay/Level),  To : D0323(%DW771)=00/00/04</a:t>
            </a:r>
            <a:r>
              <a:rPr lang="ko-KR" altLang="en-US" sz="1705">
                <a:solidFill/>
                <a:latin typeface="Times New Roman"/>
              </a:rPr>
              <a:t>좌우</a:t>
            </a:r>
            <a:r>
              <a:rPr lang="en-US" altLang="ko-KR" sz="1705">
                <a:solidFill/>
                <a:latin typeface="Times New Roman"/>
              </a:rPr>
              <a:t>/</a:t>
            </a:r>
            <a:r>
              <a:rPr lang="en-US" sz="1705">
                <a:solidFill/>
                <a:latin typeface="Times New Roman"/>
              </a:rPr>
              <a:t>Bay/Level,</a:t>
            </a:r>
          </a:p>
          <a:p>
            <a:r>
              <a:rPr lang="en-US" sz="1705">
                <a:solidFill/>
                <a:latin typeface="Times New Roman"/>
              </a:rPr>
              <a:t>Job No : D0326(%DW774)=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237083"/>
            <a:ext cx="2237874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S/C (R0300~R0301 %RB600~%RB602)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63654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238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3" y="4689308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M049.0 %MX784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M096.1 %MX1537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#1 :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랙 셀에서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의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3" dirty="0">
                <a:solidFill>
                  <a:srgbClr val="7030A0"/>
                </a:solidFill>
              </a:rPr>
              <a:t>%DW256 → %DB512  (256×2=512)</a:t>
            </a:r>
            <a:endParaRPr sz="853" dirty="0">
              <a:solidFill>
                <a:srgbClr val="7030A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7ED67-4BBB-BE28-3CB2-3F84759ECC3C}"/>
              </a:ext>
            </a:extLst>
          </p:cNvPr>
          <p:cNvSpPr txBox="1"/>
          <p:nvPr/>
        </p:nvSpPr>
        <p:spPr>
          <a:xfrm>
            <a:off x="1794711" y="5630780"/>
            <a:ext cx="7940842" cy="3548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S/C 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D0320~ 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ECS').  To = 00/00/04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#4 (S/C</a:t>
            </a:r>
            <a:r>
              <a:rPr lang="ko-KR" altLang="en-US" sz="853">
                <a:solidFill>
                  <a:srgbClr val="00008B"/>
                </a:solidFill>
              </a:rPr>
              <a:t>측 하역포트</a:t>
            </a:r>
            <a:r>
              <a:rPr lang="en-US" altLang="ko-KR" sz="853">
                <a:solidFill>
                  <a:srgbClr val="00008B"/>
                </a:solidFill>
              </a:rPr>
              <a:t>),  From = </a:t>
            </a:r>
            <a:r>
              <a:rPr lang="ko-KR" altLang="en-US" sz="853">
                <a:solidFill>
                  <a:srgbClr val="00008B"/>
                </a:solidFill>
              </a:rPr>
              <a:t>좌우</a:t>
            </a:r>
            <a:r>
              <a:rPr lang="en-US" altLang="ko-KR" sz="853">
                <a:solidFill>
                  <a:srgbClr val="00008B"/>
                </a:solidFill>
              </a:rPr>
              <a:t>(01|02)/Bay(2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)/Level(2</a:t>
            </a:r>
            <a:r>
              <a:rPr lang="ko-KR" altLang="en-US" sz="853">
                <a:solidFill>
                  <a:srgbClr val="00008B"/>
                </a:solidFill>
              </a:rPr>
              <a:t>자리</a:t>
            </a:r>
            <a:r>
              <a:rPr lang="en-US" altLang="ko-KR" sz="853">
                <a:solidFill>
                  <a:srgbClr val="00008B"/>
                </a:solidFill>
              </a:rPr>
              <a:t>) </a:t>
            </a:r>
            <a:r>
              <a:rPr lang="ko-KR" altLang="en-US" sz="853">
                <a:solidFill>
                  <a:srgbClr val="00008B"/>
                </a:solidFill>
              </a:rPr>
              <a:t>랙 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E0D531-BE1C-93EC-025C-5A6E7451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65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234627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①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S/C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랙 →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#4)</a:t>
            </a:r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M048.0 %MX768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1491916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2" y="2322095"/>
            <a:ext cx="134363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719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 (D0163 → %DW259(%DB518))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M049.1 %MX785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D0160 → %DW256(%DB512)</a:t>
            </a:r>
            <a:r>
              <a:rPr sz="947">
                <a:solidFill/>
                <a:latin typeface="Times New Roman"/>
              </a:rPr>
              <a:t>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39012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M096.2 %MX1538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3"/>
            <a:ext cx="6754228" cy="50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To = 00/00/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하역 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), From =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좌우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(01|02)/Bay/Level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셀 좌표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를 사용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— RGV(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포트↔포트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)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다르다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2550695"/>
            <a:ext cx="128272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52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131219"/>
            <a:ext cx="132921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47">
                <a:solidFill/>
                <a:latin typeface="Times New Roman"/>
              </a:rPr>
              <a:t>M049.4 %MX788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8"/>
            <a:ext cx="1297200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M096.5 %MX1541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3"/>
            <a:ext cx="9068379" cy="140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V1.3 : Transfer Complete Ack(M096.5)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(S/C #1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B0600~B0604)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S/C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 / WCS VehThread)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하역 완료</a:t>
            </a:r>
            <a:r>
              <a:rPr lang="en-US" altLang="ko-KR" sz="1705" b="1">
                <a:solidFill>
                  <a:srgbClr val="FF0000"/>
                </a:solidFill>
              </a:rPr>
              <a:t>(Unload Complete → IDLE) =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로 이송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반자동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보고 없이 </a:t>
            </a:r>
            <a:r>
              <a:rPr lang="en-US" altLang="ko-KR" sz="1705" b="1">
                <a:solidFill>
                  <a:srgbClr val="FF0000"/>
                </a:solidFill>
              </a:rPr>
              <a:t>JOB </a:t>
            </a:r>
            <a:r>
              <a:rPr lang="ko-KR" altLang="en-US" sz="1705" b="1">
                <a:solidFill>
                  <a:srgbClr val="FF0000"/>
                </a:solidFill>
              </a:rPr>
              <a:t>삭제</a:t>
            </a:r>
            <a:r>
              <a:rPr lang="en-US" altLang="ko-KR" sz="1705" b="1">
                <a:solidFill>
                  <a:srgbClr val="FF0000"/>
                </a:solidFill>
              </a:rPr>
              <a:t>, </a:t>
            </a:r>
            <a:r>
              <a:rPr lang="ko-KR" altLang="en-US" sz="1705" b="1">
                <a:solidFill>
                  <a:srgbClr val="FF0000"/>
                </a:solidFill>
              </a:rPr>
              <a:t>자동 작업이면 </a:t>
            </a:r>
            <a:r>
              <a:rPr lang="en-US" altLang="ko-KR" sz="1705" b="1">
                <a:solidFill>
                  <a:srgbClr val="FF0000"/>
                </a:solidFill>
              </a:rPr>
              <a:t>HOST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(F) </a:t>
            </a:r>
            <a:r>
              <a:rPr lang="ko-KR" altLang="en-US" sz="1705" b="1">
                <a:solidFill>
                  <a:srgbClr val="FF0000"/>
                </a:solidFill>
              </a:rPr>
              <a:t>보고</a:t>
            </a:r>
            <a:endParaRPr sz="1705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1AB92F-6AD8-8A14-E5A7-83088DD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502" y="475130"/>
            <a:ext cx="1388372" cy="3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647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3">
            <a:extLst>
              <a:ext uri="{FF2B5EF4-FFF2-40B4-BE49-F238E27FC236}">
                <a16:creationId xmlns:a16="http://schemas.microsoft.com/office/drawing/2014/main" id="{70358EC2-9C3C-A999-49BB-4F1FF1EB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08" name="Rectangle 4">
            <a:extLst>
              <a:ext uri="{FF2B5EF4-FFF2-40B4-BE49-F238E27FC236}">
                <a16:creationId xmlns:a16="http://schemas.microsoft.com/office/drawing/2014/main" id="{92B687CB-54D0-7773-E019-50D41CECC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3509" name="Rectangle 5">
            <a:extLst>
              <a:ext uri="{FF2B5EF4-FFF2-40B4-BE49-F238E27FC236}">
                <a16:creationId xmlns:a16="http://schemas.microsoft.com/office/drawing/2014/main" id="{43630144-3C1E-E674-54B5-BF2E18C8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3510" name="Group 6">
            <a:extLst>
              <a:ext uri="{FF2B5EF4-FFF2-40B4-BE49-F238E27FC236}">
                <a16:creationId xmlns:a16="http://schemas.microsoft.com/office/drawing/2014/main" id="{4E756539-EF8C-98BB-241B-D0F1DFFE1E82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3511" name="Line 7">
              <a:extLst>
                <a:ext uri="{FF2B5EF4-FFF2-40B4-BE49-F238E27FC236}">
                  <a16:creationId xmlns:a16="http://schemas.microsoft.com/office/drawing/2014/main" id="{3159E9B0-F220-CEC6-7438-037081DE6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3512" name="Line 8">
              <a:extLst>
                <a:ext uri="{FF2B5EF4-FFF2-40B4-BE49-F238E27FC236}">
                  <a16:creationId xmlns:a16="http://schemas.microsoft.com/office/drawing/2014/main" id="{69690E59-4381-9EFC-6D40-87F75C70A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3518" name="Text Box 14">
            <a:extLst>
              <a:ext uri="{FF2B5EF4-FFF2-40B4-BE49-F238E27FC236}">
                <a16:creationId xmlns:a16="http://schemas.microsoft.com/office/drawing/2014/main" id="{1006973E-B449-2464-BDF6-6DC14C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3557" name="Text Box 53">
            <a:extLst>
              <a:ext uri="{FF2B5EF4-FFF2-40B4-BE49-F238E27FC236}">
                <a16:creationId xmlns:a16="http://schemas.microsoft.com/office/drawing/2014/main" id="{C4853A32-0593-E41D-42BC-92E96AC20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3558" name="Group 54">
            <a:extLst>
              <a:ext uri="{FF2B5EF4-FFF2-40B4-BE49-F238E27FC236}">
                <a16:creationId xmlns:a16="http://schemas.microsoft.com/office/drawing/2014/main" id="{14B761EB-8FFA-0FB3-A032-B413EA05E199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3559" name="Rectangle 55">
              <a:extLst>
                <a:ext uri="{FF2B5EF4-FFF2-40B4-BE49-F238E27FC236}">
                  <a16:creationId xmlns:a16="http://schemas.microsoft.com/office/drawing/2014/main" id="{C79A217C-60DC-7F5C-089C-331BA13C5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3560" name="Rectangle 56">
              <a:extLst>
                <a:ext uri="{FF2B5EF4-FFF2-40B4-BE49-F238E27FC236}">
                  <a16:creationId xmlns:a16="http://schemas.microsoft.com/office/drawing/2014/main" id="{09CFD69E-6B34-B7D1-204C-34E5A15B5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3561" name="AutoShape 57">
            <a:extLst>
              <a:ext uri="{FF2B5EF4-FFF2-40B4-BE49-F238E27FC236}">
                <a16:creationId xmlns:a16="http://schemas.microsoft.com/office/drawing/2014/main" id="{0529F277-C4EB-F2FB-D087-D3FD6BDE3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899" y="1075323"/>
            <a:ext cx="169946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2" name="AutoShape 58">
            <a:extLst>
              <a:ext uri="{FF2B5EF4-FFF2-40B4-BE49-F238E27FC236}">
                <a16:creationId xmlns:a16="http://schemas.microsoft.com/office/drawing/2014/main" id="{F1B9359C-06A6-1290-3687-7D2699E7530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57347" y="583531"/>
            <a:ext cx="169947" cy="169947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3563" name="Text Box 59">
            <a:extLst>
              <a:ext uri="{FF2B5EF4-FFF2-40B4-BE49-F238E27FC236}">
                <a16:creationId xmlns:a16="http://schemas.microsoft.com/office/drawing/2014/main" id="{D7AAD8FB-94FA-D6FD-1835-405BD604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9564" y="1245268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3564" name="Text Box 60">
            <a:extLst>
              <a:ext uri="{FF2B5EF4-FFF2-40B4-BE49-F238E27FC236}">
                <a16:creationId xmlns:a16="http://schemas.microsoft.com/office/drawing/2014/main" id="{B7B98C2E-28BE-BFCA-1284-A0EF269E3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802090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#4 → #3 → RGV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3565" name="Text Box 61">
            <a:extLst>
              <a:ext uri="{FF2B5EF4-FFF2-40B4-BE49-F238E27FC236}">
                <a16:creationId xmlns:a16="http://schemas.microsoft.com/office/drawing/2014/main" id="{C8809712-4046-4CE6-9D3A-11ADA50AA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S/C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3566" name="Text Box 62">
            <a:extLst>
              <a:ext uri="{FF2B5EF4-FFF2-40B4-BE49-F238E27FC236}">
                <a16:creationId xmlns:a16="http://schemas.microsoft.com/office/drawing/2014/main" id="{2BFDF2E9-C815-54C5-7EA4-91107782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67" name="Line 63">
            <a:extLst>
              <a:ext uri="{FF2B5EF4-FFF2-40B4-BE49-F238E27FC236}">
                <a16:creationId xmlns:a16="http://schemas.microsoft.com/office/drawing/2014/main" id="{384994EE-2198-B38A-A793-D3C5FF790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68" name="Text Box 64">
            <a:extLst>
              <a:ext uri="{FF2B5EF4-FFF2-40B4-BE49-F238E27FC236}">
                <a16:creationId xmlns:a16="http://schemas.microsoft.com/office/drawing/2014/main" id="{4B8DB408-473A-6C67-77E6-4909B9C96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69" name="Line 65">
            <a:extLst>
              <a:ext uri="{FF2B5EF4-FFF2-40B4-BE49-F238E27FC236}">
                <a16:creationId xmlns:a16="http://schemas.microsoft.com/office/drawing/2014/main" id="{8F70801C-F297-4E43-C112-2F30AC78F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0" name="Text Box 66">
            <a:extLst>
              <a:ext uri="{FF2B5EF4-FFF2-40B4-BE49-F238E27FC236}">
                <a16:creationId xmlns:a16="http://schemas.microsoft.com/office/drawing/2014/main" id="{8F07FB36-F688-F62A-3DB4-592DD35D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65283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%MX292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71" name="Text Box 67">
            <a:extLst>
              <a:ext uri="{FF2B5EF4-FFF2-40B4-BE49-F238E27FC236}">
                <a16:creationId xmlns:a16="http://schemas.microsoft.com/office/drawing/2014/main" id="{81D63802-4352-4620-763B-34BF0F56F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33572" name="Line 68">
            <a:extLst>
              <a:ext uri="{FF2B5EF4-FFF2-40B4-BE49-F238E27FC236}">
                <a16:creationId xmlns:a16="http://schemas.microsoft.com/office/drawing/2014/main" id="{C47FBE3B-F4A7-4263-3BD0-DF9959B9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73" name="Text Box 69">
            <a:extLst>
              <a:ext uri="{FF2B5EF4-FFF2-40B4-BE49-F238E27FC236}">
                <a16:creationId xmlns:a16="http://schemas.microsoft.com/office/drawing/2014/main" id="{7636475B-2821-1441-D428-FFC46B52E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809" y="196566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%MX1300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74" name="Text Box 70">
            <a:extLst>
              <a:ext uri="{FF2B5EF4-FFF2-40B4-BE49-F238E27FC236}">
                <a16:creationId xmlns:a16="http://schemas.microsoft.com/office/drawing/2014/main" id="{B76FC19B-6976-900B-043B-FB7EB31A7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33575" name="Text Box 71">
            <a:extLst>
              <a:ext uri="{FF2B5EF4-FFF2-40B4-BE49-F238E27FC236}">
                <a16:creationId xmlns:a16="http://schemas.microsoft.com/office/drawing/2014/main" id="{0BD13E6E-AFE1-AA8E-19EA-B2D129A8F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44" y="2651460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%MX1300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76" name="Text Box 72">
            <a:extLst>
              <a:ext uri="{FF2B5EF4-FFF2-40B4-BE49-F238E27FC236}">
                <a16:creationId xmlns:a16="http://schemas.microsoft.com/office/drawing/2014/main" id="{97BFA956-432D-B0D4-D98F-B48A15A89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Ack#2</a:t>
            </a:r>
          </a:p>
        </p:txBody>
      </p:sp>
      <p:sp>
        <p:nvSpPr>
          <p:cNvPr id="533577" name="Text Box 73">
            <a:extLst>
              <a:ext uri="{FF2B5EF4-FFF2-40B4-BE49-F238E27FC236}">
                <a16:creationId xmlns:a16="http://schemas.microsoft.com/office/drawing/2014/main" id="{8DC1ED3F-DC0D-F3E6-A007-68A18B01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496" y="232359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M018.4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%MX292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78" name="Text Box 74">
            <a:extLst>
              <a:ext uri="{FF2B5EF4-FFF2-40B4-BE49-F238E27FC236}">
                <a16:creationId xmlns:a16="http://schemas.microsoft.com/office/drawing/2014/main" id="{ADAB9441-6D69-27F3-9AC2-8A3BEFD2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Complete#2</a:t>
            </a:r>
          </a:p>
        </p:txBody>
      </p:sp>
      <p:sp>
        <p:nvSpPr>
          <p:cNvPr id="533579" name="Line 75">
            <a:extLst>
              <a:ext uri="{FF2B5EF4-FFF2-40B4-BE49-F238E27FC236}">
                <a16:creationId xmlns:a16="http://schemas.microsoft.com/office/drawing/2014/main" id="{C5EEC5B4-2409-61E3-DAE9-5E7298DF5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0" name="Text Box 76">
            <a:extLst>
              <a:ext uri="{FF2B5EF4-FFF2-40B4-BE49-F238E27FC236}">
                <a16:creationId xmlns:a16="http://schemas.microsoft.com/office/drawing/2014/main" id="{E629B58D-9674-6365-6A17-EAB8CDAB8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2950745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출고대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33581" name="Line 77">
            <a:extLst>
              <a:ext uri="{FF2B5EF4-FFF2-40B4-BE49-F238E27FC236}">
                <a16:creationId xmlns:a16="http://schemas.microsoft.com/office/drawing/2014/main" id="{AE2245C4-4E03-D514-FB39-334715A94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541797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2" name="Text Box 78">
            <a:extLst>
              <a:ext uri="{FF2B5EF4-FFF2-40B4-BE49-F238E27FC236}">
                <a16:creationId xmlns:a16="http://schemas.microsoft.com/office/drawing/2014/main" id="{7D91AE98-A12B-0445-C22B-61DEF9277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456" y="3337260"/>
            <a:ext cx="2917786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Direction Mode Check(D0301 → %DW481(%DB962))</a:t>
            </a:r>
          </a:p>
        </p:txBody>
      </p:sp>
      <p:sp>
        <p:nvSpPr>
          <p:cNvPr id="533583" name="Text Box 79">
            <a:extLst>
              <a:ext uri="{FF2B5EF4-FFF2-40B4-BE49-F238E27FC236}">
                <a16:creationId xmlns:a16="http://schemas.microsoft.com/office/drawing/2014/main" id="{974C701B-2D53-AF53-3380-9CCFD6EA4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445544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입고 0, 출고 1</a:t>
            </a:r>
          </a:p>
        </p:txBody>
      </p:sp>
      <p:sp>
        <p:nvSpPr>
          <p:cNvPr id="533584" name="Line 80">
            <a:extLst>
              <a:ext uri="{FF2B5EF4-FFF2-40B4-BE49-F238E27FC236}">
                <a16:creationId xmlns:a16="http://schemas.microsoft.com/office/drawing/2014/main" id="{B0790009-FCDE-DF23-1924-4084E20B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75686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5" name="Text Box 81">
            <a:extLst>
              <a:ext uri="{FF2B5EF4-FFF2-40B4-BE49-F238E27FC236}">
                <a16:creationId xmlns:a16="http://schemas.microsoft.com/office/drawing/2014/main" id="{417D5E0F-3FFC-A588-8A3C-9DEECE09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940" y="3651585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1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아닐 경우 변경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586" name="Text Box 82">
            <a:extLst>
              <a:ext uri="{FF2B5EF4-FFF2-40B4-BE49-F238E27FC236}">
                <a16:creationId xmlns:a16="http://schemas.microsoft.com/office/drawing/2014/main" id="{E476DEE1-02E3-887A-3D82-DF6ADCD5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947" y="3641057"/>
            <a:ext cx="192071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D0301 → %DW481(%DB962) “1”</a:t>
            </a:r>
            <a:endParaRPr sz="947" dirty="0">
              <a:solidFill/>
              <a:latin typeface="Times New Roman"/>
            </a:endParaRPr>
          </a:p>
        </p:txBody>
      </p:sp>
      <p:sp>
        <p:nvSpPr>
          <p:cNvPr id="533587" name="AutoShape 83">
            <a:extLst>
              <a:ext uri="{FF2B5EF4-FFF2-40B4-BE49-F238E27FC236}">
                <a16:creationId xmlns:a16="http://schemas.microsoft.com/office/drawing/2014/main" id="{41F24FDC-0743-06D3-9410-E5FE5CB6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867238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(R0012~R0013 %RB24~%RB26)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588" name="Freeform 84">
            <a:extLst>
              <a:ext uri="{FF2B5EF4-FFF2-40B4-BE49-F238E27FC236}">
                <a16:creationId xmlns:a16="http://schemas.microsoft.com/office/drawing/2014/main" id="{13C6F9D3-ECE1-92EF-7B4A-874D0EC0DCE1}"/>
              </a:ext>
            </a:extLst>
          </p:cNvPr>
          <p:cNvSpPr>
            <a:spLocks/>
          </p:cNvSpPr>
          <p:nvPr/>
        </p:nvSpPr>
        <p:spPr bwMode="auto">
          <a:xfrm flipH="1">
            <a:off x="4258176" y="383807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89" name="Text Box 85">
            <a:extLst>
              <a:ext uri="{FF2B5EF4-FFF2-40B4-BE49-F238E27FC236}">
                <a16:creationId xmlns:a16="http://schemas.microsoft.com/office/drawing/2014/main" id="{8C22392F-D766-3286-5F80-DE3A73065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869657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33590" name="Text Box 86">
            <a:extLst>
              <a:ext uri="{FF2B5EF4-FFF2-40B4-BE49-F238E27FC236}">
                <a16:creationId xmlns:a16="http://schemas.microsoft.com/office/drawing/2014/main" id="{D4A39BC3-5F99-2432-10B8-7653793C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4156911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Conveyor move</a:t>
            </a:r>
          </a:p>
        </p:txBody>
      </p:sp>
      <p:sp>
        <p:nvSpPr>
          <p:cNvPr id="533591" name="Text Box 87">
            <a:extLst>
              <a:ext uri="{FF2B5EF4-FFF2-40B4-BE49-F238E27FC236}">
                <a16:creationId xmlns:a16="http://schemas.microsoft.com/office/drawing/2014/main" id="{1E927574-7FFD-0A38-75F6-D426214BD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862263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33592" name="Text Box 88">
            <a:extLst>
              <a:ext uri="{FF2B5EF4-FFF2-40B4-BE49-F238E27FC236}">
                <a16:creationId xmlns:a16="http://schemas.microsoft.com/office/drawing/2014/main" id="{C7FF51BB-940A-63E8-289F-353ECE28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51149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3593" name="Line 89">
            <a:extLst>
              <a:ext uri="{FF2B5EF4-FFF2-40B4-BE49-F238E27FC236}">
                <a16:creationId xmlns:a16="http://schemas.microsoft.com/office/drawing/2014/main" id="{CC7FFA3B-DBF5-6F41-12F9-23AFAE7CC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32698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4" name="Text Box 90">
            <a:extLst>
              <a:ext uri="{FF2B5EF4-FFF2-40B4-BE49-F238E27FC236}">
                <a16:creationId xmlns:a16="http://schemas.microsoft.com/office/drawing/2014/main" id="{F7EC59EA-A5E8-A144-38D4-F979571D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520215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3595" name="Text Box 91">
            <a:extLst>
              <a:ext uri="{FF2B5EF4-FFF2-40B4-BE49-F238E27FC236}">
                <a16:creationId xmlns:a16="http://schemas.microsoft.com/office/drawing/2014/main" id="{AD5A3DB5-6D95-06A5-54CF-876AA980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54342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#4</a:t>
            </a:r>
          </a:p>
        </p:txBody>
      </p:sp>
      <p:sp>
        <p:nvSpPr>
          <p:cNvPr id="533596" name="Line 92">
            <a:extLst>
              <a:ext uri="{FF2B5EF4-FFF2-40B4-BE49-F238E27FC236}">
                <a16:creationId xmlns:a16="http://schemas.microsoft.com/office/drawing/2014/main" id="{B1EEEB2D-C38E-5695-1E81-8F34809E6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793081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597" name="Text Box 93">
            <a:extLst>
              <a:ext uri="{FF2B5EF4-FFF2-40B4-BE49-F238E27FC236}">
                <a16:creationId xmlns:a16="http://schemas.microsoft.com/office/drawing/2014/main" id="{B5504981-CB1E-56EC-61A0-51018F1A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66825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%MX305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3598" name="Text Box 94">
            <a:extLst>
              <a:ext uri="{FF2B5EF4-FFF2-40B4-BE49-F238E27FC236}">
                <a16:creationId xmlns:a16="http://schemas.microsoft.com/office/drawing/2014/main" id="{84A00CDF-AE65-C22C-A3D7-4B5B06959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406691"/>
            <a:ext cx="3001879" cy="407569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#4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#3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33599" name="Freeform 95">
            <a:extLst>
              <a:ext uri="{FF2B5EF4-FFF2-40B4-BE49-F238E27FC236}">
                <a16:creationId xmlns:a16="http://schemas.microsoft.com/office/drawing/2014/main" id="{66BF3986-84F0-065C-C7B8-2A7B0455679D}"/>
              </a:ext>
            </a:extLst>
          </p:cNvPr>
          <p:cNvSpPr>
            <a:spLocks/>
          </p:cNvSpPr>
          <p:nvPr/>
        </p:nvSpPr>
        <p:spPr bwMode="auto">
          <a:xfrm>
            <a:off x="4283744" y="5921042"/>
            <a:ext cx="3274093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3600" name="AutoShape 96">
            <a:extLst>
              <a:ext uri="{FF2B5EF4-FFF2-40B4-BE49-F238E27FC236}">
                <a16:creationId xmlns:a16="http://schemas.microsoft.com/office/drawing/2014/main" id="{C03259B5-9CAB-E4D0-A7DE-2B3EAAD0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93215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NO(R0010~R0011 %RB20~%RB22)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3601" name="Text Box 97">
            <a:extLst>
              <a:ext uri="{FF2B5EF4-FFF2-40B4-BE49-F238E27FC236}">
                <a16:creationId xmlns:a16="http://schemas.microsoft.com/office/drawing/2014/main" id="{60CBCFBA-742A-9C66-C594-BEB94A04C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263816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33602" name="TextBox 533601"/>
          <p:cNvSpPr txBox="1"/>
          <p:nvPr/>
        </p:nvSpPr>
        <p:spPr>
          <a:xfrm>
            <a:off x="1437524" y="6063301"/>
            <a:ext cx="8634161" cy="879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</a:t>
            </a:r>
            <a:r>
              <a:rPr lang="ko-KR" altLang="en-US" sz="1705" b="1">
                <a:solidFill>
                  <a:srgbClr val="FF0000"/>
                </a:solidFill>
              </a:rPr>
              <a:t>방향 전환 가드 미구현</a:t>
            </a:r>
            <a:r>
              <a:rPr lang="en-US" altLang="ko-KR" sz="1705" b="1">
                <a:solidFill>
                  <a:srgbClr val="FF0000"/>
                </a:solidFill>
              </a:rPr>
              <a:t>(ECSDispatcher.cs — </a:t>
            </a:r>
            <a:r>
              <a:rPr lang="ko-KR" altLang="en-US" sz="1705" b="1">
                <a:solidFill>
                  <a:srgbClr val="FF0000"/>
                </a:solidFill>
              </a:rPr>
              <a:t>현재모드만 비교 후 즉시 전환</a:t>
            </a:r>
            <a:r>
              <a:rPr lang="en-US" altLang="ko-KR" sz="1705" b="1">
                <a:solidFill>
                  <a:srgbClr val="FF0000"/>
                </a:solidFill>
              </a:rPr>
              <a:t>) / IN_READY_02·OPERATION_MODE </a:t>
            </a:r>
            <a:r>
              <a:rPr lang="ko-KR" altLang="en-US" sz="1705" b="1">
                <a:solidFill>
                  <a:srgbClr val="FF0000"/>
                </a:solidFill>
              </a:rPr>
              <a:t>는 판독만 하고 배차 조건에 미활용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C/V #2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S/C #1 </a:t>
            </a:r>
            <a:r>
              <a:rPr lang="ko-KR" altLang="en-US" sz="1705" b="1">
                <a:solidFill>
                  <a:srgbClr val="FF0000"/>
                </a:solidFill>
              </a:rPr>
              <a:t>의 입고</a:t>
            </a:r>
            <a:r>
              <a:rPr lang="en-US" altLang="ko-KR" sz="1705" b="1">
                <a:solidFill>
                  <a:srgbClr val="FF0000"/>
                </a:solidFill>
              </a:rPr>
              <a:t>·</a:t>
            </a:r>
            <a:r>
              <a:rPr lang="ko-KR" altLang="en-US" sz="1705" b="1">
                <a:solidFill>
                  <a:srgbClr val="FF0000"/>
                </a:solidFill>
              </a:rPr>
              <a:t>출고 겸용 통로</a:t>
            </a:r>
            <a:r>
              <a:rPr lang="en-US" altLang="ko-KR" sz="1705" b="1">
                <a:solidFill>
                  <a:srgbClr val="FF0000"/>
                </a:solidFill>
              </a:rPr>
              <a:t>(</a:t>
            </a:r>
            <a:r>
              <a:rPr lang="ko-KR" altLang="en-US" sz="1705" b="1">
                <a:solidFill>
                  <a:srgbClr val="FF0000"/>
                </a:solidFill>
              </a:rPr>
              <a:t>방향전환형</a:t>
            </a:r>
            <a:r>
              <a:rPr lang="en-US" altLang="ko-KR" sz="1705" b="1">
                <a:solidFill>
                  <a:srgbClr val="FF0000"/>
                </a:solidFill>
              </a:rPr>
              <a:t>). </a:t>
            </a:r>
            <a:r>
              <a:rPr lang="ko-KR" altLang="en-US" sz="1705" b="1">
                <a:solidFill>
                  <a:srgbClr val="FF0000"/>
                </a:solidFill>
              </a:rPr>
              <a:t>출고 방향값 </a:t>
            </a:r>
            <a:r>
              <a:rPr lang="en-US" altLang="ko-KR" sz="1705" b="1">
                <a:solidFill>
                  <a:srgbClr val="FF0000"/>
                </a:solidFill>
              </a:rPr>
              <a:t>= 1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4119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>
            <a:extLst>
              <a:ext uri="{FF2B5EF4-FFF2-40B4-BE49-F238E27FC236}">
                <a16:creationId xmlns:a16="http://schemas.microsoft.com/office/drawing/2014/main" id="{4AA782E3-BF2A-C5BE-1026-7549A3C1F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5" y="72189"/>
            <a:ext cx="8802090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②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통로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 #4 → #3 → RGV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픽업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0E273624-EC1A-D2A3-09EC-CF386B372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32" name="Rectangle 4">
            <a:extLst>
              <a:ext uri="{FF2B5EF4-FFF2-40B4-BE49-F238E27FC236}">
                <a16:creationId xmlns:a16="http://schemas.microsoft.com/office/drawing/2014/main" id="{24D1DEE5-DC09-72BA-904E-B20931B7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4533" name="Rectangle 5">
            <a:extLst>
              <a:ext uri="{FF2B5EF4-FFF2-40B4-BE49-F238E27FC236}">
                <a16:creationId xmlns:a16="http://schemas.microsoft.com/office/drawing/2014/main" id="{A8CC38E1-84CA-EAD9-E2B6-AC545BAD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F1A5004D-84C0-4823-36E7-20B2B06FD640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4144879"/>
            <a:chOff x="1125" y="1346"/>
            <a:chExt cx="2169" cy="4722"/>
          </a:xfrm>
        </p:grpSpPr>
        <p:sp>
          <p:nvSpPr>
            <p:cNvPr id="534535" name="Line 7">
              <a:extLst>
                <a:ext uri="{FF2B5EF4-FFF2-40B4-BE49-F238E27FC236}">
                  <a16:creationId xmlns:a16="http://schemas.microsoft.com/office/drawing/2014/main" id="{C70A90B0-E15C-3305-BD93-4A1B7DD1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4536" name="Line 8">
              <a:extLst>
                <a:ext uri="{FF2B5EF4-FFF2-40B4-BE49-F238E27FC236}">
                  <a16:creationId xmlns:a16="http://schemas.microsoft.com/office/drawing/2014/main" id="{007EE21A-CF1E-1B1A-EA01-1C5D44CB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4542" name="Text Box 14">
            <a:extLst>
              <a:ext uri="{FF2B5EF4-FFF2-40B4-BE49-F238E27FC236}">
                <a16:creationId xmlns:a16="http://schemas.microsoft.com/office/drawing/2014/main" id="{00B3AD84-A7BF-DC0B-46E7-337CB715C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34557" name="Group 29">
            <a:extLst>
              <a:ext uri="{FF2B5EF4-FFF2-40B4-BE49-F238E27FC236}">
                <a16:creationId xmlns:a16="http://schemas.microsoft.com/office/drawing/2014/main" id="{D682007A-0F9A-C266-8752-CE01BB726E4F}"/>
              </a:ext>
            </a:extLst>
          </p:cNvPr>
          <p:cNvGrpSpPr>
            <a:grpSpLocks/>
          </p:cNvGrpSpPr>
          <p:nvPr/>
        </p:nvGrpSpPr>
        <p:grpSpPr bwMode="auto">
          <a:xfrm>
            <a:off x="9834813" y="634666"/>
            <a:ext cx="341397" cy="681289"/>
            <a:chOff x="995" y="2643"/>
            <a:chExt cx="227" cy="453"/>
          </a:xfrm>
        </p:grpSpPr>
        <p:sp>
          <p:nvSpPr>
            <p:cNvPr id="534558" name="Rectangle 30">
              <a:extLst>
                <a:ext uri="{FF2B5EF4-FFF2-40B4-BE49-F238E27FC236}">
                  <a16:creationId xmlns:a16="http://schemas.microsoft.com/office/drawing/2014/main" id="{C72DCFD1-CFE8-F78E-0C84-8FD38EDC2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4559" name="Rectangle 31">
              <a:extLst>
                <a:ext uri="{FF2B5EF4-FFF2-40B4-BE49-F238E27FC236}">
                  <a16:creationId xmlns:a16="http://schemas.microsoft.com/office/drawing/2014/main" id="{C6951F39-1C5E-E5A8-F47C-3AB3BA74A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sp>
        <p:nvSpPr>
          <p:cNvPr id="534560" name="AutoShape 32">
            <a:extLst>
              <a:ext uri="{FF2B5EF4-FFF2-40B4-BE49-F238E27FC236}">
                <a16:creationId xmlns:a16="http://schemas.microsoft.com/office/drawing/2014/main" id="{C7B94BA7-FCC2-8934-021D-EB157667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363" y="114600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1" name="AutoShape 33">
            <a:extLst>
              <a:ext uri="{FF2B5EF4-FFF2-40B4-BE49-F238E27FC236}">
                <a16:creationId xmlns:a16="http://schemas.microsoft.com/office/drawing/2014/main" id="{C6AA9A68-E3C3-EFB8-E6C6-6B30EDFB8E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643813" y="654218"/>
            <a:ext cx="169946" cy="169946"/>
          </a:xfrm>
          <a:prstGeom prst="flowChartExtra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4562" name="Text Box 34">
            <a:extLst>
              <a:ext uri="{FF2B5EF4-FFF2-40B4-BE49-F238E27FC236}">
                <a16:creationId xmlns:a16="http://schemas.microsoft.com/office/drawing/2014/main" id="{D8F212AC-C384-03C4-2EC4-1F27CFB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6028" y="1315954"/>
            <a:ext cx="4908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#2</a:t>
            </a:r>
          </a:p>
        </p:txBody>
      </p:sp>
      <p:sp>
        <p:nvSpPr>
          <p:cNvPr id="534563" name="Text Box 35">
            <a:extLst>
              <a:ext uri="{FF2B5EF4-FFF2-40B4-BE49-F238E27FC236}">
                <a16:creationId xmlns:a16="http://schemas.microsoft.com/office/drawing/2014/main" id="{E394CBC0-D2BD-D25A-CFCA-C6AAAF22A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162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Call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을 위해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보고</a:t>
            </a:r>
          </a:p>
        </p:txBody>
      </p:sp>
      <p:sp>
        <p:nvSpPr>
          <p:cNvPr id="534564" name="Text Box 36">
            <a:extLst>
              <a:ext uri="{FF2B5EF4-FFF2-40B4-BE49-F238E27FC236}">
                <a16:creationId xmlns:a16="http://schemas.microsoft.com/office/drawing/2014/main" id="{CA1D7020-2A9E-88FD-B78B-E0452BB9D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642" y="2188244"/>
            <a:ext cx="3001879" cy="29627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이 도착하여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34565" name="Line 37">
            <a:extLst>
              <a:ext uri="{FF2B5EF4-FFF2-40B4-BE49-F238E27FC236}">
                <a16:creationId xmlns:a16="http://schemas.microsoft.com/office/drawing/2014/main" id="{61C141DA-F898-A101-0F4C-A670E132D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29665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6" name="Text Box 38">
            <a:extLst>
              <a:ext uri="{FF2B5EF4-FFF2-40B4-BE49-F238E27FC236}">
                <a16:creationId xmlns:a16="http://schemas.microsoft.com/office/drawing/2014/main" id="{DA58B013-A827-47D4-C0E4-DEF4AFA5E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0650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%MX289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4567" name="Text Box 39">
            <a:extLst>
              <a:ext uri="{FF2B5EF4-FFF2-40B4-BE49-F238E27FC236}">
                <a16:creationId xmlns:a16="http://schemas.microsoft.com/office/drawing/2014/main" id="{5B8C7016-1157-AA78-A33F-0E9BEA886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07106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4568" name="Line 40">
            <a:extLst>
              <a:ext uri="{FF2B5EF4-FFF2-40B4-BE49-F238E27FC236}">
                <a16:creationId xmlns:a16="http://schemas.microsoft.com/office/drawing/2014/main" id="{8D6FFBAD-AC20-3860-8FE1-8563D64BE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627521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69" name="Text Box 41">
            <a:extLst>
              <a:ext uri="{FF2B5EF4-FFF2-40B4-BE49-F238E27FC236}">
                <a16:creationId xmlns:a16="http://schemas.microsoft.com/office/drawing/2014/main" id="{061B748B-D334-1C26-E28B-A7D997908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748" y="3503716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%MX1297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ON</a:t>
            </a:r>
          </a:p>
        </p:txBody>
      </p:sp>
      <p:sp>
        <p:nvSpPr>
          <p:cNvPr id="534570" name="Text Box 42">
            <a:extLst>
              <a:ext uri="{FF2B5EF4-FFF2-40B4-BE49-F238E27FC236}">
                <a16:creationId xmlns:a16="http://schemas.microsoft.com/office/drawing/2014/main" id="{3F0B89E8-8604-B7EA-6AF4-56C6EA6B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401929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4571" name="Line 43">
            <a:extLst>
              <a:ext uri="{FF2B5EF4-FFF2-40B4-BE49-F238E27FC236}">
                <a16:creationId xmlns:a16="http://schemas.microsoft.com/office/drawing/2014/main" id="{DAA197E4-B665-5FD6-35BD-195F4C59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5466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2" name="Text Box 44">
            <a:extLst>
              <a:ext uri="{FF2B5EF4-FFF2-40B4-BE49-F238E27FC236}">
                <a16:creationId xmlns:a16="http://schemas.microsoft.com/office/drawing/2014/main" id="{FE70E080-A169-1720-D322-DEC99F0C1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388" y="4063666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M081.1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%MX1297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73" name="Text Box 45">
            <a:extLst>
              <a:ext uri="{FF2B5EF4-FFF2-40B4-BE49-F238E27FC236}">
                <a16:creationId xmlns:a16="http://schemas.microsoft.com/office/drawing/2014/main" id="{51D7FE5E-2F56-D7B2-5655-0A172BA0D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6366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Ack#1</a:t>
            </a:r>
          </a:p>
        </p:txBody>
      </p:sp>
      <p:sp>
        <p:nvSpPr>
          <p:cNvPr id="534574" name="Text Box 46">
            <a:extLst>
              <a:ext uri="{FF2B5EF4-FFF2-40B4-BE49-F238E27FC236}">
                <a16:creationId xmlns:a16="http://schemas.microsoft.com/office/drawing/2014/main" id="{F65DB8D0-B2B4-140E-8E17-3D347B94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255671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</a:t>
            </a:r>
          </a:p>
        </p:txBody>
      </p:sp>
      <p:sp>
        <p:nvSpPr>
          <p:cNvPr id="534575" name="Line 47">
            <a:extLst>
              <a:ext uri="{FF2B5EF4-FFF2-40B4-BE49-F238E27FC236}">
                <a16:creationId xmlns:a16="http://schemas.microsoft.com/office/drawing/2014/main" id="{1AD6AF4F-A690-F3E9-6B9A-04B14B6447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2806366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6" name="Text Box 48">
            <a:extLst>
              <a:ext uri="{FF2B5EF4-FFF2-40B4-BE49-F238E27FC236}">
                <a16:creationId xmlns:a16="http://schemas.microsoft.com/office/drawing/2014/main" id="{29557B46-D4A5-DF96-9663-5359C43B1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2681539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M019.0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%MX304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77" name="Line 49">
            <a:extLst>
              <a:ext uri="{FF2B5EF4-FFF2-40B4-BE49-F238E27FC236}">
                <a16:creationId xmlns:a16="http://schemas.microsoft.com/office/drawing/2014/main" id="{5AC7D4EF-4CDE-C605-F13C-CE4FB97C0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46306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78" name="Text Box 50">
            <a:extLst>
              <a:ext uri="{FF2B5EF4-FFF2-40B4-BE49-F238E27FC236}">
                <a16:creationId xmlns:a16="http://schemas.microsoft.com/office/drawing/2014/main" id="{6B737D5A-042C-B82B-422D-2D2A19C4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431" y="4424613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M018.6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4579" name="Text Box 51">
            <a:extLst>
              <a:ext uri="{FF2B5EF4-FFF2-40B4-BE49-F238E27FC236}">
                <a16:creationId xmlns:a16="http://schemas.microsoft.com/office/drawing/2014/main" id="{2F9AC8B2-49CE-5316-5B9D-A5AD88445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9904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0" name="Text Box 52">
            <a:extLst>
              <a:ext uri="{FF2B5EF4-FFF2-40B4-BE49-F238E27FC236}">
                <a16:creationId xmlns:a16="http://schemas.microsoft.com/office/drawing/2014/main" id="{FF0F4938-FE93-2E57-5B68-9A5C072F8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167" y="3735806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sz="947">
                <a:solidFill/>
                <a:latin typeface="Times New Roman"/>
              </a:rPr>
              <a:t>M018.1 </a:t>
            </a:r>
            <a:r>
              <a:rPr lang="en-US" sz="947" b="1">
                <a:solidFill>
                  <a:srgbClr val="FF0000"/>
                </a:solidFill>
                <a:latin typeface="Times New Roman"/>
              </a:rPr>
              <a:t>%MX289</a:t>
            </a:r>
            <a:r>
              <a:rPr sz="947">
                <a:solidFill/>
                <a:latin typeface="Times New Roman"/>
              </a:rPr>
              <a:t> </a:t>
            </a:r>
            <a:r>
              <a:rPr sz="947" dirty="0">
                <a:solidFill/>
                <a:latin typeface="Times New Roman"/>
              </a:rPr>
              <a:t>OFF</a:t>
            </a:r>
          </a:p>
        </p:txBody>
      </p:sp>
      <p:sp>
        <p:nvSpPr>
          <p:cNvPr id="534581" name="Text Box 53">
            <a:extLst>
              <a:ext uri="{FF2B5EF4-FFF2-40B4-BE49-F238E27FC236}">
                <a16:creationId xmlns:a16="http://schemas.microsoft.com/office/drawing/2014/main" id="{AC4CB840-9EDF-AF3D-5890-4956AFD1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74182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Complete#1</a:t>
            </a:r>
          </a:p>
        </p:txBody>
      </p:sp>
      <p:sp>
        <p:nvSpPr>
          <p:cNvPr id="534582" name="Line 54">
            <a:extLst>
              <a:ext uri="{FF2B5EF4-FFF2-40B4-BE49-F238E27FC236}">
                <a16:creationId xmlns:a16="http://schemas.microsoft.com/office/drawing/2014/main" id="{BDAB8D9D-2CB3-641A-2335-F2C3A245B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396741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3" name="Freeform 55">
            <a:extLst>
              <a:ext uri="{FF2B5EF4-FFF2-40B4-BE49-F238E27FC236}">
                <a16:creationId xmlns:a16="http://schemas.microsoft.com/office/drawing/2014/main" id="{A546262F-C695-F296-16D3-95976DA85B88}"/>
              </a:ext>
            </a:extLst>
          </p:cNvPr>
          <p:cNvSpPr>
            <a:spLocks/>
          </p:cNvSpPr>
          <p:nvPr/>
        </p:nvSpPr>
        <p:spPr bwMode="auto">
          <a:xfrm>
            <a:off x="4246145" y="1768642"/>
            <a:ext cx="3274094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4" name="AutoShape 56">
            <a:extLst>
              <a:ext uri="{FF2B5EF4-FFF2-40B4-BE49-F238E27FC236}">
                <a16:creationId xmlns:a16="http://schemas.microsoft.com/office/drawing/2014/main" id="{20CA4675-9095-C921-B292-9ECB8E08E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1779759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pt-BR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(R0010~R0011 %RB20~%RB22)</a:t>
            </a:r>
            <a:endParaRPr lang="en-US" altLang="ko-KR" sz="947">
              <a:latin typeface="Times New Roman" panose="02020603050405020304" pitchFamily="18" charset="0"/>
              <a:ea typeface="굴림체" panose="020B0609000101010101" pitchFamily="49" charset="-127"/>
            </a:endParaRPr>
          </a:p>
        </p:txBody>
      </p:sp>
      <p:sp>
        <p:nvSpPr>
          <p:cNvPr id="534585" name="Line 57">
            <a:extLst>
              <a:ext uri="{FF2B5EF4-FFF2-40B4-BE49-F238E27FC236}">
                <a16:creationId xmlns:a16="http://schemas.microsoft.com/office/drawing/2014/main" id="{7D0D25D4-3E30-533E-288F-0059389E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129" y="1538539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4586" name="Text Box 58">
            <a:extLst>
              <a:ext uri="{FF2B5EF4-FFF2-40B4-BE49-F238E27FC236}">
                <a16:creationId xmlns:a16="http://schemas.microsoft.com/office/drawing/2014/main" id="{E9652FE8-CF28-9CB4-608D-035C8265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32" y="13324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>
                <a:solidFill/>
                <a:latin typeface="Times New Roman"/>
              </a:rPr>
              <a:t>M018.6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%MX294</a:t>
            </a:r>
            <a:r>
              <a:rPr sz="947">
                <a:solidFill/>
                <a:latin typeface="Times New Roman"/>
              </a:rPr>
              <a:t> ON</a:t>
            </a:r>
          </a:p>
        </p:txBody>
      </p:sp>
      <p:sp>
        <p:nvSpPr>
          <p:cNvPr id="534587" name="Text Box 59">
            <a:extLst>
              <a:ext uri="{FF2B5EF4-FFF2-40B4-BE49-F238E27FC236}">
                <a16:creationId xmlns:a16="http://schemas.microsoft.com/office/drawing/2014/main" id="{F8A4651C-D00F-AD92-76FC-4766231B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130693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34588" name="Text Box 60">
            <a:extLst>
              <a:ext uri="{FF2B5EF4-FFF2-40B4-BE49-F238E27FC236}">
                <a16:creationId xmlns:a16="http://schemas.microsoft.com/office/drawing/2014/main" id="{B42800D1-F70C-959E-44A8-9129D59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444" y="5406691"/>
            <a:ext cx="6754227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출고의 경우는 입고의 반대 순서대로 진행되면 됨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.</a:t>
            </a:r>
          </a:p>
        </p:txBody>
      </p:sp>
      <p:sp>
        <p:nvSpPr>
          <p:cNvPr id="534589" name="TextBox 534588"/>
          <p:cNvSpPr txBox="1"/>
          <p:nvPr/>
        </p:nvSpPr>
        <p:spPr>
          <a:xfrm>
            <a:off x="1530016" y="6020603"/>
            <a:ext cx="8229600" cy="1666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Ack OFF </a:t>
            </a:r>
            <a:r>
              <a:rPr lang="ko-KR" altLang="en-US" sz="1705" b="1">
                <a:solidFill>
                  <a:srgbClr val="FF0000"/>
                </a:solidFill>
              </a:rPr>
              <a:t>처리 없음 </a:t>
            </a:r>
            <a:r>
              <a:rPr lang="en-US" altLang="ko-KR" sz="1705" b="1">
                <a:solidFill>
                  <a:srgbClr val="FF0000"/>
                </a:solidFill>
              </a:rPr>
              <a:t>— PLC </a:t>
            </a:r>
            <a:r>
              <a:rPr lang="ko-KR" altLang="en-US" sz="1705" b="1">
                <a:solidFill>
                  <a:srgbClr val="FF0000"/>
                </a:solidFill>
              </a:rPr>
              <a:t>래더의 </a:t>
            </a:r>
            <a:r>
              <a:rPr lang="en-US" altLang="ko-KR" sz="1705" b="1">
                <a:solidFill>
                  <a:srgbClr val="FF0000"/>
                </a:solidFill>
              </a:rPr>
              <a:t>Ack </a:t>
            </a:r>
            <a:r>
              <a:rPr lang="ko-KR" altLang="en-US" sz="1705" b="1">
                <a:solidFill>
                  <a:srgbClr val="FF0000"/>
                </a:solidFill>
              </a:rPr>
              <a:t>리셋 전제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※ V1.3 : M018.1(%MX289) 'Unload Complete#1' </a:t>
            </a:r>
            <a:r>
              <a:rPr lang="ko-KR" altLang="en-US" sz="1705" b="1">
                <a:solidFill>
                  <a:srgbClr val="FF0000"/>
                </a:solidFill>
              </a:rPr>
              <a:t>는 정상 표기 </a:t>
            </a:r>
            <a:r>
              <a:rPr lang="en-US" altLang="ko-KR" sz="1705" b="1">
                <a:solidFill>
                  <a:srgbClr val="FF0000"/>
                </a:solidFill>
              </a:rPr>
              <a:t>— </a:t>
            </a:r>
            <a:r>
              <a:rPr lang="ko-KR" altLang="en-US" sz="1705" b="1">
                <a:solidFill>
                  <a:srgbClr val="FF0000"/>
                </a:solidFill>
              </a:rPr>
              <a:t>신호명이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기준이므로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가 화물을 실어가면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'</a:t>
            </a:r>
            <a:r>
              <a:rPr lang="ko-KR" altLang="en-US" sz="1705" b="1">
                <a:solidFill>
                  <a:srgbClr val="FF0000"/>
                </a:solidFill>
              </a:rPr>
              <a:t>하역완료</a:t>
            </a:r>
            <a:r>
              <a:rPr lang="en-US" altLang="ko-KR" sz="1705" b="1">
                <a:solidFill>
                  <a:srgbClr val="FF0000"/>
                </a:solidFill>
              </a:rPr>
              <a:t>(Unload)' </a:t>
            </a:r>
            <a:r>
              <a:rPr lang="ko-KR" altLang="en-US" sz="1705" b="1">
                <a:solidFill>
                  <a:srgbClr val="FF0000"/>
                </a:solidFill>
              </a:rPr>
              <a:t>를 보고한다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운영</a:t>
            </a:r>
            <a:r>
              <a:rPr lang="en-US" altLang="ko-KR" sz="1705" b="1">
                <a:solidFill>
                  <a:srgbClr val="FF0000"/>
                </a:solidFill>
              </a:rPr>
              <a:t>DB </a:t>
            </a:r>
            <a:r>
              <a:rPr lang="ko-KR" altLang="en-US" sz="1705" b="1">
                <a:solidFill>
                  <a:srgbClr val="FF0000"/>
                </a:solidFill>
              </a:rPr>
              <a:t>태그도 </a:t>
            </a:r>
            <a:r>
              <a:rPr lang="en-US" altLang="ko-KR" sz="1705" b="1">
                <a:solidFill>
                  <a:srgbClr val="FF0000"/>
                </a:solidFill>
              </a:rPr>
              <a:t>CONVEYOR:2.UNLOAD_COMPLETE_01 </a:t>
            </a:r>
            <a:r>
              <a:rPr lang="ko-KR" altLang="en-US" sz="1705" b="1">
                <a:solidFill>
                  <a:srgbClr val="FF0000"/>
                </a:solidFill>
              </a:rPr>
              <a:t>로 일치</a:t>
            </a:r>
          </a:p>
          <a:p>
            <a:r>
              <a:rPr lang="ko-KR" altLang="en-US" sz="1705" b="1">
                <a:solidFill>
                  <a:srgbClr val="FF0000"/>
                </a:solidFill>
              </a:rPr>
              <a:t>→ 다음 </a:t>
            </a:r>
            <a:r>
              <a:rPr lang="en-US" altLang="ko-KR" sz="1705" b="1">
                <a:solidFill>
                  <a:srgbClr val="FF0000"/>
                </a:solidFill>
              </a:rPr>
              <a:t>: RGV #1 </a:t>
            </a:r>
            <a:r>
              <a:rPr lang="ko-KR" altLang="en-US" sz="1705" b="1">
                <a:solidFill>
                  <a:srgbClr val="FF0000"/>
                </a:solidFill>
              </a:rPr>
              <a:t>이 </a:t>
            </a:r>
            <a:r>
              <a:rPr lang="en-US" altLang="ko-KR" sz="1705" b="1">
                <a:solidFill>
                  <a:srgbClr val="FF0000"/>
                </a:solidFill>
              </a:rPr>
              <a:t>#4 </a:t>
            </a:r>
            <a:r>
              <a:rPr lang="ko-KR" altLang="en-US" sz="1705" b="1">
                <a:solidFill>
                  <a:srgbClr val="FF0000"/>
                </a:solidFill>
              </a:rPr>
              <a:t>에서 </a:t>
            </a:r>
            <a:r>
              <a:rPr lang="en-US" altLang="ko-KR" sz="1705" b="1">
                <a:solidFill>
                  <a:srgbClr val="FF0000"/>
                </a:solidFill>
              </a:rPr>
              <a:t>Load </a:t>
            </a:r>
            <a:r>
              <a:rPr lang="ko-KR" altLang="en-US" sz="1705" b="1">
                <a:solidFill>
                  <a:srgbClr val="FF0000"/>
                </a:solidFill>
              </a:rPr>
              <a:t>완료</a:t>
            </a:r>
            <a:r>
              <a:rPr lang="en-US" altLang="ko-KR" sz="1705" b="1">
                <a:solidFill>
                  <a:srgbClr val="FF0000"/>
                </a:solidFill>
              </a:rPr>
              <a:t>(④ RGV </a:t>
            </a:r>
            <a:r>
              <a:rPr lang="ko-KR" altLang="en-US" sz="1705" b="1">
                <a:solidFill>
                  <a:srgbClr val="FF0000"/>
                </a:solidFill>
              </a:rPr>
              <a:t>반송의 </a:t>
            </a:r>
            <a:r>
              <a:rPr lang="en-US" altLang="ko-KR" sz="1705" b="1">
                <a:solidFill>
                  <a:srgbClr val="FF0000"/>
                </a:solidFill>
              </a:rPr>
              <a:t>Load Complete </a:t>
            </a:r>
            <a:r>
              <a:rPr lang="ko-KR" altLang="en-US" sz="1705" b="1">
                <a:solidFill>
                  <a:srgbClr val="FF0000"/>
                </a:solidFill>
              </a:rPr>
              <a:t>와 동일 시점</a:t>
            </a:r>
            <a:r>
              <a:rPr lang="en-US" altLang="ko-KR" sz="1705" b="1">
                <a:solidFill>
                  <a:srgbClr val="FF0000"/>
                </a:solidFill>
              </a:rPr>
              <a:t>)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6238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740B2D4F-FFED-A7AC-5067-9C3B01873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ED41746F-E066-3AFE-64E2-61BAB55B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5556" name="Rectangle 4">
            <a:extLst>
              <a:ext uri="{FF2B5EF4-FFF2-40B4-BE49-F238E27FC236}">
                <a16:creationId xmlns:a16="http://schemas.microsoft.com/office/drawing/2014/main" id="{8E615C03-66BF-8E71-194B-E4551BFC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5557" name="Group 5">
            <a:extLst>
              <a:ext uri="{FF2B5EF4-FFF2-40B4-BE49-F238E27FC236}">
                <a16:creationId xmlns:a16="http://schemas.microsoft.com/office/drawing/2014/main" id="{87B3E2B4-BB9E-30E9-0649-F513B89634A3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35558" name="Line 6">
              <a:extLst>
                <a:ext uri="{FF2B5EF4-FFF2-40B4-BE49-F238E27FC236}">
                  <a16:creationId xmlns:a16="http://schemas.microsoft.com/office/drawing/2014/main" id="{14FD3DD9-5FFC-CD1B-02DC-8ACB1360B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5559" name="Line 7">
              <a:extLst>
                <a:ext uri="{FF2B5EF4-FFF2-40B4-BE49-F238E27FC236}">
                  <a16:creationId xmlns:a16="http://schemas.microsoft.com/office/drawing/2014/main" id="{A2366E78-F21B-32BE-B953-DCC3234B3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5568" name="Text Box 16">
            <a:extLst>
              <a:ext uri="{FF2B5EF4-FFF2-40B4-BE49-F238E27FC236}">
                <a16:creationId xmlns:a16="http://schemas.microsoft.com/office/drawing/2014/main" id="{77B964DD-AB91-828A-56AD-BB160D6B3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489504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#3 → #27)</a:t>
            </a:r>
          </a:p>
        </p:txBody>
      </p:sp>
      <p:sp>
        <p:nvSpPr>
          <p:cNvPr id="535606" name="AutoShape 54">
            <a:extLst>
              <a:ext uri="{FF2B5EF4-FFF2-40B4-BE49-F238E27FC236}">
                <a16:creationId xmlns:a16="http://schemas.microsoft.com/office/drawing/2014/main" id="{50EBBCE3-AB51-261A-1268-ED2501E1C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5607" name="Line 55">
            <a:extLst>
              <a:ext uri="{FF2B5EF4-FFF2-40B4-BE49-F238E27FC236}">
                <a16:creationId xmlns:a16="http://schemas.microsoft.com/office/drawing/2014/main" id="{4A43A52F-6935-55AF-384B-0D18ABEE8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150244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08" name="Text Box 56">
            <a:extLst>
              <a:ext uri="{FF2B5EF4-FFF2-40B4-BE49-F238E27FC236}">
                <a16:creationId xmlns:a16="http://schemas.microsoft.com/office/drawing/2014/main" id="{38150D64-A365-32DE-7148-08605750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671" y="127534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09" name="Line 57">
            <a:extLst>
              <a:ext uri="{FF2B5EF4-FFF2-40B4-BE49-F238E27FC236}">
                <a16:creationId xmlns:a16="http://schemas.microsoft.com/office/drawing/2014/main" id="{538D1C49-7A58-0645-2326-31B6005B7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165560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0" name="Text Box 58">
            <a:extLst>
              <a:ext uri="{FF2B5EF4-FFF2-40B4-BE49-F238E27FC236}">
                <a16:creationId xmlns:a16="http://schemas.microsoft.com/office/drawing/2014/main" id="{C762E391-DB4F-C9E6-242D-0A25A2404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920416"/>
            <a:ext cx="163779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IDLE = 1</a:t>
            </a:r>
          </a:p>
        </p:txBody>
      </p:sp>
      <p:sp>
        <p:nvSpPr>
          <p:cNvPr id="535611" name="Text Box 59">
            <a:extLst>
              <a:ext uri="{FF2B5EF4-FFF2-40B4-BE49-F238E27FC236}">
                <a16:creationId xmlns:a16="http://schemas.microsoft.com/office/drawing/2014/main" id="{FFA5A0F1-A7FB-B40C-9A92-F9A79160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911" y="1020637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12" name="Text Box 60">
            <a:extLst>
              <a:ext uri="{FF2B5EF4-FFF2-40B4-BE49-F238E27FC236}">
                <a16:creationId xmlns:a16="http://schemas.microsoft.com/office/drawing/2014/main" id="{43EBBCC1-0BA4-367E-A94C-CE5B8FB6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0362" y="1409199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13" name="Text Box 61">
            <a:extLst>
              <a:ext uri="{FF2B5EF4-FFF2-40B4-BE49-F238E27FC236}">
                <a16:creationId xmlns:a16="http://schemas.microsoft.com/office/drawing/2014/main" id="{7ACD4FBB-FB8F-5B84-4B36-23622B7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49" y="2242386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%MX1616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14" name="Text Box 62">
            <a:extLst>
              <a:ext uri="{FF2B5EF4-FFF2-40B4-BE49-F238E27FC236}">
                <a16:creationId xmlns:a16="http://schemas.microsoft.com/office/drawing/2014/main" id="{35CA654D-E118-650F-3607-251EBF2FD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13109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Req’</a:t>
            </a:r>
          </a:p>
        </p:txBody>
      </p:sp>
      <p:sp>
        <p:nvSpPr>
          <p:cNvPr id="535615" name="Line 63">
            <a:extLst>
              <a:ext uri="{FF2B5EF4-FFF2-40B4-BE49-F238E27FC236}">
                <a16:creationId xmlns:a16="http://schemas.microsoft.com/office/drawing/2014/main" id="{41D3D10F-BC64-D447-0A9A-596F71FDAE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1712" y="235969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16" name="AutoShape 64">
            <a:extLst>
              <a:ext uri="{FF2B5EF4-FFF2-40B4-BE49-F238E27FC236}">
                <a16:creationId xmlns:a16="http://schemas.microsoft.com/office/drawing/2014/main" id="{EE57716E-4C4D-4A0D-6CA4-CDB145B7D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826" y="949654"/>
            <a:ext cx="2859644" cy="1741753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ko-KR" sz="1705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Command Data </a:t>
            </a:r>
          </a:p>
          <a:p>
            <a:r>
              <a:rPr lang="en-US" sz="1705">
                <a:solidFill/>
                <a:latin typeface="Times New Roman"/>
              </a:rPr>
              <a:t>(From : D0370(%DW848)=00/00/03,  To : D0373(%DW851)=00/00/27,</a:t>
            </a:r>
          </a:p>
          <a:p>
            <a:r>
              <a:rPr lang="en-US" sz="1705">
                <a:solidFill/>
                <a:latin typeface="Times New Roman"/>
              </a:rPr>
              <a:t>Job No : D0376(%DW854)=</a:t>
            </a:r>
            <a:r>
              <a:rPr lang="ko-KR" altLang="en-US" sz="1705">
                <a:solidFill/>
                <a:latin typeface="Times New Roman"/>
              </a:rPr>
              <a:t>작업번호</a:t>
            </a:r>
            <a:r>
              <a:rPr lang="en-US" altLang="ko-KR" sz="1705">
                <a:solidFill/>
                <a:latin typeface="Times New Roman"/>
              </a:rPr>
              <a:t>)</a:t>
            </a:r>
            <a:endParaRPr lang="en-US" altLang="ko-KR" sz="1705" dirty="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35617" name="Freeform 65">
            <a:extLst>
              <a:ext uri="{FF2B5EF4-FFF2-40B4-BE49-F238E27FC236}">
                <a16:creationId xmlns:a16="http://schemas.microsoft.com/office/drawing/2014/main" id="{B6091372-82CB-94A3-6AE7-974661A66338}"/>
              </a:ext>
            </a:extLst>
          </p:cNvPr>
          <p:cNvSpPr>
            <a:spLocks/>
          </p:cNvSpPr>
          <p:nvPr/>
        </p:nvSpPr>
        <p:spPr bwMode="auto">
          <a:xfrm flipH="1">
            <a:off x="4270208" y="1655846"/>
            <a:ext cx="3274094" cy="378995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35619" name="Group 67">
            <a:extLst>
              <a:ext uri="{FF2B5EF4-FFF2-40B4-BE49-F238E27FC236}">
                <a16:creationId xmlns:a16="http://schemas.microsoft.com/office/drawing/2014/main" id="{EDD0A87F-B2AD-A96E-5780-5AA9F4481081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5620" name="Rectangle 68">
              <a:extLst>
                <a:ext uri="{FF2B5EF4-FFF2-40B4-BE49-F238E27FC236}">
                  <a16:creationId xmlns:a16="http://schemas.microsoft.com/office/drawing/2014/main" id="{D214D6ED-62AC-17AB-5032-3ED046651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5621" name="Rectangle 69">
              <a:extLst>
                <a:ext uri="{FF2B5EF4-FFF2-40B4-BE49-F238E27FC236}">
                  <a16:creationId xmlns:a16="http://schemas.microsoft.com/office/drawing/2014/main" id="{EE95829E-086C-F087-0308-D9211A16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5622" name="Group 70">
            <a:extLst>
              <a:ext uri="{FF2B5EF4-FFF2-40B4-BE49-F238E27FC236}">
                <a16:creationId xmlns:a16="http://schemas.microsoft.com/office/drawing/2014/main" id="{C8208F65-F3BF-D341-D040-CB38E56E426F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5623" name="Rectangle 71">
              <a:extLst>
                <a:ext uri="{FF2B5EF4-FFF2-40B4-BE49-F238E27FC236}">
                  <a16:creationId xmlns:a16="http://schemas.microsoft.com/office/drawing/2014/main" id="{5FE08C84-5404-044B-5082-B49FE72BB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5624" name="Rectangle 72">
              <a:extLst>
                <a:ext uri="{FF2B5EF4-FFF2-40B4-BE49-F238E27FC236}">
                  <a16:creationId xmlns:a16="http://schemas.microsoft.com/office/drawing/2014/main" id="{E6B73301-4C20-BDF4-B0CF-63051A2E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5625" name="Line 73">
            <a:extLst>
              <a:ext uri="{FF2B5EF4-FFF2-40B4-BE49-F238E27FC236}">
                <a16:creationId xmlns:a16="http://schemas.microsoft.com/office/drawing/2014/main" id="{F91AF9D7-017D-82FB-0FF6-83D0ACFCE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26" name="Line 74">
            <a:extLst>
              <a:ext uri="{FF2B5EF4-FFF2-40B4-BE49-F238E27FC236}">
                <a16:creationId xmlns:a16="http://schemas.microsoft.com/office/drawing/2014/main" id="{BCEE5132-A061-19EC-6BEC-E0F6F24E14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7" name="Line 75">
            <a:extLst>
              <a:ext uri="{FF2B5EF4-FFF2-40B4-BE49-F238E27FC236}">
                <a16:creationId xmlns:a16="http://schemas.microsoft.com/office/drawing/2014/main" id="{DF39DCCB-1F40-E181-CB8D-C1003304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8" name="Line 76">
            <a:extLst>
              <a:ext uri="{FF2B5EF4-FFF2-40B4-BE49-F238E27FC236}">
                <a16:creationId xmlns:a16="http://schemas.microsoft.com/office/drawing/2014/main" id="{458BD7A7-1C5F-0FBF-8F9E-B0F6001FD1B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5629" name="Line 77">
            <a:extLst>
              <a:ext uri="{FF2B5EF4-FFF2-40B4-BE49-F238E27FC236}">
                <a16:creationId xmlns:a16="http://schemas.microsoft.com/office/drawing/2014/main" id="{0EC79D1C-8106-67B2-EA63-13550C43D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71612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0" name="Text Box 78">
            <a:extLst>
              <a:ext uri="{FF2B5EF4-FFF2-40B4-BE49-F238E27FC236}">
                <a16:creationId xmlns:a16="http://schemas.microsoft.com/office/drawing/2014/main" id="{119644A2-1360-2802-BE23-DF0C32E6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48602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RUN = 2</a:t>
            </a:r>
          </a:p>
        </p:txBody>
      </p:sp>
      <p:sp>
        <p:nvSpPr>
          <p:cNvPr id="535631" name="Line 79">
            <a:extLst>
              <a:ext uri="{FF2B5EF4-FFF2-40B4-BE49-F238E27FC236}">
                <a16:creationId xmlns:a16="http://schemas.microsoft.com/office/drawing/2014/main" id="{49C9284C-7CFC-6B98-AC8E-A218D917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3046998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2" name="Text Box 80">
            <a:extLst>
              <a:ext uri="{FF2B5EF4-FFF2-40B4-BE49-F238E27FC236}">
                <a16:creationId xmlns:a16="http://schemas.microsoft.com/office/drawing/2014/main" id="{5C178B4D-C917-82EA-7612-044FC8A57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118" y="28003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ON</a:t>
            </a:r>
          </a:p>
        </p:txBody>
      </p:sp>
      <p:sp>
        <p:nvSpPr>
          <p:cNvPr id="535633" name="Text Box 81">
            <a:extLst>
              <a:ext uri="{FF2B5EF4-FFF2-40B4-BE49-F238E27FC236}">
                <a16:creationId xmlns:a16="http://schemas.microsoft.com/office/drawing/2014/main" id="{795A1EFF-0C42-B2A5-4950-E1E0E943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29326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34" name="Text Box 82">
            <a:extLst>
              <a:ext uri="{FF2B5EF4-FFF2-40B4-BE49-F238E27FC236}">
                <a16:creationId xmlns:a16="http://schemas.microsoft.com/office/drawing/2014/main" id="{40A8C154-BC68-BC3F-8BF6-A9469648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2583782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5635" name="AutoShape 83">
            <a:extLst>
              <a:ext uri="{FF2B5EF4-FFF2-40B4-BE49-F238E27FC236}">
                <a16:creationId xmlns:a16="http://schemas.microsoft.com/office/drawing/2014/main" id="{809E85A8-C61D-D17D-2433-1D325BFA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597" y="3156458"/>
            <a:ext cx="2237874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On RGV (R0310~ R0311 %RB620~%RB622)</a:t>
            </a:r>
          </a:p>
        </p:txBody>
      </p:sp>
      <p:sp>
        <p:nvSpPr>
          <p:cNvPr id="535636" name="Freeform 84">
            <a:extLst>
              <a:ext uri="{FF2B5EF4-FFF2-40B4-BE49-F238E27FC236}">
                <a16:creationId xmlns:a16="http://schemas.microsoft.com/office/drawing/2014/main" id="{9766E48C-EEA1-9C91-CF6F-9D92E99DCAD4}"/>
              </a:ext>
            </a:extLst>
          </p:cNvPr>
          <p:cNvSpPr>
            <a:spLocks/>
          </p:cNvSpPr>
          <p:nvPr/>
        </p:nvSpPr>
        <p:spPr bwMode="auto">
          <a:xfrm>
            <a:off x="4253665" y="3224463"/>
            <a:ext cx="3274093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7" name="Line 85">
            <a:extLst>
              <a:ext uri="{FF2B5EF4-FFF2-40B4-BE49-F238E27FC236}">
                <a16:creationId xmlns:a16="http://schemas.microsoft.com/office/drawing/2014/main" id="{0E842714-3A05-06CC-6F40-9E0476174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3750845"/>
            <a:ext cx="3274093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38" name="Text Box 86">
            <a:extLst>
              <a:ext uri="{FF2B5EF4-FFF2-40B4-BE49-F238E27FC236}">
                <a16:creationId xmlns:a16="http://schemas.microsoft.com/office/drawing/2014/main" id="{BBA398C2-D0A0-BD65-1ECA-F5756E1B5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35041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39" name="Text Box 87">
            <a:extLst>
              <a:ext uri="{FF2B5EF4-FFF2-40B4-BE49-F238E27FC236}">
                <a16:creationId xmlns:a16="http://schemas.microsoft.com/office/drawing/2014/main" id="{AA4F5D04-642C-3FF6-7242-37804F93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363654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0" name="Line 88">
            <a:extLst>
              <a:ext uri="{FF2B5EF4-FFF2-40B4-BE49-F238E27FC236}">
                <a16:creationId xmlns:a16="http://schemas.microsoft.com/office/drawing/2014/main" id="{B34BB3BC-D106-E05F-735F-EDB51D476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9153" y="454041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1" name="Text Box 89">
            <a:extLst>
              <a:ext uri="{FF2B5EF4-FFF2-40B4-BE49-F238E27FC236}">
                <a16:creationId xmlns:a16="http://schemas.microsoft.com/office/drawing/2014/main" id="{21C26E96-64DF-BA86-420B-634CB2A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30881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2" name="Text Box 90">
            <a:extLst>
              <a:ext uri="{FF2B5EF4-FFF2-40B4-BE49-F238E27FC236}">
                <a16:creationId xmlns:a16="http://schemas.microsoft.com/office/drawing/2014/main" id="{932C3AF3-48B2-352F-9DD6-58C0E630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954" y="442461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5643" name="AutoShape 91">
            <a:extLst>
              <a:ext uri="{FF2B5EF4-FFF2-40B4-BE49-F238E27FC236}">
                <a16:creationId xmlns:a16="http://schemas.microsoft.com/office/drawing/2014/main" id="{1D215494-8BA5-5FDF-4F9C-1021ACB3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865" y="3922719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5644" name="Freeform 92">
            <a:extLst>
              <a:ext uri="{FF2B5EF4-FFF2-40B4-BE49-F238E27FC236}">
                <a16:creationId xmlns:a16="http://schemas.microsoft.com/office/drawing/2014/main" id="{1481A59E-7F83-0474-31B8-B3543EF6CAE0}"/>
              </a:ext>
            </a:extLst>
          </p:cNvPr>
          <p:cNvSpPr>
            <a:spLocks/>
          </p:cNvSpPr>
          <p:nvPr/>
        </p:nvSpPr>
        <p:spPr bwMode="auto">
          <a:xfrm>
            <a:off x="4256673" y="3922295"/>
            <a:ext cx="3274093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5" name="Text Box 93">
            <a:extLst>
              <a:ext uri="{FF2B5EF4-FFF2-40B4-BE49-F238E27FC236}">
                <a16:creationId xmlns:a16="http://schemas.microsoft.com/office/drawing/2014/main" id="{8D27489B-C658-BEE8-4A9D-FAB530D90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774" y="4689308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46" name="Text Box 94">
            <a:extLst>
              <a:ext uri="{FF2B5EF4-FFF2-40B4-BE49-F238E27FC236}">
                <a16:creationId xmlns:a16="http://schemas.microsoft.com/office/drawing/2014/main" id="{549148CD-2FDD-86D3-E19F-A815C741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588544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</a:t>
            </a:r>
          </a:p>
        </p:txBody>
      </p:sp>
      <p:sp>
        <p:nvSpPr>
          <p:cNvPr id="535647" name="Line 95">
            <a:extLst>
              <a:ext uri="{FF2B5EF4-FFF2-40B4-BE49-F238E27FC236}">
                <a16:creationId xmlns:a16="http://schemas.microsoft.com/office/drawing/2014/main" id="{F86AA85C-E111-58AA-CCA4-3DEDB19BD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7" y="5132974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48" name="Text Box 96">
            <a:extLst>
              <a:ext uri="{FF2B5EF4-FFF2-40B4-BE49-F238E27FC236}">
                <a16:creationId xmlns:a16="http://schemas.microsoft.com/office/drawing/2014/main" id="{BD166DF5-408B-12C0-4A5C-09895133D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142" y="4935956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</a:t>
            </a:r>
          </a:p>
        </p:txBody>
      </p:sp>
      <p:sp>
        <p:nvSpPr>
          <p:cNvPr id="535649" name="Text Box 97">
            <a:extLst>
              <a:ext uri="{FF2B5EF4-FFF2-40B4-BE49-F238E27FC236}">
                <a16:creationId xmlns:a16="http://schemas.microsoft.com/office/drawing/2014/main" id="{AE239C24-FD18-4DE6-7224-1088F8C8C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5" y="4996113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%MX1617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5650" name="Line 98">
            <a:extLst>
              <a:ext uri="{FF2B5EF4-FFF2-40B4-BE49-F238E27FC236}">
                <a16:creationId xmlns:a16="http://schemas.microsoft.com/office/drawing/2014/main" id="{876D65DB-BFC1-1988-4E9E-27264CDE2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4782553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5651" name="Text Box 99">
            <a:extLst>
              <a:ext uri="{FF2B5EF4-FFF2-40B4-BE49-F238E27FC236}">
                <a16:creationId xmlns:a16="http://schemas.microsoft.com/office/drawing/2014/main" id="{90DD40AD-35FF-DF4A-AB37-8246DA82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6157161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5652" name="Text Box 100">
            <a:extLst>
              <a:ext uri="{FF2B5EF4-FFF2-40B4-BE49-F238E27FC236}">
                <a16:creationId xmlns:a16="http://schemas.microsoft.com/office/drawing/2014/main" id="{25C8492A-259A-94F6-BBEA-D8264A382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5384132"/>
            <a:ext cx="3001879" cy="29627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: #21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 →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C/V #2 #3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으로 주행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AA70A-B224-8D37-EC2C-2D488F533921}"/>
              </a:ext>
            </a:extLst>
          </p:cNvPr>
          <p:cNvSpPr txBox="1"/>
          <p:nvPr/>
        </p:nvSpPr>
        <p:spPr>
          <a:xfrm>
            <a:off x="1385696" y="1239751"/>
            <a:ext cx="2925009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dirty="0">
                <a:solidFill>
                  <a:srgbClr val="7030A0"/>
                </a:solidFill>
              </a:rPr>
              <a:t>%DW336 → %DB672  (336×2=672)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582D0-8878-988F-D004-98CBCD2C35A2}"/>
              </a:ext>
            </a:extLst>
          </p:cNvPr>
          <p:cNvSpPr txBox="1"/>
          <p:nvPr/>
        </p:nvSpPr>
        <p:spPr>
          <a:xfrm>
            <a:off x="1794710" y="5630779"/>
            <a:ext cx="7700211" cy="2235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853">
                <a:solidFill>
                  <a:srgbClr val="00008B"/>
                </a:solidFill>
              </a:rPr>
              <a:t>※ </a:t>
            </a:r>
            <a:r>
              <a:rPr lang="ko-KR" altLang="en-US" sz="853">
                <a:solidFill>
                  <a:srgbClr val="00008B"/>
                </a:solidFill>
              </a:rPr>
              <a:t>구표기 </a:t>
            </a:r>
            <a:r>
              <a:rPr lang="en-US" altLang="ko-KR" sz="853">
                <a:solidFill>
                  <a:srgbClr val="00008B"/>
                </a:solidFill>
              </a:rPr>
              <a:t>D0530 → D0370 </a:t>
            </a:r>
            <a:r>
              <a:rPr lang="ko-KR" altLang="en-US" sz="853">
                <a:solidFill>
                  <a:srgbClr val="00008B"/>
                </a:solidFill>
              </a:rPr>
              <a:t>정정 </a:t>
            </a:r>
            <a:r>
              <a:rPr lang="en-US" altLang="ko-KR" sz="853">
                <a:solidFill>
                  <a:srgbClr val="00008B"/>
                </a:solidFill>
              </a:rPr>
              <a:t>(</a:t>
            </a:r>
            <a:r>
              <a:rPr lang="ko-KR" altLang="en-US" sz="853">
                <a:solidFill>
                  <a:srgbClr val="00008B"/>
                </a:solidFill>
              </a:rPr>
              <a:t>메모리맵 </a:t>
            </a:r>
            <a:r>
              <a:rPr lang="en-US" altLang="ko-KR" sz="853">
                <a:solidFill>
                  <a:srgbClr val="00008B"/>
                </a:solidFill>
              </a:rPr>
              <a:t>'Word </a:t>
            </a:r>
            <a:r>
              <a:rPr lang="ko-KR" altLang="en-US" sz="853">
                <a:solidFill>
                  <a:srgbClr val="00008B"/>
                </a:solidFill>
              </a:rPr>
              <a:t>영역 </a:t>
            </a:r>
            <a:r>
              <a:rPr lang="en-US" altLang="ko-KR" sz="853">
                <a:solidFill>
                  <a:srgbClr val="00008B"/>
                </a:solidFill>
              </a:rPr>
              <a:t>: ECS'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RGV#1 </a:t>
            </a:r>
            <a:r>
              <a:rPr lang="ko-KR" altLang="en-US" sz="853">
                <a:solidFill>
                  <a:srgbClr val="00008B"/>
                </a:solidFill>
              </a:rPr>
              <a:t>명령블록 </a:t>
            </a:r>
            <a:r>
              <a:rPr lang="en-US" altLang="ko-KR" sz="853">
                <a:solidFill>
                  <a:srgbClr val="00008B"/>
                </a:solidFill>
              </a:rPr>
              <a:t>= D0370).  From = 00/00/03 = C/V #2 </a:t>
            </a:r>
            <a:r>
              <a:rPr lang="ko-KR" altLang="en-US" sz="853">
                <a:solidFill>
                  <a:srgbClr val="00008B"/>
                </a:solidFill>
              </a:rPr>
              <a:t>의 </a:t>
            </a:r>
            <a:r>
              <a:rPr lang="en-US" altLang="ko-KR" sz="853">
                <a:solidFill>
                  <a:srgbClr val="00008B"/>
                </a:solidFill>
              </a:rPr>
              <a:t>#3 (RGV</a:t>
            </a:r>
            <a:r>
              <a:rPr lang="ko-KR" altLang="en-US" sz="853">
                <a:solidFill>
                  <a:srgbClr val="00008B"/>
                </a:solidFill>
              </a:rPr>
              <a:t>측 포트</a:t>
            </a:r>
            <a:r>
              <a:rPr lang="en-US" altLang="ko-KR" sz="853">
                <a:solidFill>
                  <a:srgbClr val="00008B"/>
                </a:solidFill>
              </a:rPr>
              <a:t>)</a:t>
            </a:r>
            <a:endParaRPr lang="ko-KR" altLang="en-US" sz="853">
              <a:solidFill>
                <a:srgbClr val="0000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8105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>
            <a:extLst>
              <a:ext uri="{FF2B5EF4-FFF2-40B4-BE49-F238E27FC236}">
                <a16:creationId xmlns:a16="http://schemas.microsoft.com/office/drawing/2014/main" id="{6019EC4C-8785-11CB-B155-D956A6B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F98E14EF-4E44-FB9C-A67F-F36DC720D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37604" name="Rectangle 4">
            <a:extLst>
              <a:ext uri="{FF2B5EF4-FFF2-40B4-BE49-F238E27FC236}">
                <a16:creationId xmlns:a16="http://schemas.microsoft.com/office/drawing/2014/main" id="{DE90F7F9-5D10-180C-CF95-2FA968F5C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37605" name="Group 5">
            <a:extLst>
              <a:ext uri="{FF2B5EF4-FFF2-40B4-BE49-F238E27FC236}">
                <a16:creationId xmlns:a16="http://schemas.microsoft.com/office/drawing/2014/main" id="{22F9646A-0E32-6B9A-8565-C0326F966B0F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3940342"/>
            <a:chOff x="1125" y="1346"/>
            <a:chExt cx="2169" cy="4722"/>
          </a:xfrm>
        </p:grpSpPr>
        <p:sp>
          <p:nvSpPr>
            <p:cNvPr id="537606" name="Line 6">
              <a:extLst>
                <a:ext uri="{FF2B5EF4-FFF2-40B4-BE49-F238E27FC236}">
                  <a16:creationId xmlns:a16="http://schemas.microsoft.com/office/drawing/2014/main" id="{ECEEC346-2D8A-2998-CB43-AD5265BB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37607" name="Line 7">
              <a:extLst>
                <a:ext uri="{FF2B5EF4-FFF2-40B4-BE49-F238E27FC236}">
                  <a16:creationId xmlns:a16="http://schemas.microsoft.com/office/drawing/2014/main" id="{41708EAB-EC9A-F984-BE98-421D22657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37608" name="Text Box 8">
            <a:extLst>
              <a:ext uri="{FF2B5EF4-FFF2-40B4-BE49-F238E27FC236}">
                <a16:creationId xmlns:a16="http://schemas.microsoft.com/office/drawing/2014/main" id="{9AC15825-1539-F24C-C878-15BBE2BB0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8489504" cy="35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③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: RGV #1 </a:t>
            </a:r>
            <a:r>
              <a:rPr lang="ko-KR" altLang="en-US" sz="1705">
                <a:latin typeface="굴림" panose="020B0600000101010101" pitchFamily="50" charset="-127"/>
                <a:ea typeface="굴림" panose="020B0600000101010101" pitchFamily="50" charset="-127"/>
              </a:rPr>
              <a:t>반송  </a:t>
            </a:r>
            <a:r>
              <a:rPr lang="en-US" altLang="ko-KR" sz="1705">
                <a:latin typeface="굴림" panose="020B0600000101010101" pitchFamily="50" charset="-127"/>
                <a:ea typeface="굴림" panose="020B0600000101010101" pitchFamily="50" charset="-127"/>
              </a:rPr>
              <a:t>C/V #2 #3 → #27)</a:t>
            </a:r>
          </a:p>
        </p:txBody>
      </p:sp>
      <p:sp>
        <p:nvSpPr>
          <p:cNvPr id="537609" name="AutoShape 9">
            <a:extLst>
              <a:ext uri="{FF2B5EF4-FFF2-40B4-BE49-F238E27FC236}">
                <a16:creationId xmlns:a16="http://schemas.microsoft.com/office/drawing/2014/main" id="{76D78DA2-FBA0-DEB7-9640-ADB80AEF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558" y="1329490"/>
            <a:ext cx="478255" cy="341397"/>
          </a:xfrm>
          <a:prstGeom prst="homePlate">
            <a:avLst>
              <a:gd name="adj" fmla="val 35022"/>
            </a:avLst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grpSp>
        <p:nvGrpSpPr>
          <p:cNvPr id="537621" name="Group 21">
            <a:extLst>
              <a:ext uri="{FF2B5EF4-FFF2-40B4-BE49-F238E27FC236}">
                <a16:creationId xmlns:a16="http://schemas.microsoft.com/office/drawing/2014/main" id="{0079F24D-CCAE-8112-2904-2EE8C4CA51E5}"/>
              </a:ext>
            </a:extLst>
          </p:cNvPr>
          <p:cNvGrpSpPr>
            <a:grpSpLocks/>
          </p:cNvGrpSpPr>
          <p:nvPr/>
        </p:nvGrpSpPr>
        <p:grpSpPr bwMode="auto">
          <a:xfrm>
            <a:off x="8551946" y="563981"/>
            <a:ext cx="341396" cy="681288"/>
            <a:chOff x="995" y="2643"/>
            <a:chExt cx="227" cy="453"/>
          </a:xfrm>
        </p:grpSpPr>
        <p:sp>
          <p:nvSpPr>
            <p:cNvPr id="537622" name="Rectangle 22">
              <a:extLst>
                <a:ext uri="{FF2B5EF4-FFF2-40B4-BE49-F238E27FC236}">
                  <a16:creationId xmlns:a16="http://schemas.microsoft.com/office/drawing/2014/main" id="{3C80D141-4037-9601-CE1F-C5853561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4</a:t>
              </a:r>
            </a:p>
          </p:txBody>
        </p:sp>
        <p:sp>
          <p:nvSpPr>
            <p:cNvPr id="537623" name="Rectangle 23">
              <a:extLst>
                <a:ext uri="{FF2B5EF4-FFF2-40B4-BE49-F238E27FC236}">
                  <a16:creationId xmlns:a16="http://schemas.microsoft.com/office/drawing/2014/main" id="{3C7D0217-21BB-5EB5-396B-C286A8295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</a:t>
              </a:r>
            </a:p>
          </p:txBody>
        </p:sp>
      </p:grpSp>
      <p:grpSp>
        <p:nvGrpSpPr>
          <p:cNvPr id="537624" name="Group 24">
            <a:extLst>
              <a:ext uri="{FF2B5EF4-FFF2-40B4-BE49-F238E27FC236}">
                <a16:creationId xmlns:a16="http://schemas.microsoft.com/office/drawing/2014/main" id="{ACBA2464-EDB0-24F1-9A40-68059AD21EA5}"/>
              </a:ext>
            </a:extLst>
          </p:cNvPr>
          <p:cNvGrpSpPr>
            <a:grpSpLocks/>
          </p:cNvGrpSpPr>
          <p:nvPr/>
        </p:nvGrpSpPr>
        <p:grpSpPr bwMode="auto">
          <a:xfrm>
            <a:off x="9848349" y="563981"/>
            <a:ext cx="341396" cy="681288"/>
            <a:chOff x="995" y="2643"/>
            <a:chExt cx="227" cy="453"/>
          </a:xfrm>
        </p:grpSpPr>
        <p:sp>
          <p:nvSpPr>
            <p:cNvPr id="537625" name="Rectangle 25">
              <a:extLst>
                <a:ext uri="{FF2B5EF4-FFF2-40B4-BE49-F238E27FC236}">
                  <a16:creationId xmlns:a16="http://schemas.microsoft.com/office/drawing/2014/main" id="{CE75508B-E449-C65C-2BF4-C81638662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22</a:t>
              </a:r>
            </a:p>
          </p:txBody>
        </p:sp>
        <p:sp>
          <p:nvSpPr>
            <p:cNvPr id="537626" name="Rectangle 26">
              <a:extLst>
                <a:ext uri="{FF2B5EF4-FFF2-40B4-BE49-F238E27FC236}">
                  <a16:creationId xmlns:a16="http://schemas.microsoft.com/office/drawing/2014/main" id="{C5383EA5-DA13-DBA0-B3B0-136EC602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21</a:t>
              </a:r>
            </a:p>
          </p:txBody>
        </p:sp>
      </p:grpSp>
      <p:sp>
        <p:nvSpPr>
          <p:cNvPr id="537627" name="Line 27">
            <a:extLst>
              <a:ext uri="{FF2B5EF4-FFF2-40B4-BE49-F238E27FC236}">
                <a16:creationId xmlns:a16="http://schemas.microsoft.com/office/drawing/2014/main" id="{AE2EB6B0-997D-9FF1-072C-8B5B5FEC9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5166" y="1494924"/>
            <a:ext cx="17054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28" name="Line 28">
            <a:extLst>
              <a:ext uri="{FF2B5EF4-FFF2-40B4-BE49-F238E27FC236}">
                <a16:creationId xmlns:a16="http://schemas.microsoft.com/office/drawing/2014/main" id="{7C92B76D-375C-5FB2-E3B6-CE995C6D6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1020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29" name="Line 29">
            <a:extLst>
              <a:ext uri="{FF2B5EF4-FFF2-40B4-BE49-F238E27FC236}">
                <a16:creationId xmlns:a16="http://schemas.microsoft.com/office/drawing/2014/main" id="{5F2259FC-FF5C-9C2D-9125-3CC6EC65C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9168" y="836195"/>
            <a:ext cx="4511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30" name="Line 30">
            <a:extLst>
              <a:ext uri="{FF2B5EF4-FFF2-40B4-BE49-F238E27FC236}">
                <a16:creationId xmlns:a16="http://schemas.microsoft.com/office/drawing/2014/main" id="{9C2F4F4C-B542-C782-334A-526A805031C0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9368591" y="1043740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sp>
        <p:nvSpPr>
          <p:cNvPr id="537655" name="Text Box 55">
            <a:extLst>
              <a:ext uri="{FF2B5EF4-FFF2-40B4-BE49-F238E27FC236}">
                <a16:creationId xmlns:a16="http://schemas.microsoft.com/office/drawing/2014/main" id="{603BBE6E-013B-86F8-5838-1D1FADA2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37656" name="Line 56">
            <a:extLst>
              <a:ext uri="{FF2B5EF4-FFF2-40B4-BE49-F238E27FC236}">
                <a16:creationId xmlns:a16="http://schemas.microsoft.com/office/drawing/2014/main" id="{AD3D678C-6638-6453-56A6-8A347F445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201655"/>
            <a:ext cx="3274094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57" name="Text Box 57">
            <a:extLst>
              <a:ext uri="{FF2B5EF4-FFF2-40B4-BE49-F238E27FC236}">
                <a16:creationId xmlns:a16="http://schemas.microsoft.com/office/drawing/2014/main" id="{F763963A-9852-B7F2-86CC-4AF3EE4A2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95500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Presence OFF</a:t>
            </a:r>
          </a:p>
        </p:txBody>
      </p:sp>
      <p:sp>
        <p:nvSpPr>
          <p:cNvPr id="537658" name="Text Box 58">
            <a:extLst>
              <a:ext uri="{FF2B5EF4-FFF2-40B4-BE49-F238E27FC236}">
                <a16:creationId xmlns:a16="http://schemas.microsoft.com/office/drawing/2014/main" id="{66B7ABFD-4078-4F44-2F1A-4E7AE0969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887" y="1087355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M058.0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%MX928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59" name="Line 59">
            <a:extLst>
              <a:ext uri="{FF2B5EF4-FFF2-40B4-BE49-F238E27FC236}">
                <a16:creationId xmlns:a16="http://schemas.microsoft.com/office/drawing/2014/main" id="{CEB16168-D927-C9D5-C996-4F3050CBA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8" y="1606216"/>
            <a:ext cx="3274094" cy="15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0" name="Text Box 60">
            <a:extLst>
              <a:ext uri="{FF2B5EF4-FFF2-40B4-BE49-F238E27FC236}">
                <a16:creationId xmlns:a16="http://schemas.microsoft.com/office/drawing/2014/main" id="{9271C806-B310-B244-D537-5336B8A00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13595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61" name="Text Box 61">
            <a:extLst>
              <a:ext uri="{FF2B5EF4-FFF2-40B4-BE49-F238E27FC236}">
                <a16:creationId xmlns:a16="http://schemas.microsoft.com/office/drawing/2014/main" id="{2687803C-DCCD-34A6-4579-5573EA49C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1" y="1491916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2" name="Line 62">
            <a:extLst>
              <a:ext uri="{FF2B5EF4-FFF2-40B4-BE49-F238E27FC236}">
                <a16:creationId xmlns:a16="http://schemas.microsoft.com/office/drawing/2014/main" id="{CADE0C47-617F-A1CF-9F01-404CBA143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1634" y="2437899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3" name="Text Box 63">
            <a:extLst>
              <a:ext uri="{FF2B5EF4-FFF2-40B4-BE49-F238E27FC236}">
                <a16:creationId xmlns:a16="http://schemas.microsoft.com/office/drawing/2014/main" id="{959D304D-BE4F-6350-4A46-D852175CD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2206292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64" name="Text Box 64">
            <a:extLst>
              <a:ext uri="{FF2B5EF4-FFF2-40B4-BE49-F238E27FC236}">
                <a16:creationId xmlns:a16="http://schemas.microsoft.com/office/drawing/2014/main" id="{CD102B53-2709-E64C-CEB2-438BAF8E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9191" y="2322095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M101.2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65" name="AutoShape 65">
            <a:extLst>
              <a:ext uri="{FF2B5EF4-FFF2-40B4-BE49-F238E27FC236}">
                <a16:creationId xmlns:a16="http://schemas.microsoft.com/office/drawing/2014/main" id="{0365342D-8B57-859A-87FC-B789F6FCD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345" y="1811177"/>
            <a:ext cx="1662206" cy="32250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Location</a:t>
            </a:r>
          </a:p>
          <a:p>
            <a:r>
              <a:rPr sz="947" dirty="0">
                <a:solidFill/>
                <a:latin typeface="Times New Roman"/>
              </a:rPr>
              <a:t> (D0213 → %DW339(%DB678))</a:t>
            </a:r>
          </a:p>
        </p:txBody>
      </p:sp>
      <p:sp>
        <p:nvSpPr>
          <p:cNvPr id="537666" name="Freeform 66">
            <a:extLst>
              <a:ext uri="{FF2B5EF4-FFF2-40B4-BE49-F238E27FC236}">
                <a16:creationId xmlns:a16="http://schemas.microsoft.com/office/drawing/2014/main" id="{DF0F5B5E-BFB2-B772-6453-CA82D0BE4149}"/>
              </a:ext>
            </a:extLst>
          </p:cNvPr>
          <p:cNvSpPr>
            <a:spLocks/>
          </p:cNvSpPr>
          <p:nvPr/>
        </p:nvSpPr>
        <p:spPr bwMode="auto">
          <a:xfrm>
            <a:off x="4249153" y="1810753"/>
            <a:ext cx="3274094" cy="350420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7" name="Line 67">
            <a:extLst>
              <a:ext uri="{FF2B5EF4-FFF2-40B4-BE49-F238E27FC236}">
                <a16:creationId xmlns:a16="http://schemas.microsoft.com/office/drawing/2014/main" id="{0252F0FE-DE01-5464-DAFB-7103FFDD7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886200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68" name="Text Box 68">
            <a:extLst>
              <a:ext uri="{FF2B5EF4-FFF2-40B4-BE49-F238E27FC236}">
                <a16:creationId xmlns:a16="http://schemas.microsoft.com/office/drawing/2014/main" id="{DFD2ACCF-5B5B-7E26-B3F4-778DB4A3A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986" y="3771900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69" name="Text Box 69">
            <a:extLst>
              <a:ext uri="{FF2B5EF4-FFF2-40B4-BE49-F238E27FC236}">
                <a16:creationId xmlns:a16="http://schemas.microsoft.com/office/drawing/2014/main" id="{3187F666-ECB3-EE8F-CE00-6D687B0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67264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</a:t>
            </a:r>
          </a:p>
        </p:txBody>
      </p:sp>
      <p:sp>
        <p:nvSpPr>
          <p:cNvPr id="537670" name="Line 70">
            <a:extLst>
              <a:ext uri="{FF2B5EF4-FFF2-40B4-BE49-F238E27FC236}">
                <a16:creationId xmlns:a16="http://schemas.microsoft.com/office/drawing/2014/main" id="{9A30DC9C-9DC5-349A-2E63-F84975BCC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4185487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1" name="Text Box 71">
            <a:extLst>
              <a:ext uri="{FF2B5EF4-FFF2-40B4-BE49-F238E27FC236}">
                <a16:creationId xmlns:a16="http://schemas.microsoft.com/office/drawing/2014/main" id="{AD9E286F-BE81-0611-A753-124F4BB8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9884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</a:t>
            </a:r>
          </a:p>
        </p:txBody>
      </p:sp>
      <p:sp>
        <p:nvSpPr>
          <p:cNvPr id="537672" name="Line 72">
            <a:extLst>
              <a:ext uri="{FF2B5EF4-FFF2-40B4-BE49-F238E27FC236}">
                <a16:creationId xmlns:a16="http://schemas.microsoft.com/office/drawing/2014/main" id="{12336C74-8095-8B49-4190-5EFAB6996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5169" y="4678781"/>
            <a:ext cx="3271086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3" name="Text Box 73">
            <a:extLst>
              <a:ext uri="{FF2B5EF4-FFF2-40B4-BE49-F238E27FC236}">
                <a16:creationId xmlns:a16="http://schemas.microsoft.com/office/drawing/2014/main" id="{23285350-6C27-95D7-75A2-A96AE4EF8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4448677"/>
            <a:ext cx="11705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sz="947" dirty="0">
                <a:solidFill/>
                <a:latin typeface="Times New Roman"/>
              </a:rPr>
              <a:t>IDLE = 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IDLE = 1</a:t>
            </a:r>
          </a:p>
        </p:txBody>
      </p:sp>
      <p:sp>
        <p:nvSpPr>
          <p:cNvPr id="537674" name="Text Box 74">
            <a:extLst>
              <a:ext uri="{FF2B5EF4-FFF2-40B4-BE49-F238E27FC236}">
                <a16:creationId xmlns:a16="http://schemas.microsoft.com/office/drawing/2014/main" id="{07556876-E67F-F165-2067-AA11681CA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86" y="4493795"/>
            <a:ext cx="17508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D0210 → %DW336(%DB672) </a:t>
            </a:r>
          </a:p>
        </p:txBody>
      </p:sp>
      <p:sp>
        <p:nvSpPr>
          <p:cNvPr id="537675" name="Text Box 75">
            <a:extLst>
              <a:ext uri="{FF2B5EF4-FFF2-40B4-BE49-F238E27FC236}">
                <a16:creationId xmlns:a16="http://schemas.microsoft.com/office/drawing/2014/main" id="{A819D713-8CF0-A1E4-F2FD-B7A83CF3B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4080210"/>
            <a:ext cx="14189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>
                <a:solidFill/>
                <a:latin typeface="Times New Roman"/>
              </a:rPr>
              <a:t>M101.2 </a:t>
            </a:r>
            <a:r>
              <a:rPr sz="947" b="1">
                <a:solidFill>
                  <a:srgbClr val="FF0000"/>
                </a:solidFill>
                <a:latin typeface="Times New Roman"/>
              </a:rPr>
              <a:t>%MX1618</a:t>
            </a:r>
            <a:r>
              <a:rPr sz="947">
                <a:solidFill/>
                <a:latin typeface="Times New Roman"/>
              </a:rPr>
              <a:t> OFF</a:t>
            </a:r>
          </a:p>
        </p:txBody>
      </p:sp>
      <p:sp>
        <p:nvSpPr>
          <p:cNvPr id="537676" name="Text Box 76">
            <a:extLst>
              <a:ext uri="{FF2B5EF4-FFF2-40B4-BE49-F238E27FC236}">
                <a16:creationId xmlns:a16="http://schemas.microsoft.com/office/drawing/2014/main" id="{13E31B57-34CC-20EF-1FDA-E12208CF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122" y="4862262"/>
            <a:ext cx="6754228" cy="29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* S/C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의 경우는 경로 및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Location 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정보가 열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연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/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단 사용하는 것이 </a:t>
            </a:r>
            <a:r>
              <a:rPr lang="en-US" altLang="ko-KR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RGV</a:t>
            </a:r>
            <a:r>
              <a:rPr lang="ko-KR" altLang="en-US" sz="1326">
                <a:solidFill>
                  <a:schemeClr val="accent2"/>
                </a:solidFill>
                <a:latin typeface="Times New Roman" panose="02020603050405020304" pitchFamily="18" charset="0"/>
                <a:ea typeface="굴림체" panose="020B0609000101010101" pitchFamily="49" charset="-127"/>
              </a:rPr>
              <a:t>와 다름</a:t>
            </a:r>
          </a:p>
        </p:txBody>
      </p:sp>
      <p:sp>
        <p:nvSpPr>
          <p:cNvPr id="537677" name="Line 77">
            <a:extLst>
              <a:ext uri="{FF2B5EF4-FFF2-40B4-BE49-F238E27FC236}">
                <a16:creationId xmlns:a16="http://schemas.microsoft.com/office/drawing/2014/main" id="{D3E1CDF2-11D3-02AB-EF29-F30B542AA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689" y="2666500"/>
            <a:ext cx="3274093" cy="1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78" name="Text Box 78">
            <a:extLst>
              <a:ext uri="{FF2B5EF4-FFF2-40B4-BE49-F238E27FC236}">
                <a16:creationId xmlns:a16="http://schemas.microsoft.com/office/drawing/2014/main" id="{4F09EF07-0223-185A-DBD0-3EEAE087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8" y="2550695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37679" name="Line 79">
            <a:extLst>
              <a:ext uri="{FF2B5EF4-FFF2-40B4-BE49-F238E27FC236}">
                <a16:creationId xmlns:a16="http://schemas.microsoft.com/office/drawing/2014/main" id="{3F953530-1945-DE37-E0D5-94C591FE0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940218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0" name="Text Box 80">
            <a:extLst>
              <a:ext uri="{FF2B5EF4-FFF2-40B4-BE49-F238E27FC236}">
                <a16:creationId xmlns:a16="http://schemas.microsoft.com/office/drawing/2014/main" id="{72B67870-1627-A67E-1A3B-2CE87147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655" y="270861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1" name="Text Box 81">
            <a:extLst>
              <a:ext uri="{FF2B5EF4-FFF2-40B4-BE49-F238E27FC236}">
                <a16:creationId xmlns:a16="http://schemas.microsoft.com/office/drawing/2014/main" id="{4ED49A55-097C-5BB9-178D-C5745AFE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67" y="2824414"/>
            <a:ext cx="751974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M101.5 ON</a:t>
            </a:r>
          </a:p>
        </p:txBody>
      </p:sp>
      <p:sp>
        <p:nvSpPr>
          <p:cNvPr id="537682" name="Text Box 82">
            <a:extLst>
              <a:ext uri="{FF2B5EF4-FFF2-40B4-BE49-F238E27FC236}">
                <a16:creationId xmlns:a16="http://schemas.microsoft.com/office/drawing/2014/main" id="{515BEFD5-006A-8765-EEFA-70B02DB6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647" y="245594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3" name="Line 83">
            <a:extLst>
              <a:ext uri="{FF2B5EF4-FFF2-40B4-BE49-F238E27FC236}">
                <a16:creationId xmlns:a16="http://schemas.microsoft.com/office/drawing/2014/main" id="{932E54DE-64CC-F3E1-DD22-55E5F23A7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245519"/>
            <a:ext cx="3271085" cy="1504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4" name="Text Box 84">
            <a:extLst>
              <a:ext uri="{FF2B5EF4-FFF2-40B4-BE49-F238E27FC236}">
                <a16:creationId xmlns:a16="http://schemas.microsoft.com/office/drawing/2014/main" id="{951EEC6C-0E17-F32B-573E-D8E4B4E8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131219"/>
            <a:ext cx="1358064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sz="947" dirty="0">
                <a:solidFill/>
                <a:latin typeface="Times New Roman"/>
              </a:rPr>
              <a:t>M059.4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%MX948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37685" name="Text Box 85">
            <a:extLst>
              <a:ext uri="{FF2B5EF4-FFF2-40B4-BE49-F238E27FC236}">
                <a16:creationId xmlns:a16="http://schemas.microsoft.com/office/drawing/2014/main" id="{EF1EB3EE-71A5-D60B-F59E-E9C1EBECC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03195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</a:t>
            </a:r>
          </a:p>
        </p:txBody>
      </p:sp>
      <p:sp>
        <p:nvSpPr>
          <p:cNvPr id="537686" name="Line 86">
            <a:extLst>
              <a:ext uri="{FF2B5EF4-FFF2-40B4-BE49-F238E27FC236}">
                <a16:creationId xmlns:a16="http://schemas.microsoft.com/office/drawing/2014/main" id="{FBF1597C-05F9-DEC9-BE71-71A661A14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0657" y="3544805"/>
            <a:ext cx="3271085" cy="1503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37687" name="Text Box 87">
            <a:extLst>
              <a:ext uri="{FF2B5EF4-FFF2-40B4-BE49-F238E27FC236}">
                <a16:creationId xmlns:a16="http://schemas.microsoft.com/office/drawing/2014/main" id="{F40E24FC-4723-18F4-2B3D-DC5F32BE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623" y="3347787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Transfer Complete Ack</a:t>
            </a:r>
          </a:p>
        </p:txBody>
      </p:sp>
      <p:sp>
        <p:nvSpPr>
          <p:cNvPr id="537688" name="Text Box 88">
            <a:extLst>
              <a:ext uri="{FF2B5EF4-FFF2-40B4-BE49-F238E27FC236}">
                <a16:creationId xmlns:a16="http://schemas.microsoft.com/office/drawing/2014/main" id="{B90A1D28-5E51-350C-1855-7090A109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969" y="3439529"/>
            <a:ext cx="1297200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M101.5 OFF</a:t>
            </a:r>
          </a:p>
        </p:txBody>
      </p:sp>
      <p:sp>
        <p:nvSpPr>
          <p:cNvPr id="537689" name="TextBox 537688"/>
          <p:cNvSpPr txBox="1"/>
          <p:nvPr/>
        </p:nvSpPr>
        <p:spPr>
          <a:xfrm>
            <a:off x="1530016" y="6020602"/>
            <a:ext cx="9068379" cy="114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705" b="1">
                <a:solidFill>
                  <a:srgbClr val="FF0000"/>
                </a:solidFill>
              </a:rPr>
              <a:t>※ V1.0 </a:t>
            </a:r>
            <a:r>
              <a:rPr lang="ko-KR" altLang="en-US" sz="1705" b="1">
                <a:solidFill>
                  <a:srgbClr val="FF0000"/>
                </a:solidFill>
              </a:rPr>
              <a:t>구현확인</a:t>
            </a:r>
            <a:r>
              <a:rPr lang="en-US" altLang="ko-KR" sz="1705" b="1">
                <a:solidFill>
                  <a:srgbClr val="FF0000"/>
                </a:solidFill>
              </a:rPr>
              <a:t>: Transfer Complete Ack </a:t>
            </a:r>
            <a:r>
              <a:rPr lang="ko-KR" altLang="en-US" sz="1705" b="1">
                <a:solidFill>
                  <a:srgbClr val="FF0000"/>
                </a:solidFill>
              </a:rPr>
              <a:t>는 </a:t>
            </a:r>
            <a:r>
              <a:rPr lang="en-US" altLang="ko-KR" sz="1705" b="1">
                <a:solidFill>
                  <a:srgbClr val="FF0000"/>
                </a:solidFill>
              </a:rPr>
              <a:t>DB(TB_OBSERVABLE)</a:t>
            </a:r>
            <a:r>
              <a:rPr lang="ko-KR" altLang="en-US" sz="1705" b="1">
                <a:solidFill>
                  <a:srgbClr val="FF0000"/>
                </a:solidFill>
              </a:rPr>
              <a:t>에 대응 관측값 없음</a:t>
            </a:r>
            <a:r>
              <a:rPr lang="en-US" altLang="ko-KR" sz="1705" b="1">
                <a:solidFill>
                  <a:srgbClr val="FF0000"/>
                </a:solidFill>
              </a:rPr>
              <a:t>(RGV Ack </a:t>
            </a:r>
            <a:r>
              <a:rPr lang="ko-KR" altLang="en-US" sz="1705" b="1">
                <a:solidFill>
                  <a:srgbClr val="FF0000"/>
                </a:solidFill>
              </a:rPr>
              <a:t>블록 </a:t>
            </a:r>
            <a:r>
              <a:rPr lang="en-US" altLang="ko-KR" sz="1705" b="1">
                <a:solidFill>
                  <a:srgbClr val="FF0000"/>
                </a:solidFill>
              </a:rPr>
              <a:t>B0650~B0654) — PLC </a:t>
            </a:r>
            <a:r>
              <a:rPr lang="ko-KR" altLang="en-US" sz="1705" b="1">
                <a:solidFill>
                  <a:srgbClr val="FF0000"/>
                </a:solidFill>
              </a:rPr>
              <a:t>래더 확인 필요</a:t>
            </a:r>
            <a:r>
              <a:rPr lang="en-US" altLang="ko-KR" sz="1705" b="1">
                <a:solidFill>
                  <a:srgbClr val="FF0000"/>
                </a:solidFill>
              </a:rPr>
              <a:t>. </a:t>
            </a:r>
            <a:r>
              <a:rPr lang="ko-KR" altLang="en-US" sz="1705" b="1">
                <a:solidFill>
                  <a:srgbClr val="FF0000"/>
                </a:solidFill>
              </a:rPr>
              <a:t>그 외 </a:t>
            </a:r>
            <a:r>
              <a:rPr lang="en-US" altLang="ko-KR" sz="1705" b="1">
                <a:solidFill>
                  <a:srgbClr val="FF0000"/>
                </a:solidFill>
              </a:rPr>
              <a:t>RGV </a:t>
            </a:r>
            <a:r>
              <a:rPr lang="ko-KR" altLang="en-US" sz="1705" b="1">
                <a:solidFill>
                  <a:srgbClr val="FF0000"/>
                </a:solidFill>
              </a:rPr>
              <a:t>반송 핸드셰이크는 구현 완료</a:t>
            </a:r>
            <a:r>
              <a:rPr lang="en-US" altLang="ko-KR" sz="1705" b="1">
                <a:solidFill>
                  <a:srgbClr val="FF0000"/>
                </a:solidFill>
              </a:rPr>
              <a:t>(Vehicle.cs)</a:t>
            </a:r>
          </a:p>
          <a:p>
            <a:r>
              <a:rPr lang="en-US" altLang="ko-KR" sz="1705" b="1">
                <a:solidFill>
                  <a:srgbClr val="FF0000"/>
                </a:solidFill>
              </a:rPr>
              <a:t>→ </a:t>
            </a:r>
            <a:r>
              <a:rPr lang="ko-KR" altLang="en-US" sz="1705" b="1">
                <a:solidFill>
                  <a:srgbClr val="FF0000"/>
                </a:solidFill>
              </a:rPr>
              <a:t>다음 </a:t>
            </a:r>
            <a:r>
              <a:rPr lang="en-US" altLang="ko-KR" sz="1705" b="1">
                <a:solidFill>
                  <a:srgbClr val="FF0000"/>
                </a:solidFill>
              </a:rPr>
              <a:t>: RGV </a:t>
            </a:r>
            <a:r>
              <a:rPr lang="ko-KR" altLang="en-US" sz="1705" b="1">
                <a:solidFill>
                  <a:srgbClr val="FF0000"/>
                </a:solidFill>
              </a:rPr>
              <a:t>가 </a:t>
            </a:r>
            <a:r>
              <a:rPr lang="en-US" altLang="ko-KR" sz="1705" b="1">
                <a:solidFill>
                  <a:srgbClr val="FF0000"/>
                </a:solidFill>
              </a:rPr>
              <a:t>C/V #2 </a:t>
            </a:r>
            <a:r>
              <a:rPr lang="ko-KR" altLang="en-US" sz="1705" b="1">
                <a:solidFill>
                  <a:srgbClr val="FF0000"/>
                </a:solidFill>
              </a:rPr>
              <a:t>의 </a:t>
            </a:r>
            <a:r>
              <a:rPr lang="en-US" altLang="ko-KR" sz="1705" b="1">
                <a:solidFill>
                  <a:srgbClr val="FF0000"/>
                </a:solidFill>
              </a:rPr>
              <a:t>#3 </a:t>
            </a:r>
            <a:r>
              <a:rPr lang="ko-KR" altLang="en-US" sz="1705" b="1">
                <a:solidFill>
                  <a:srgbClr val="FF0000"/>
                </a:solidFill>
              </a:rPr>
              <a:t>에 </a:t>
            </a:r>
            <a:r>
              <a:rPr lang="en-US" altLang="ko-KR" sz="1705" b="1">
                <a:solidFill>
                  <a:srgbClr val="FF0000"/>
                </a:solidFill>
              </a:rPr>
              <a:t>Unload </a:t>
            </a:r>
            <a:r>
              <a:rPr lang="ko-KR" altLang="en-US" sz="1705" b="1">
                <a:solidFill>
                  <a:srgbClr val="FF0000"/>
                </a:solidFill>
              </a:rPr>
              <a:t>완료 → ③ 통로 </a:t>
            </a:r>
            <a:r>
              <a:rPr lang="en-US" altLang="ko-KR" sz="1705" b="1">
                <a:solidFill>
                  <a:srgbClr val="FF0000"/>
                </a:solidFill>
              </a:rPr>
              <a:t>C/V </a:t>
            </a:r>
            <a:r>
              <a:rPr lang="ko-KR" altLang="en-US" sz="1705" b="1">
                <a:solidFill>
                  <a:srgbClr val="FF0000"/>
                </a:solidFill>
              </a:rPr>
              <a:t>시나리오로 이어짐</a:t>
            </a:r>
            <a:endParaRPr sz="170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8318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Text Box 2">
            <a:extLst>
              <a:ext uri="{FF2B5EF4-FFF2-40B4-BE49-F238E27FC236}">
                <a16:creationId xmlns:a16="http://schemas.microsoft.com/office/drawing/2014/main" id="{6D5A3BF3-7725-0C1A-6FC3-583D24AE0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243971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④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C/V #14  #27 → #28 → #29)</a:t>
            </a:r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492BB8BD-106D-E640-2CC0-59BF49BF4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1700" name="Rectangle 4">
            <a:extLst>
              <a:ext uri="{FF2B5EF4-FFF2-40B4-BE49-F238E27FC236}">
                <a16:creationId xmlns:a16="http://schemas.microsoft.com/office/drawing/2014/main" id="{BED1787A-2492-92D3-7B5A-2241602CE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41701" name="Rectangle 5">
            <a:extLst>
              <a:ext uri="{FF2B5EF4-FFF2-40B4-BE49-F238E27FC236}">
                <a16:creationId xmlns:a16="http://schemas.microsoft.com/office/drawing/2014/main" id="{74824CC6-44DE-C556-B83C-16DC4631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41702" name="Group 6">
            <a:extLst>
              <a:ext uri="{FF2B5EF4-FFF2-40B4-BE49-F238E27FC236}">
                <a16:creationId xmlns:a16="http://schemas.microsoft.com/office/drawing/2014/main" id="{BA9DC911-E56A-0D13-571E-C34DD5C3BA3E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41703" name="Line 7">
              <a:extLst>
                <a:ext uri="{FF2B5EF4-FFF2-40B4-BE49-F238E27FC236}">
                  <a16:creationId xmlns:a16="http://schemas.microsoft.com/office/drawing/2014/main" id="{98EA7779-420C-08A9-4AFC-D8577A674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41704" name="Line 8">
              <a:extLst>
                <a:ext uri="{FF2B5EF4-FFF2-40B4-BE49-F238E27FC236}">
                  <a16:creationId xmlns:a16="http://schemas.microsoft.com/office/drawing/2014/main" id="{3451DA88-9457-58FC-150C-1B68C219E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41710" name="Text Box 14">
            <a:extLst>
              <a:ext uri="{FF2B5EF4-FFF2-40B4-BE49-F238E27FC236}">
                <a16:creationId xmlns:a16="http://schemas.microsoft.com/office/drawing/2014/main" id="{EC925AB2-E8F0-AEE2-EB4B-28DE2959A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5945104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41712" name="Text Box 16">
            <a:extLst>
              <a:ext uri="{FF2B5EF4-FFF2-40B4-BE49-F238E27FC236}">
                <a16:creationId xmlns:a16="http://schemas.microsoft.com/office/drawing/2014/main" id="{CDF52016-8689-758D-2F21-C6B794C97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0524" y="973055"/>
            <a:ext cx="3001879" cy="25416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RGV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#27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완료</a:t>
            </a:r>
          </a:p>
        </p:txBody>
      </p:sp>
      <p:sp>
        <p:nvSpPr>
          <p:cNvPr id="541713" name="Text Box 17">
            <a:extLst>
              <a:ext uri="{FF2B5EF4-FFF2-40B4-BE49-F238E27FC236}">
                <a16:creationId xmlns:a16="http://schemas.microsoft.com/office/drawing/2014/main" id="{F1E95C33-8D5F-2E9B-7FA1-8CD7ADAE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260" y="1314450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#27</a:t>
            </a:r>
          </a:p>
        </p:txBody>
      </p:sp>
      <p:sp>
        <p:nvSpPr>
          <p:cNvPr id="541714" name="Line 18">
            <a:extLst>
              <a:ext uri="{FF2B5EF4-FFF2-40B4-BE49-F238E27FC236}">
                <a16:creationId xmlns:a16="http://schemas.microsoft.com/office/drawing/2014/main" id="{724773D8-23BC-942D-DE33-06D665E64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97" y="156410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15" name="Text Box 19">
            <a:extLst>
              <a:ext uri="{FF2B5EF4-FFF2-40B4-BE49-F238E27FC236}">
                <a16:creationId xmlns:a16="http://schemas.microsoft.com/office/drawing/2014/main" id="{6412DDB5-9788-01E9-577C-4B9935281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646" y="1439279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M043.0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%MX688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16" name="Line 20">
            <a:extLst>
              <a:ext uri="{FF2B5EF4-FFF2-40B4-BE49-F238E27FC236}">
                <a16:creationId xmlns:a16="http://schemas.microsoft.com/office/drawing/2014/main" id="{1534C33B-3AAA-F621-2D5C-7D47FEBB2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1884447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17" name="Text Box 21">
            <a:extLst>
              <a:ext uri="{FF2B5EF4-FFF2-40B4-BE49-F238E27FC236}">
                <a16:creationId xmlns:a16="http://schemas.microsoft.com/office/drawing/2014/main" id="{BB16393A-2202-C55D-239F-157B86F8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764131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%MX674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18" name="Text Box 22">
            <a:extLst>
              <a:ext uri="{FF2B5EF4-FFF2-40B4-BE49-F238E27FC236}">
                <a16:creationId xmlns:a16="http://schemas.microsoft.com/office/drawing/2014/main" id="{DA0804DB-D6AE-B11A-CA21-DA2D147A5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65885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41719" name="Line 23">
            <a:extLst>
              <a:ext uri="{FF2B5EF4-FFF2-40B4-BE49-F238E27FC236}">
                <a16:creationId xmlns:a16="http://schemas.microsoft.com/office/drawing/2014/main" id="{83D71DE7-6B68-0A64-C2FC-3836DB66E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224" y="221531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20" name="Text Box 24">
            <a:extLst>
              <a:ext uri="{FF2B5EF4-FFF2-40B4-BE49-F238E27FC236}">
                <a16:creationId xmlns:a16="http://schemas.microsoft.com/office/drawing/2014/main" id="{B5642D63-CE2D-1B24-FC80-A0AC8407A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4778" y="2096503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M093.2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%MX1490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21" name="Text Box 25">
            <a:extLst>
              <a:ext uri="{FF2B5EF4-FFF2-40B4-BE49-F238E27FC236}">
                <a16:creationId xmlns:a16="http://schemas.microsoft.com/office/drawing/2014/main" id="{2C1EF061-2D09-16CB-6101-E76F4981C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989723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41722" name="Text Box 26">
            <a:extLst>
              <a:ext uri="{FF2B5EF4-FFF2-40B4-BE49-F238E27FC236}">
                <a16:creationId xmlns:a16="http://schemas.microsoft.com/office/drawing/2014/main" id="{83D7E609-A001-2013-9439-90CFC2B4C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189" y="2759744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M093.2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%MX1490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1723" name="Text Box 27">
            <a:extLst>
              <a:ext uri="{FF2B5EF4-FFF2-40B4-BE49-F238E27FC236}">
                <a16:creationId xmlns:a16="http://schemas.microsoft.com/office/drawing/2014/main" id="{A4DDEFC0-672C-77D7-1F4F-9687A6CF3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65146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 Ack#1</a:t>
            </a:r>
          </a:p>
        </p:txBody>
      </p:sp>
      <p:sp>
        <p:nvSpPr>
          <p:cNvPr id="541724" name="Text Box 28">
            <a:extLst>
              <a:ext uri="{FF2B5EF4-FFF2-40B4-BE49-F238E27FC236}">
                <a16:creationId xmlns:a16="http://schemas.microsoft.com/office/drawing/2014/main" id="{C3DD5CAB-2C1B-0FDC-EAB6-B353D98B2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0639" y="2431884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%MX674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1725" name="Text Box 29">
            <a:extLst>
              <a:ext uri="{FF2B5EF4-FFF2-40B4-BE49-F238E27FC236}">
                <a16:creationId xmlns:a16="http://schemas.microsoft.com/office/drawing/2014/main" id="{A954C37F-1459-5CB3-13CC-AB398A82C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2329615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Load Complete#1</a:t>
            </a:r>
          </a:p>
        </p:txBody>
      </p:sp>
      <p:sp>
        <p:nvSpPr>
          <p:cNvPr id="541726" name="Line 30">
            <a:extLst>
              <a:ext uri="{FF2B5EF4-FFF2-40B4-BE49-F238E27FC236}">
                <a16:creationId xmlns:a16="http://schemas.microsoft.com/office/drawing/2014/main" id="{7C3DD618-3036-EEEA-14FE-3A6FFD2ED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7728" y="2555207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27" name="Text Box 31">
            <a:extLst>
              <a:ext uri="{FF2B5EF4-FFF2-40B4-BE49-F238E27FC236}">
                <a16:creationId xmlns:a16="http://schemas.microsoft.com/office/drawing/2014/main" id="{67912B58-F4EB-516E-593E-D1D256F7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083" y="3045494"/>
            <a:ext cx="3001879" cy="38350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는 출고대 방향 확인 후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, </a:t>
            </a:r>
          </a:p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Tracking Area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에 </a:t>
            </a:r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Write</a:t>
            </a:r>
          </a:p>
        </p:txBody>
      </p:sp>
      <p:sp>
        <p:nvSpPr>
          <p:cNvPr id="541734" name="AutoShape 38">
            <a:extLst>
              <a:ext uri="{FF2B5EF4-FFF2-40B4-BE49-F238E27FC236}">
                <a16:creationId xmlns:a16="http://schemas.microsoft.com/office/drawing/2014/main" id="{040D98D3-9F99-3E4D-EF07-C685EADF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895" y="3604047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(R0130~R0131 %RB260~%RB262)</a:t>
            </a:r>
          </a:p>
        </p:txBody>
      </p:sp>
      <p:sp>
        <p:nvSpPr>
          <p:cNvPr id="541735" name="Freeform 39">
            <a:extLst>
              <a:ext uri="{FF2B5EF4-FFF2-40B4-BE49-F238E27FC236}">
                <a16:creationId xmlns:a16="http://schemas.microsoft.com/office/drawing/2014/main" id="{C2AB5753-6DCD-E09F-1895-703B1B5083A6}"/>
              </a:ext>
            </a:extLst>
          </p:cNvPr>
          <p:cNvSpPr>
            <a:spLocks/>
          </p:cNvSpPr>
          <p:nvPr/>
        </p:nvSpPr>
        <p:spPr bwMode="auto">
          <a:xfrm flipH="1">
            <a:off x="4258176" y="3574884"/>
            <a:ext cx="3274094" cy="216568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36" name="Text Box 40">
            <a:extLst>
              <a:ext uri="{FF2B5EF4-FFF2-40B4-BE49-F238E27FC236}">
                <a16:creationId xmlns:a16="http://schemas.microsoft.com/office/drawing/2014/main" id="{31A8D5EC-0865-7E6E-CA8D-565D0CBB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774" y="3606466"/>
            <a:ext cx="1910013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* Tracking Area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번지 지정 참조</a:t>
            </a:r>
          </a:p>
        </p:txBody>
      </p:sp>
      <p:sp>
        <p:nvSpPr>
          <p:cNvPr id="541737" name="Text Box 41">
            <a:extLst>
              <a:ext uri="{FF2B5EF4-FFF2-40B4-BE49-F238E27FC236}">
                <a16:creationId xmlns:a16="http://schemas.microsoft.com/office/drawing/2014/main" id="{1A83A2F0-329E-4FE6-565B-9D0F65BCB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036" y="3907256"/>
            <a:ext cx="3001879" cy="38350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는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Pallet 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감지 되고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JOB NO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가 있으므로</a:t>
            </a:r>
          </a:p>
          <a:p>
            <a:r>
              <a:rPr sz="947" dirty="0">
                <a:solidFill/>
                <a:latin typeface="Times New Roman"/>
              </a:rPr>
              <a:t>#27로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#28로</a:t>
            </a:r>
            <a:r>
              <a:rPr sz="947" dirty="0">
                <a:solidFill/>
                <a:latin typeface="Times New Roman"/>
              </a:rPr>
              <a:t> Conveyor move</a:t>
            </a:r>
          </a:p>
        </p:txBody>
      </p:sp>
      <p:sp>
        <p:nvSpPr>
          <p:cNvPr id="541738" name="Text Box 42">
            <a:extLst>
              <a:ext uri="{FF2B5EF4-FFF2-40B4-BE49-F238E27FC236}">
                <a16:creationId xmlns:a16="http://schemas.microsoft.com/office/drawing/2014/main" id="{E771DEB6-8ECA-04A7-0686-578986899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4650205"/>
            <a:ext cx="3001879" cy="254168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#28 Pallet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도착</a:t>
            </a:r>
          </a:p>
        </p:txBody>
      </p:sp>
      <p:sp>
        <p:nvSpPr>
          <p:cNvPr id="541739" name="Text Box 43">
            <a:extLst>
              <a:ext uri="{FF2B5EF4-FFF2-40B4-BE49-F238E27FC236}">
                <a16:creationId xmlns:a16="http://schemas.microsoft.com/office/drawing/2014/main" id="{CD85DD08-DA21-9715-2033-8F92FB00C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90286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#28</a:t>
            </a:r>
          </a:p>
        </p:txBody>
      </p:sp>
      <p:sp>
        <p:nvSpPr>
          <p:cNvPr id="541740" name="Line 44">
            <a:extLst>
              <a:ext uri="{FF2B5EF4-FFF2-40B4-BE49-F238E27FC236}">
                <a16:creationId xmlns:a16="http://schemas.microsoft.com/office/drawing/2014/main" id="{2F139D1B-049C-C67D-A38B-9C5283542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11492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41" name="Text Box 45">
            <a:extLst>
              <a:ext uri="{FF2B5EF4-FFF2-40B4-BE49-F238E27FC236}">
                <a16:creationId xmlns:a16="http://schemas.microsoft.com/office/drawing/2014/main" id="{EB2C3A99-22CE-C9E4-A94B-95B97CBFB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499009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M043.1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%MX689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1742" name="Text Box 46">
            <a:extLst>
              <a:ext uri="{FF2B5EF4-FFF2-40B4-BE49-F238E27FC236}">
                <a16:creationId xmlns:a16="http://schemas.microsoft.com/office/drawing/2014/main" id="{8E927AA8-FA4D-B5BF-3542-517676EE3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4316329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#27</a:t>
            </a:r>
          </a:p>
        </p:txBody>
      </p:sp>
      <p:sp>
        <p:nvSpPr>
          <p:cNvPr id="541743" name="Line 47">
            <a:extLst>
              <a:ext uri="{FF2B5EF4-FFF2-40B4-BE49-F238E27FC236}">
                <a16:creationId xmlns:a16="http://schemas.microsoft.com/office/drawing/2014/main" id="{5709F6D7-D7F8-9B28-51BA-1CA60A326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581024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44" name="Text Box 48">
            <a:extLst>
              <a:ext uri="{FF2B5EF4-FFF2-40B4-BE49-F238E27FC236}">
                <a16:creationId xmlns:a16="http://schemas.microsoft.com/office/drawing/2014/main" id="{CD45226F-20C0-2537-530F-8C12FFA3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663" y="4456197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M043.0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%MX688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1745" name="Text Box 49">
            <a:extLst>
              <a:ext uri="{FF2B5EF4-FFF2-40B4-BE49-F238E27FC236}">
                <a16:creationId xmlns:a16="http://schemas.microsoft.com/office/drawing/2014/main" id="{229D14DE-A2CE-D3D9-57D6-476E1EC89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075" y="5194635"/>
            <a:ext cx="3001879" cy="40757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PLC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에서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Pallet ID Shift  </a:t>
            </a:r>
          </a:p>
          <a:p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#27 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영역에서 </a:t>
            </a:r>
            <a:r>
              <a:rPr lang="en-US" altLang="ko-KR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#28</a:t>
            </a:r>
            <a:r>
              <a:rPr lang="ko-KR" altLang="en-US" sz="947" dirty="0">
                <a:latin typeface="Times New Roman" panose="02020603050405020304" pitchFamily="18" charset="0"/>
                <a:ea typeface="굴림체" panose="020B0609000101010101" pitchFamily="49" charset="-127"/>
              </a:rPr>
              <a:t>영역으로</a:t>
            </a:r>
          </a:p>
        </p:txBody>
      </p:sp>
      <p:sp>
        <p:nvSpPr>
          <p:cNvPr id="541746" name="Freeform 50">
            <a:extLst>
              <a:ext uri="{FF2B5EF4-FFF2-40B4-BE49-F238E27FC236}">
                <a16:creationId xmlns:a16="http://schemas.microsoft.com/office/drawing/2014/main" id="{B0A4E065-2051-2E82-BD15-E30A0A158DC8}"/>
              </a:ext>
            </a:extLst>
          </p:cNvPr>
          <p:cNvSpPr>
            <a:spLocks/>
          </p:cNvSpPr>
          <p:nvPr/>
        </p:nvSpPr>
        <p:spPr bwMode="auto">
          <a:xfrm>
            <a:off x="4283744" y="5708984"/>
            <a:ext cx="3274093" cy="187994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47" name="AutoShape 51">
            <a:extLst>
              <a:ext uri="{FF2B5EF4-FFF2-40B4-BE49-F238E27FC236}">
                <a16:creationId xmlns:a16="http://schemas.microsoft.com/office/drawing/2014/main" id="{C906A00E-8363-071E-B0C5-18D5C9DA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462" y="5720101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NO(R0132~R0133 %RB264~%RB266)</a:t>
            </a:r>
          </a:p>
        </p:txBody>
      </p:sp>
      <p:sp>
        <p:nvSpPr>
          <p:cNvPr id="541748" name="Text Box 52">
            <a:extLst>
              <a:ext uri="{FF2B5EF4-FFF2-40B4-BE49-F238E27FC236}">
                <a16:creationId xmlns:a16="http://schemas.microsoft.com/office/drawing/2014/main" id="{F1E00118-0F91-CA9A-B55E-08EB673D5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671" y="5051760"/>
            <a:ext cx="1525003" cy="821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Exist Bit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변경 이후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ECS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0.5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초 이내에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읽어 가므로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PLC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Data Move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에 무결성  </a:t>
            </a:r>
          </a:p>
          <a:p>
            <a:pPr algn="l"/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   을 보장 해야 함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541749" name="Text Box 53">
            <a:extLst>
              <a:ext uri="{FF2B5EF4-FFF2-40B4-BE49-F238E27FC236}">
                <a16:creationId xmlns:a16="http://schemas.microsoft.com/office/drawing/2014/main" id="{4566D1C9-BA63-8798-D2FA-A50163061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16" y="5945104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grpSp>
        <p:nvGrpSpPr>
          <p:cNvPr id="541750" name="Group 54">
            <a:extLst>
              <a:ext uri="{FF2B5EF4-FFF2-40B4-BE49-F238E27FC236}">
                <a16:creationId xmlns:a16="http://schemas.microsoft.com/office/drawing/2014/main" id="{8FB24277-1E2D-1AE0-2CF6-0067AE62F9B6}"/>
              </a:ext>
            </a:extLst>
          </p:cNvPr>
          <p:cNvGrpSpPr>
            <a:grpSpLocks/>
          </p:cNvGrpSpPr>
          <p:nvPr/>
        </p:nvGrpSpPr>
        <p:grpSpPr bwMode="auto">
          <a:xfrm>
            <a:off x="9094871" y="634666"/>
            <a:ext cx="341397" cy="681289"/>
            <a:chOff x="995" y="2643"/>
            <a:chExt cx="227" cy="453"/>
          </a:xfrm>
        </p:grpSpPr>
        <p:sp>
          <p:nvSpPr>
            <p:cNvPr id="541751" name="Rectangle 55">
              <a:extLst>
                <a:ext uri="{FF2B5EF4-FFF2-40B4-BE49-F238E27FC236}">
                  <a16:creationId xmlns:a16="http://schemas.microsoft.com/office/drawing/2014/main" id="{C2BE612C-E275-6BC7-338D-0CD7B59A9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27</a:t>
              </a:r>
            </a:p>
          </p:txBody>
        </p:sp>
        <p:sp>
          <p:nvSpPr>
            <p:cNvPr id="541752" name="Rectangle 56">
              <a:extLst>
                <a:ext uri="{FF2B5EF4-FFF2-40B4-BE49-F238E27FC236}">
                  <a16:creationId xmlns:a16="http://schemas.microsoft.com/office/drawing/2014/main" id="{9608C56E-86E5-98C0-C346-41496BAF0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28</a:t>
              </a:r>
            </a:p>
          </p:txBody>
        </p:sp>
      </p:grpSp>
      <p:sp>
        <p:nvSpPr>
          <p:cNvPr id="541753" name="AutoShape 57">
            <a:extLst>
              <a:ext uri="{FF2B5EF4-FFF2-40B4-BE49-F238E27FC236}">
                <a16:creationId xmlns:a16="http://schemas.microsoft.com/office/drawing/2014/main" id="{86AA7872-45E1-EC17-2A21-E1D6AB25B36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425739" y="631658"/>
            <a:ext cx="169947" cy="169947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1754" name="Text Box 58">
            <a:extLst>
              <a:ext uri="{FF2B5EF4-FFF2-40B4-BE49-F238E27FC236}">
                <a16:creationId xmlns:a16="http://schemas.microsoft.com/office/drawing/2014/main" id="{3C9CB223-D724-B94C-CA67-5784D1FB7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9491" y="1317458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#14</a:t>
            </a:r>
          </a:p>
        </p:txBody>
      </p:sp>
      <p:sp>
        <p:nvSpPr>
          <p:cNvPr id="541755" name="Line 59">
            <a:extLst>
              <a:ext uri="{FF2B5EF4-FFF2-40B4-BE49-F238E27FC236}">
                <a16:creationId xmlns:a16="http://schemas.microsoft.com/office/drawing/2014/main" id="{765D61DF-1793-0FC3-AEC0-B1C92D11398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27194" y="702344"/>
            <a:ext cx="4511" cy="410577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grpSp>
        <p:nvGrpSpPr>
          <p:cNvPr id="541756" name="Group 60">
            <a:extLst>
              <a:ext uri="{FF2B5EF4-FFF2-40B4-BE49-F238E27FC236}">
                <a16:creationId xmlns:a16="http://schemas.microsoft.com/office/drawing/2014/main" id="{B646E611-0727-B652-65B9-34B93982FB08}"/>
              </a:ext>
            </a:extLst>
          </p:cNvPr>
          <p:cNvGrpSpPr>
            <a:grpSpLocks/>
          </p:cNvGrpSpPr>
          <p:nvPr/>
        </p:nvGrpSpPr>
        <p:grpSpPr bwMode="auto">
          <a:xfrm>
            <a:off x="9783679" y="634666"/>
            <a:ext cx="341397" cy="681289"/>
            <a:chOff x="5615" y="381"/>
            <a:chExt cx="227" cy="453"/>
          </a:xfrm>
        </p:grpSpPr>
        <p:sp>
          <p:nvSpPr>
            <p:cNvPr id="541757" name="Rectangle 61">
              <a:extLst>
                <a:ext uri="{FF2B5EF4-FFF2-40B4-BE49-F238E27FC236}">
                  <a16:creationId xmlns:a16="http://schemas.microsoft.com/office/drawing/2014/main" id="{FB8782CF-F70E-8CB5-0965-F468DC15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381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31</a:t>
              </a:r>
            </a:p>
          </p:txBody>
        </p:sp>
        <p:sp>
          <p:nvSpPr>
            <p:cNvPr id="541758" name="Rectangle 62">
              <a:extLst>
                <a:ext uri="{FF2B5EF4-FFF2-40B4-BE49-F238E27FC236}">
                  <a16:creationId xmlns:a16="http://schemas.microsoft.com/office/drawing/2014/main" id="{42D450A9-D486-7BE1-7CB7-F09F01A0C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607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30</a:t>
              </a:r>
            </a:p>
          </p:txBody>
        </p:sp>
      </p:grpSp>
      <p:sp>
        <p:nvSpPr>
          <p:cNvPr id="541759" name="Rectangle 63">
            <a:extLst>
              <a:ext uri="{FF2B5EF4-FFF2-40B4-BE49-F238E27FC236}">
                <a16:creationId xmlns:a16="http://schemas.microsoft.com/office/drawing/2014/main" id="{7703ED19-C84A-2DB4-BDB7-20F0A7890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267" y="976062"/>
            <a:ext cx="341396" cy="341396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29</a:t>
            </a:r>
          </a:p>
        </p:txBody>
      </p:sp>
      <p:sp>
        <p:nvSpPr>
          <p:cNvPr id="541760" name="Text Box 64">
            <a:extLst>
              <a:ext uri="{FF2B5EF4-FFF2-40B4-BE49-F238E27FC236}">
                <a16:creationId xmlns:a16="http://schemas.microsoft.com/office/drawing/2014/main" id="{5F6122FB-AE2B-87EF-FA9D-D8A75588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7638" y="1317458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#15</a:t>
            </a:r>
          </a:p>
        </p:txBody>
      </p:sp>
      <p:sp>
        <p:nvSpPr>
          <p:cNvPr id="541762" name="Line 66">
            <a:extLst>
              <a:ext uri="{FF2B5EF4-FFF2-40B4-BE49-F238E27FC236}">
                <a16:creationId xmlns:a16="http://schemas.microsoft.com/office/drawing/2014/main" id="{6533FC25-45A3-680C-2251-79F6540BD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0736" y="2883068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1763" name="TextBox 541762"/>
          <p:cNvSpPr txBox="1"/>
          <p:nvPr/>
        </p:nvSpPr>
        <p:spPr>
          <a:xfrm>
            <a:off x="1508008" y="6167077"/>
            <a:ext cx="8229600" cy="223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ECS </a:t>
            </a:r>
            <a:r>
              <a:rPr sz="853" b="1" dirty="0" err="1">
                <a:solidFill>
                  <a:srgbClr val="FF0000"/>
                </a:solidFill>
              </a:rPr>
              <a:t>판독주기</a:t>
            </a:r>
            <a:r>
              <a:rPr sz="853" b="1" dirty="0">
                <a:solidFill>
                  <a:srgbClr val="FF0000"/>
                </a:solidFill>
              </a:rPr>
              <a:t> 1초(</a:t>
            </a:r>
            <a:r>
              <a:rPr sz="853" b="1" dirty="0" err="1">
                <a:solidFill>
                  <a:srgbClr val="FF0000"/>
                </a:solidFill>
              </a:rPr>
              <a:t>문서</a:t>
            </a:r>
            <a:r>
              <a:rPr sz="853" b="1" dirty="0">
                <a:solidFill>
                  <a:srgbClr val="FF0000"/>
                </a:solidFill>
              </a:rPr>
              <a:t> 0.5초와 </a:t>
            </a:r>
            <a:r>
              <a:rPr sz="853" b="1" dirty="0" err="1">
                <a:solidFill>
                  <a:srgbClr val="FF0000"/>
                </a:solidFill>
              </a:rPr>
              <a:t>불일치</a:t>
            </a:r>
            <a:r>
              <a:rPr sz="853" b="1" dirty="0">
                <a:solidFill>
                  <a:srgbClr val="FF0000"/>
                </a:solidFill>
              </a:rPr>
              <a:t>) — </a:t>
            </a:r>
            <a:r>
              <a:rPr sz="853" b="1" dirty="0" err="1">
                <a:solidFill>
                  <a:srgbClr val="FF0000"/>
                </a:solidFill>
              </a:rPr>
              <a:t>PLC측</a:t>
            </a:r>
            <a:r>
              <a:rPr sz="853" b="1" dirty="0">
                <a:solidFill>
                  <a:srgbClr val="FF0000"/>
                </a:solidFill>
              </a:rPr>
              <a:t> Data Move </a:t>
            </a:r>
            <a:r>
              <a:rPr sz="853" b="1" dirty="0" err="1">
                <a:solidFill>
                  <a:srgbClr val="FF0000"/>
                </a:solidFill>
              </a:rPr>
              <a:t>원자성에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전적으로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의존</a:t>
            </a:r>
            <a:endParaRPr sz="85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2537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Text Box 2">
            <a:extLst>
              <a:ext uri="{FF2B5EF4-FFF2-40B4-BE49-F238E27FC236}">
                <a16:creationId xmlns:a16="http://schemas.microsoft.com/office/drawing/2014/main" id="{E019D7F6-BD36-35C4-4D7E-D3EE807CD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016" y="72189"/>
            <a:ext cx="7243971" cy="325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algn="l"/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반송 시나리오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(S/C #1 → 29 </a:t>
            </a:r>
            <a:r>
              <a:rPr lang="ko-KR" altLang="en-US" sz="1516">
                <a:latin typeface="굴림" panose="020B0600000101010101" pitchFamily="50" charset="-127"/>
                <a:ea typeface="굴림" panose="020B0600000101010101" pitchFamily="50" charset="-127"/>
              </a:rPr>
              <a:t>피킹대 출고작업 ④ </a:t>
            </a:r>
            <a:r>
              <a:rPr lang="en-US" altLang="ko-KR" sz="1516">
                <a:latin typeface="굴림" panose="020B0600000101010101" pitchFamily="50" charset="-127"/>
                <a:ea typeface="굴림" panose="020B0600000101010101" pitchFamily="50" charset="-127"/>
              </a:rPr>
              <a:t>: C/V #14  #27 → #28 → #29)</a:t>
            </a:r>
          </a:p>
        </p:txBody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FA01FAFE-D946-27A6-AFCC-687E8A886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884" y="427121"/>
            <a:ext cx="8634161" cy="6003758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2724" name="Rectangle 4">
            <a:extLst>
              <a:ext uri="{FF2B5EF4-FFF2-40B4-BE49-F238E27FC236}">
                <a16:creationId xmlns:a16="http://schemas.microsoft.com/office/drawing/2014/main" id="{3D970699-9F68-C10B-A5F0-5E9D6BE1F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755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EQP</a:t>
            </a:r>
          </a:p>
        </p:txBody>
      </p:sp>
      <p:sp>
        <p:nvSpPr>
          <p:cNvPr id="542725" name="Rectangle 5">
            <a:extLst>
              <a:ext uri="{FF2B5EF4-FFF2-40B4-BE49-F238E27FC236}">
                <a16:creationId xmlns:a16="http://schemas.microsoft.com/office/drawing/2014/main" id="{B580DB07-6781-2B73-E075-1607501D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849" y="631658"/>
            <a:ext cx="1082842" cy="216568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ko-KR" sz="1137">
                <a:latin typeface="Times New Roman" panose="02020603050405020304" pitchFamily="18" charset="0"/>
                <a:ea typeface="굴림체" panose="020B0609000101010101" pitchFamily="49" charset="-127"/>
              </a:rPr>
              <a:t>ECS</a:t>
            </a:r>
          </a:p>
        </p:txBody>
      </p:sp>
      <p:grpSp>
        <p:nvGrpSpPr>
          <p:cNvPr id="542726" name="Group 6">
            <a:extLst>
              <a:ext uri="{FF2B5EF4-FFF2-40B4-BE49-F238E27FC236}">
                <a16:creationId xmlns:a16="http://schemas.microsoft.com/office/drawing/2014/main" id="{AE028BD4-208A-7A3D-5DCE-198F76238F34}"/>
              </a:ext>
            </a:extLst>
          </p:cNvPr>
          <p:cNvGrpSpPr>
            <a:grpSpLocks/>
          </p:cNvGrpSpPr>
          <p:nvPr/>
        </p:nvGrpSpPr>
        <p:grpSpPr bwMode="auto">
          <a:xfrm>
            <a:off x="4265697" y="852739"/>
            <a:ext cx="3262061" cy="5304422"/>
            <a:chOff x="1125" y="1346"/>
            <a:chExt cx="2169" cy="4722"/>
          </a:xfrm>
        </p:grpSpPr>
        <p:sp>
          <p:nvSpPr>
            <p:cNvPr id="542727" name="Line 7">
              <a:extLst>
                <a:ext uri="{FF2B5EF4-FFF2-40B4-BE49-F238E27FC236}">
                  <a16:creationId xmlns:a16="http://schemas.microsoft.com/office/drawing/2014/main" id="{26F84374-80B4-7937-BA64-03D621271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5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  <p:sp>
          <p:nvSpPr>
            <p:cNvPr id="542728" name="Line 8">
              <a:extLst>
                <a:ext uri="{FF2B5EF4-FFF2-40B4-BE49-F238E27FC236}">
                  <a16:creationId xmlns:a16="http://schemas.microsoft.com/office/drawing/2014/main" id="{3D5ACBAE-EEF1-EF20-21A5-1C69BFE67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4" y="1346"/>
              <a:ext cx="0" cy="472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5263" tIns="44337" rIns="85263" bIns="44337" anchor="ctr"/>
            <a:lstStyle/>
            <a:p>
              <a:endParaRPr lang="ko-KR" altLang="en-US" sz="1705"/>
            </a:p>
          </p:txBody>
        </p:sp>
      </p:grpSp>
      <p:sp>
        <p:nvSpPr>
          <p:cNvPr id="542734" name="Text Box 14">
            <a:extLst>
              <a:ext uri="{FF2B5EF4-FFF2-40B4-BE49-F238E27FC236}">
                <a16:creationId xmlns:a16="http://schemas.microsoft.com/office/drawing/2014/main" id="{0631457E-D0BF-338E-DB93-67C69A840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05" y="631658"/>
            <a:ext cx="222584" cy="26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  <a:p>
            <a:pPr algn="r"/>
            <a:r>
              <a:rPr lang="en-US" altLang="ko-KR" sz="379">
                <a:latin typeface="굴림" panose="020B0600000101010101" pitchFamily="50" charset="-127"/>
                <a:ea typeface="굴림" panose="020B0600000101010101" pitchFamily="50" charset="-127"/>
              </a:rPr>
              <a:t>●</a:t>
            </a:r>
          </a:p>
        </p:txBody>
      </p:sp>
      <p:sp>
        <p:nvSpPr>
          <p:cNvPr id="542737" name="Line 17">
            <a:extLst>
              <a:ext uri="{FF2B5EF4-FFF2-40B4-BE49-F238E27FC236}">
                <a16:creationId xmlns:a16="http://schemas.microsoft.com/office/drawing/2014/main" id="{F6100849-D8EC-97CC-BA93-6D0A67478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579395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38" name="Text Box 18">
            <a:extLst>
              <a:ext uri="{FF2B5EF4-FFF2-40B4-BE49-F238E27FC236}">
                <a16:creationId xmlns:a16="http://schemas.microsoft.com/office/drawing/2014/main" id="{453199D5-153D-6C4A-569B-FDAED468A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654" y="3456071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%MX675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39" name="Text Box 19">
            <a:extLst>
              <a:ext uri="{FF2B5EF4-FFF2-40B4-BE49-F238E27FC236}">
                <a16:creationId xmlns:a16="http://schemas.microsoft.com/office/drawing/2014/main" id="{698415A9-8C0F-43A7-5F62-606ED9633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353803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42740" name="Line 20">
            <a:extLst>
              <a:ext uri="{FF2B5EF4-FFF2-40B4-BE49-F238E27FC236}">
                <a16:creationId xmlns:a16="http://schemas.microsoft.com/office/drawing/2014/main" id="{6FE91FED-E8F9-4296-3025-17952474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752" y="3910263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41" name="Text Box 21">
            <a:extLst>
              <a:ext uri="{FF2B5EF4-FFF2-40B4-BE49-F238E27FC236}">
                <a16:creationId xmlns:a16="http://schemas.microsoft.com/office/drawing/2014/main" id="{D1774EF5-159D-6523-D841-E3CF788D1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103" y="3768892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M093.3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%MX1491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42" name="Text Box 22">
            <a:extLst>
              <a:ext uri="{FF2B5EF4-FFF2-40B4-BE49-F238E27FC236}">
                <a16:creationId xmlns:a16="http://schemas.microsoft.com/office/drawing/2014/main" id="{21EB9633-19C0-FD1D-2794-E2A70BE10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368467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42743" name="Line 23">
            <a:extLst>
              <a:ext uri="{FF2B5EF4-FFF2-40B4-BE49-F238E27FC236}">
                <a16:creationId xmlns:a16="http://schemas.microsoft.com/office/drawing/2014/main" id="{F6031523-5CDD-C170-EBF7-A86C381FD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561473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44" name="Text Box 24">
            <a:extLst>
              <a:ext uri="{FF2B5EF4-FFF2-40B4-BE49-F238E27FC236}">
                <a16:creationId xmlns:a16="http://schemas.microsoft.com/office/drawing/2014/main" id="{DFE4648D-03FA-5C32-A440-90374F762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7632" y="4480260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M042.9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%MX681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45" name="Text Box 25">
            <a:extLst>
              <a:ext uri="{FF2B5EF4-FFF2-40B4-BE49-F238E27FC236}">
                <a16:creationId xmlns:a16="http://schemas.microsoft.com/office/drawing/2014/main" id="{B07206B7-2EF8-54C5-5AAF-014D473D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370471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 Ack</a:t>
            </a:r>
          </a:p>
        </p:txBody>
      </p:sp>
      <p:sp>
        <p:nvSpPr>
          <p:cNvPr id="542746" name="Text Box 26">
            <a:extLst>
              <a:ext uri="{FF2B5EF4-FFF2-40B4-BE49-F238E27FC236}">
                <a16:creationId xmlns:a16="http://schemas.microsoft.com/office/drawing/2014/main" id="{0E652C00-9569-6EBB-168F-435B07D8F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909" y="4152399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M093.5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%MX1493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47" name="Text Box 27">
            <a:extLst>
              <a:ext uri="{FF2B5EF4-FFF2-40B4-BE49-F238E27FC236}">
                <a16:creationId xmlns:a16="http://schemas.microsoft.com/office/drawing/2014/main" id="{DF20CDC7-C379-971C-30CF-9E0F4530C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268" y="404862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</a:t>
            </a:r>
          </a:p>
        </p:txBody>
      </p:sp>
      <p:sp>
        <p:nvSpPr>
          <p:cNvPr id="542748" name="Line 28">
            <a:extLst>
              <a:ext uri="{FF2B5EF4-FFF2-40B4-BE49-F238E27FC236}">
                <a16:creationId xmlns:a16="http://schemas.microsoft.com/office/drawing/2014/main" id="{5AE62D86-35CE-6AD9-7F07-4F6F5D7E9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8256" y="427421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grpSp>
        <p:nvGrpSpPr>
          <p:cNvPr id="542749" name="Group 29">
            <a:extLst>
              <a:ext uri="{FF2B5EF4-FFF2-40B4-BE49-F238E27FC236}">
                <a16:creationId xmlns:a16="http://schemas.microsoft.com/office/drawing/2014/main" id="{2315AA93-81F4-5F9A-53FB-7C4F91115A29}"/>
              </a:ext>
            </a:extLst>
          </p:cNvPr>
          <p:cNvGrpSpPr>
            <a:grpSpLocks/>
          </p:cNvGrpSpPr>
          <p:nvPr/>
        </p:nvGrpSpPr>
        <p:grpSpPr bwMode="auto">
          <a:xfrm>
            <a:off x="8687302" y="566989"/>
            <a:ext cx="341396" cy="681288"/>
            <a:chOff x="995" y="2643"/>
            <a:chExt cx="227" cy="453"/>
          </a:xfrm>
        </p:grpSpPr>
        <p:sp>
          <p:nvSpPr>
            <p:cNvPr id="542750" name="Rectangle 30">
              <a:extLst>
                <a:ext uri="{FF2B5EF4-FFF2-40B4-BE49-F238E27FC236}">
                  <a16:creationId xmlns:a16="http://schemas.microsoft.com/office/drawing/2014/main" id="{F2B280F5-607B-FFA0-F6DD-E6A310134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643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27</a:t>
              </a:r>
            </a:p>
          </p:txBody>
        </p:sp>
        <p:sp>
          <p:nvSpPr>
            <p:cNvPr id="542751" name="Rectangle 31">
              <a:extLst>
                <a:ext uri="{FF2B5EF4-FFF2-40B4-BE49-F238E27FC236}">
                  <a16:creationId xmlns:a16="http://schemas.microsoft.com/office/drawing/2014/main" id="{10793ED1-8E77-57CC-8AFE-C6D9DC5C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869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28</a:t>
              </a:r>
            </a:p>
          </p:txBody>
        </p:sp>
      </p:grpSp>
      <p:sp>
        <p:nvSpPr>
          <p:cNvPr id="542752" name="AutoShape 32">
            <a:extLst>
              <a:ext uri="{FF2B5EF4-FFF2-40B4-BE49-F238E27FC236}">
                <a16:creationId xmlns:a16="http://schemas.microsoft.com/office/drawing/2014/main" id="{3272C7DB-45E3-0825-07DA-62B645C065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356558" y="563981"/>
            <a:ext cx="169947" cy="169946"/>
          </a:xfrm>
          <a:prstGeom prst="flowChartExtra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705"/>
          </a:p>
        </p:txBody>
      </p:sp>
      <p:sp>
        <p:nvSpPr>
          <p:cNvPr id="542753" name="Text Box 33">
            <a:extLst>
              <a:ext uri="{FF2B5EF4-FFF2-40B4-BE49-F238E27FC236}">
                <a16:creationId xmlns:a16="http://schemas.microsoft.com/office/drawing/2014/main" id="{1E1F283C-2F77-BC69-5C57-33389C32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528" y="1249781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#14</a:t>
            </a:r>
          </a:p>
        </p:txBody>
      </p:sp>
      <p:sp>
        <p:nvSpPr>
          <p:cNvPr id="542754" name="Line 34">
            <a:extLst>
              <a:ext uri="{FF2B5EF4-FFF2-40B4-BE49-F238E27FC236}">
                <a16:creationId xmlns:a16="http://schemas.microsoft.com/office/drawing/2014/main" id="{501837DD-FAAF-547E-EFB5-B47E4F9C9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9624" y="634666"/>
            <a:ext cx="4512" cy="410578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705"/>
          </a:p>
        </p:txBody>
      </p:sp>
      <p:grpSp>
        <p:nvGrpSpPr>
          <p:cNvPr id="542755" name="Group 35">
            <a:extLst>
              <a:ext uri="{FF2B5EF4-FFF2-40B4-BE49-F238E27FC236}">
                <a16:creationId xmlns:a16="http://schemas.microsoft.com/office/drawing/2014/main" id="{727B3ADF-8FD8-A296-CA60-3E6D04E7EB5E}"/>
              </a:ext>
            </a:extLst>
          </p:cNvPr>
          <p:cNvGrpSpPr>
            <a:grpSpLocks/>
          </p:cNvGrpSpPr>
          <p:nvPr/>
        </p:nvGrpSpPr>
        <p:grpSpPr bwMode="auto">
          <a:xfrm>
            <a:off x="9738561" y="566989"/>
            <a:ext cx="341397" cy="681288"/>
            <a:chOff x="5615" y="381"/>
            <a:chExt cx="227" cy="453"/>
          </a:xfrm>
        </p:grpSpPr>
        <p:sp>
          <p:nvSpPr>
            <p:cNvPr id="542756" name="Rectangle 36">
              <a:extLst>
                <a:ext uri="{FF2B5EF4-FFF2-40B4-BE49-F238E27FC236}">
                  <a16:creationId xmlns:a16="http://schemas.microsoft.com/office/drawing/2014/main" id="{59D90F2C-FFD6-92C5-6F01-27D1D3C21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381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31</a:t>
              </a:r>
            </a:p>
          </p:txBody>
        </p:sp>
        <p:sp>
          <p:nvSpPr>
            <p:cNvPr id="542757" name="Rectangle 37">
              <a:extLst>
                <a:ext uri="{FF2B5EF4-FFF2-40B4-BE49-F238E27FC236}">
                  <a16:creationId xmlns:a16="http://schemas.microsoft.com/office/drawing/2014/main" id="{889C6167-1616-3BE8-A34E-656A6A95E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5" y="607"/>
              <a:ext cx="227" cy="227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85725" indent="-85725"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en-US" altLang="ko-KR" sz="758">
                  <a:solidFill/>
                  <a:latin typeface="Tahoma" panose="020B0604030504040204" pitchFamily="34" charset="0"/>
                  <a:ea typeface="돋움체" panose="020B0609000101010101" pitchFamily="49" charset="-127"/>
                </a:rPr>
                <a:t>32</a:t>
              </a:r>
            </a:p>
          </p:txBody>
        </p:sp>
      </p:grpSp>
      <p:sp>
        <p:nvSpPr>
          <p:cNvPr id="542758" name="Rectangle 38">
            <a:extLst>
              <a:ext uri="{FF2B5EF4-FFF2-40B4-BE49-F238E27FC236}">
                <a16:creationId xmlns:a16="http://schemas.microsoft.com/office/drawing/2014/main" id="{18FFD2E4-EFCD-854F-8D73-0B723E3D9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8698" y="908384"/>
            <a:ext cx="341397" cy="341397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29</a:t>
            </a:r>
          </a:p>
        </p:txBody>
      </p:sp>
      <p:sp>
        <p:nvSpPr>
          <p:cNvPr id="542759" name="Text Box 39">
            <a:extLst>
              <a:ext uri="{FF2B5EF4-FFF2-40B4-BE49-F238E27FC236}">
                <a16:creationId xmlns:a16="http://schemas.microsoft.com/office/drawing/2014/main" id="{68F3AC09-5516-AE6D-90E9-02F68D3B2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2520" y="1249781"/>
            <a:ext cx="543740" cy="208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>
                  <a:srgbClr val="000099"/>
                </a:solidFill>
                <a:latin typeface="Tahoma" panose="020B0604030504040204" pitchFamily="34" charset="0"/>
                <a:ea typeface="돋움체" panose="020B0609000101010101" pitchFamily="49" charset="-127"/>
              </a:rPr>
              <a:t>C/V #15</a:t>
            </a:r>
          </a:p>
        </p:txBody>
      </p:sp>
      <p:sp>
        <p:nvSpPr>
          <p:cNvPr id="542760" name="Line 40">
            <a:extLst>
              <a:ext uri="{FF2B5EF4-FFF2-40B4-BE49-F238E27FC236}">
                <a16:creationId xmlns:a16="http://schemas.microsoft.com/office/drawing/2014/main" id="{A3B8806A-2F46-A180-8A88-E91E851AB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6" y="1955132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61" name="Text Box 41">
            <a:extLst>
              <a:ext uri="{FF2B5EF4-FFF2-40B4-BE49-F238E27FC236}">
                <a16:creationId xmlns:a16="http://schemas.microsoft.com/office/drawing/2014/main" id="{50B923AA-A7E1-29B9-A171-B21323CBC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9079" y="183932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%MX678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62" name="Text Box 42">
            <a:extLst>
              <a:ext uri="{FF2B5EF4-FFF2-40B4-BE49-F238E27FC236}">
                <a16:creationId xmlns:a16="http://schemas.microsoft.com/office/drawing/2014/main" id="{61B2A213-D55C-5B38-E8DC-6D6E88C57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6694" y="1723524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42763" name="Text Box 43">
            <a:extLst>
              <a:ext uri="{FF2B5EF4-FFF2-40B4-BE49-F238E27FC236}">
                <a16:creationId xmlns:a16="http://schemas.microsoft.com/office/drawing/2014/main" id="{E7524CFD-FA2A-F745-7E48-9F17292D5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571" y="936960"/>
            <a:ext cx="3001879" cy="2045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#29 </a:t>
            </a:r>
            <a:r>
              <a:rPr lang="ko-KR" altLang="en-US" sz="947">
                <a:latin typeface="Times New Roman" panose="02020603050405020304" pitchFamily="18" charset="0"/>
                <a:ea typeface="굴림체" panose="020B0609000101010101" pitchFamily="49" charset="-127"/>
              </a:rPr>
              <a:t>영역도 반복 진행</a:t>
            </a:r>
          </a:p>
        </p:txBody>
      </p:sp>
      <p:sp>
        <p:nvSpPr>
          <p:cNvPr id="542764" name="Freeform 44">
            <a:extLst>
              <a:ext uri="{FF2B5EF4-FFF2-40B4-BE49-F238E27FC236}">
                <a16:creationId xmlns:a16="http://schemas.microsoft.com/office/drawing/2014/main" id="{DE30828F-8934-8CE2-D60E-82A1489D0C48}"/>
              </a:ext>
            </a:extLst>
          </p:cNvPr>
          <p:cNvSpPr>
            <a:spLocks/>
          </p:cNvSpPr>
          <p:nvPr/>
        </p:nvSpPr>
        <p:spPr bwMode="auto">
          <a:xfrm>
            <a:off x="4246145" y="2064921"/>
            <a:ext cx="3274094" cy="187993"/>
          </a:xfrm>
          <a:custGeom>
            <a:avLst/>
            <a:gdLst>
              <a:gd name="T0" fmla="*/ 140 w 140"/>
              <a:gd name="T1" fmla="*/ 1 h 29"/>
              <a:gd name="T2" fmla="*/ 75 w 140"/>
              <a:gd name="T3" fmla="*/ 1 h 29"/>
              <a:gd name="T4" fmla="*/ 15 w 140"/>
              <a:gd name="T5" fmla="*/ 2 h 29"/>
              <a:gd name="T6" fmla="*/ 0 w 140"/>
              <a:gd name="T7" fmla="*/ 14 h 29"/>
              <a:gd name="T8" fmla="*/ 15 w 140"/>
              <a:gd name="T9" fmla="*/ 26 h 29"/>
              <a:gd name="T10" fmla="*/ 75 w 140"/>
              <a:gd name="T11" fmla="*/ 27 h 29"/>
              <a:gd name="T12" fmla="*/ 140 w 140"/>
              <a:gd name="T13" fmla="*/ 2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0" h="29">
                <a:moveTo>
                  <a:pt x="140" y="1"/>
                </a:moveTo>
                <a:cubicBezTo>
                  <a:pt x="129" y="1"/>
                  <a:pt x="96" y="1"/>
                  <a:pt x="75" y="1"/>
                </a:cubicBezTo>
                <a:cubicBezTo>
                  <a:pt x="57" y="2"/>
                  <a:pt x="27" y="0"/>
                  <a:pt x="15" y="2"/>
                </a:cubicBezTo>
                <a:cubicBezTo>
                  <a:pt x="3" y="4"/>
                  <a:pt x="0" y="11"/>
                  <a:pt x="0" y="14"/>
                </a:cubicBezTo>
                <a:cubicBezTo>
                  <a:pt x="1" y="17"/>
                  <a:pt x="3" y="24"/>
                  <a:pt x="15" y="26"/>
                </a:cubicBezTo>
                <a:cubicBezTo>
                  <a:pt x="27" y="28"/>
                  <a:pt x="56" y="27"/>
                  <a:pt x="75" y="27"/>
                </a:cubicBezTo>
                <a:cubicBezTo>
                  <a:pt x="98" y="29"/>
                  <a:pt x="127" y="27"/>
                  <a:pt x="140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65" name="AutoShape 45">
            <a:extLst>
              <a:ext uri="{FF2B5EF4-FFF2-40B4-BE49-F238E27FC236}">
                <a16:creationId xmlns:a16="http://schemas.microsoft.com/office/drawing/2014/main" id="{D0382E23-BBE2-6FF1-3D8B-C510B49F4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863" y="2076036"/>
            <a:ext cx="2869532" cy="161250"/>
          </a:xfrm>
          <a:prstGeom prst="flowChartAlternateProcess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JOB NO (R0134~R0135 %RB268~%RB270)</a:t>
            </a:r>
          </a:p>
        </p:txBody>
      </p:sp>
      <p:sp>
        <p:nvSpPr>
          <p:cNvPr id="542766" name="Line 46">
            <a:extLst>
              <a:ext uri="{FF2B5EF4-FFF2-40B4-BE49-F238E27FC236}">
                <a16:creationId xmlns:a16="http://schemas.microsoft.com/office/drawing/2014/main" id="{93847941-1177-212F-F745-9E0392E1E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52362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67" name="Text Box 47">
            <a:extLst>
              <a:ext uri="{FF2B5EF4-FFF2-40B4-BE49-F238E27FC236}">
                <a16:creationId xmlns:a16="http://schemas.microsoft.com/office/drawing/2014/main" id="{3D6B0FBD-3EC6-191E-FBCE-9B7725517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81" y="2298032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</a:t>
            </a:r>
          </a:p>
        </p:txBody>
      </p:sp>
      <p:sp>
        <p:nvSpPr>
          <p:cNvPr id="542768" name="Text Box 48">
            <a:extLst>
              <a:ext uri="{FF2B5EF4-FFF2-40B4-BE49-F238E27FC236}">
                <a16:creationId xmlns:a16="http://schemas.microsoft.com/office/drawing/2014/main" id="{05DADCF2-7D7B-8A94-E1A4-ABC00E829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0679" y="2585286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Request #2 Ack</a:t>
            </a:r>
          </a:p>
        </p:txBody>
      </p:sp>
      <p:sp>
        <p:nvSpPr>
          <p:cNvPr id="542769" name="Line 49">
            <a:extLst>
              <a:ext uri="{FF2B5EF4-FFF2-40B4-BE49-F238E27FC236}">
                <a16:creationId xmlns:a16="http://schemas.microsoft.com/office/drawing/2014/main" id="{53FD13C5-0625-FCDB-91C7-E039158C8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665" y="2810878"/>
            <a:ext cx="327108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0" name="Text Box 50">
            <a:extLst>
              <a:ext uri="{FF2B5EF4-FFF2-40B4-BE49-F238E27FC236}">
                <a16:creationId xmlns:a16="http://schemas.microsoft.com/office/drawing/2014/main" id="{CAB21E7D-75C2-C2EA-5DCC-09B55EBC3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2698082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M042.9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%MX681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71" name="Text Box 51">
            <a:extLst>
              <a:ext uri="{FF2B5EF4-FFF2-40B4-BE49-F238E27FC236}">
                <a16:creationId xmlns:a16="http://schemas.microsoft.com/office/drawing/2014/main" id="{526474FF-A384-9F84-9F75-116E488C4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107" y="2407820"/>
            <a:ext cx="137249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M093.5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%MX1493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72" name="Line 52">
            <a:extLst>
              <a:ext uri="{FF2B5EF4-FFF2-40B4-BE49-F238E27FC236}">
                <a16:creationId xmlns:a16="http://schemas.microsoft.com/office/drawing/2014/main" id="{E423B23E-1800-FDF4-2A09-16CEEAC8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216" y="5146508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3" name="Text Box 53">
            <a:extLst>
              <a:ext uri="{FF2B5EF4-FFF2-40B4-BE49-F238E27FC236}">
                <a16:creationId xmlns:a16="http://schemas.microsoft.com/office/drawing/2014/main" id="{28329C8B-B470-D82F-81C2-2442E98AE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678" y="5065295"/>
            <a:ext cx="1418979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M093.3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%MX1491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74" name="Text Box 54">
            <a:extLst>
              <a:ext uri="{FF2B5EF4-FFF2-40B4-BE49-F238E27FC236}">
                <a16:creationId xmlns:a16="http://schemas.microsoft.com/office/drawing/2014/main" id="{82343041-2D81-C9F0-3FB9-1178461DD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229" y="4955507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 Ack#2</a:t>
            </a:r>
          </a:p>
        </p:txBody>
      </p:sp>
      <p:sp>
        <p:nvSpPr>
          <p:cNvPr id="542775" name="Text Box 55">
            <a:extLst>
              <a:ext uri="{FF2B5EF4-FFF2-40B4-BE49-F238E27FC236}">
                <a16:creationId xmlns:a16="http://schemas.microsoft.com/office/drawing/2014/main" id="{C06C4D72-EB7A-339D-C2B0-CC8AD6D88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128" y="4737434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M042.3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%MX675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76" name="Text Box 56">
            <a:extLst>
              <a:ext uri="{FF2B5EF4-FFF2-40B4-BE49-F238E27FC236}">
                <a16:creationId xmlns:a16="http://schemas.microsoft.com/office/drawing/2014/main" id="{4F24FD08-2D79-E38A-EE36-052C0ABAD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229" y="4633663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Unload Complete#2</a:t>
            </a:r>
          </a:p>
        </p:txBody>
      </p:sp>
      <p:sp>
        <p:nvSpPr>
          <p:cNvPr id="542777" name="Line 57">
            <a:extLst>
              <a:ext uri="{FF2B5EF4-FFF2-40B4-BE49-F238E27FC236}">
                <a16:creationId xmlns:a16="http://schemas.microsoft.com/office/drawing/2014/main" id="{1545D970-5C1A-1344-4C1B-4EC29196B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216" y="4859254"/>
            <a:ext cx="327108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8" name="Line 58">
            <a:extLst>
              <a:ext uri="{FF2B5EF4-FFF2-40B4-BE49-F238E27FC236}">
                <a16:creationId xmlns:a16="http://schemas.microsoft.com/office/drawing/2014/main" id="{11E4CB5C-7EB3-DFC8-E71F-BF81324B6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496928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79" name="Text Box 59">
            <a:extLst>
              <a:ext uri="{FF2B5EF4-FFF2-40B4-BE49-F238E27FC236}">
                <a16:creationId xmlns:a16="http://schemas.microsoft.com/office/drawing/2014/main" id="{FB4D7AAB-8CE6-960A-FF8D-76B4B3CA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616" y="5381124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M042.6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%MX678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80" name="Text Box 60">
            <a:extLst>
              <a:ext uri="{FF2B5EF4-FFF2-40B4-BE49-F238E27FC236}">
                <a16:creationId xmlns:a16="http://schemas.microsoft.com/office/drawing/2014/main" id="{B73F9998-96E4-A319-E165-3B379CD99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718" y="5265321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W.O</a:t>
            </a:r>
          </a:p>
        </p:txBody>
      </p:sp>
      <p:sp>
        <p:nvSpPr>
          <p:cNvPr id="542781" name="Text Box 61">
            <a:extLst>
              <a:ext uri="{FF2B5EF4-FFF2-40B4-BE49-F238E27FC236}">
                <a16:creationId xmlns:a16="http://schemas.microsoft.com/office/drawing/2014/main" id="{EEED42B7-3C35-4D33-22B8-63216ACF2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65" y="1168568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#29</a:t>
            </a:r>
          </a:p>
        </p:txBody>
      </p:sp>
      <p:sp>
        <p:nvSpPr>
          <p:cNvPr id="542782" name="Line 62">
            <a:extLst>
              <a:ext uri="{FF2B5EF4-FFF2-40B4-BE49-F238E27FC236}">
                <a16:creationId xmlns:a16="http://schemas.microsoft.com/office/drawing/2014/main" id="{BACED045-35A7-3985-971D-4DAE5E34B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380624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83" name="Text Box 63">
            <a:extLst>
              <a:ext uri="{FF2B5EF4-FFF2-40B4-BE49-F238E27FC236}">
                <a16:creationId xmlns:a16="http://schemas.microsoft.com/office/drawing/2014/main" id="{53346AB8-BE9B-E531-55B0-BE62642A2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150" y="1255797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M043.2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%MX690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84" name="Text Box 64">
            <a:extLst>
              <a:ext uri="{FF2B5EF4-FFF2-40B4-BE49-F238E27FC236}">
                <a16:creationId xmlns:a16="http://schemas.microsoft.com/office/drawing/2014/main" id="{FF1601A0-EA6A-DC94-7A60-31FF67758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742" y="1409200"/>
            <a:ext cx="1619751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#30</a:t>
            </a:r>
          </a:p>
        </p:txBody>
      </p:sp>
      <p:sp>
        <p:nvSpPr>
          <p:cNvPr id="542785" name="Line 65">
            <a:extLst>
              <a:ext uri="{FF2B5EF4-FFF2-40B4-BE49-F238E27FC236}">
                <a16:creationId xmlns:a16="http://schemas.microsoft.com/office/drawing/2014/main" id="{34BEE6B1-A5DE-C592-EBB8-BB6507785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8176" y="1621255"/>
            <a:ext cx="32740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86" name="Text Box 66">
            <a:extLst>
              <a:ext uri="{FF2B5EF4-FFF2-40B4-BE49-F238E27FC236}">
                <a16:creationId xmlns:a16="http://schemas.microsoft.com/office/drawing/2014/main" id="{CACE00FE-BF62-CBC9-1281-85890097B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127" y="1496428"/>
            <a:ext cx="1311578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M045.2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%MX722</a:t>
            </a:r>
            <a:r>
              <a:rPr sz="947" dirty="0">
                <a:solidFill/>
                <a:latin typeface="Times New Roman"/>
              </a:rPr>
              <a:t> ON</a:t>
            </a:r>
          </a:p>
        </p:txBody>
      </p:sp>
      <p:sp>
        <p:nvSpPr>
          <p:cNvPr id="542787" name="Text Box 67">
            <a:extLst>
              <a:ext uri="{FF2B5EF4-FFF2-40B4-BE49-F238E27FC236}">
                <a16:creationId xmlns:a16="http://schemas.microsoft.com/office/drawing/2014/main" id="{29C741AA-E66A-0C5E-AFBA-EA3E3E6D8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158" y="3046998"/>
            <a:ext cx="1619752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947">
                <a:latin typeface="Times New Roman" panose="02020603050405020304" pitchFamily="18" charset="0"/>
                <a:ea typeface="굴림체" panose="020B0609000101010101" pitchFamily="49" charset="-127"/>
              </a:rPr>
              <a:t>Pallet Exist #29</a:t>
            </a:r>
          </a:p>
        </p:txBody>
      </p:sp>
      <p:sp>
        <p:nvSpPr>
          <p:cNvPr id="542788" name="Line 68">
            <a:extLst>
              <a:ext uri="{FF2B5EF4-FFF2-40B4-BE49-F238E27FC236}">
                <a16:creationId xmlns:a16="http://schemas.microsoft.com/office/drawing/2014/main" id="{B5656016-B306-CF70-6F8D-A53A3DC96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6594" y="3259054"/>
            <a:ext cx="327409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sz="1705"/>
          </a:p>
        </p:txBody>
      </p:sp>
      <p:sp>
        <p:nvSpPr>
          <p:cNvPr id="542789" name="Text Box 69">
            <a:extLst>
              <a:ext uri="{FF2B5EF4-FFF2-40B4-BE49-F238E27FC236}">
                <a16:creationId xmlns:a16="http://schemas.microsoft.com/office/drawing/2014/main" id="{1133BBB5-4120-1EF5-C4CD-3666728DB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056" y="3134227"/>
            <a:ext cx="1358065" cy="23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sz="947" dirty="0">
                <a:solidFill/>
                <a:latin typeface="Times New Roman"/>
              </a:rPr>
              <a:t>M043.2 </a:t>
            </a:r>
            <a:r>
              <a:rPr sz="947" b="1" dirty="0">
                <a:solidFill>
                  <a:srgbClr val="FF0000"/>
                </a:solidFill>
                <a:latin typeface="Times New Roman"/>
              </a:rPr>
              <a:t>%MX690</a:t>
            </a:r>
            <a:r>
              <a:rPr sz="947" dirty="0">
                <a:solidFill/>
                <a:latin typeface="Times New Roman"/>
              </a:rPr>
              <a:t> OFF</a:t>
            </a:r>
          </a:p>
        </p:txBody>
      </p:sp>
      <p:sp>
        <p:nvSpPr>
          <p:cNvPr id="542790" name="Text Box 70">
            <a:extLst>
              <a:ext uri="{FF2B5EF4-FFF2-40B4-BE49-F238E27FC236}">
                <a16:creationId xmlns:a16="http://schemas.microsoft.com/office/drawing/2014/main" id="{36EBFD4B-CB1D-9B57-D2ED-33A8D496D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192" y="3129715"/>
            <a:ext cx="1525003" cy="38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출고 영역 </a:t>
            </a:r>
            <a:r>
              <a:rPr lang="en-US" altLang="ko-KR" sz="947">
                <a:latin typeface="굴림" panose="020B0600000101010101" pitchFamily="50" charset="-127"/>
                <a:ea typeface="굴림" panose="020B0600000101010101" pitchFamily="50" charset="-127"/>
              </a:rPr>
              <a:t>#29 bit</a:t>
            </a:r>
            <a:r>
              <a:rPr lang="ko-KR" altLang="en-US" sz="947">
                <a:latin typeface="굴림" panose="020B0600000101010101" pitchFamily="50" charset="-127"/>
                <a:ea typeface="굴림" panose="020B0600000101010101" pitchFamily="50" charset="-127"/>
              </a:rPr>
              <a:t>만 지움</a:t>
            </a:r>
          </a:p>
        </p:txBody>
      </p:sp>
      <p:sp>
        <p:nvSpPr>
          <p:cNvPr id="542791" name="Rectangle 71">
            <a:extLst>
              <a:ext uri="{FF2B5EF4-FFF2-40B4-BE49-F238E27FC236}">
                <a16:creationId xmlns:a16="http://schemas.microsoft.com/office/drawing/2014/main" id="{5CBC28E0-E04E-22D8-5959-01D7AB44A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4157" y="905377"/>
            <a:ext cx="341396" cy="341397"/>
          </a:xfrm>
          <a:prstGeom prst="rect">
            <a:avLst/>
          </a:prstGeom>
          <a:solidFill>
            <a:srgbClr val="CCFF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85725" indent="-85725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758">
                <a:solidFill/>
                <a:latin typeface="Tahoma" panose="020B0604030504040204" pitchFamily="34" charset="0"/>
                <a:ea typeface="돋움체" panose="020B0609000101010101" pitchFamily="49" charset="-127"/>
              </a:rPr>
              <a:t>30</a:t>
            </a:r>
          </a:p>
        </p:txBody>
      </p:sp>
      <p:sp>
        <p:nvSpPr>
          <p:cNvPr id="542792" name="TextBox 542791"/>
          <p:cNvSpPr txBox="1"/>
          <p:nvPr/>
        </p:nvSpPr>
        <p:spPr>
          <a:xfrm>
            <a:off x="1530016" y="6020603"/>
            <a:ext cx="8819147" cy="3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3" b="1" dirty="0">
                <a:solidFill>
                  <a:srgbClr val="FF0000"/>
                </a:solidFill>
              </a:rPr>
              <a:t>※ V1.</a:t>
            </a:r>
            <a:r>
              <a:rPr lang="en-US" sz="853" b="1" dirty="0">
                <a:solidFill>
                  <a:srgbClr val="FF0000"/>
                </a:solidFill>
              </a:rPr>
              <a:t>0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구현확인</a:t>
            </a:r>
            <a:r>
              <a:rPr sz="853" b="1" dirty="0">
                <a:solidFill>
                  <a:srgbClr val="FF0000"/>
                </a:solidFill>
              </a:rPr>
              <a:t>: Unload Request #2(B05D5)를 ECS가 </a:t>
            </a:r>
            <a:r>
              <a:rPr sz="853" b="1" dirty="0" err="1">
                <a:solidFill>
                  <a:srgbClr val="FF0000"/>
                </a:solidFill>
              </a:rPr>
              <a:t>발행하는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코드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없음</a:t>
            </a:r>
            <a:r>
              <a:rPr sz="853" b="1" dirty="0">
                <a:solidFill>
                  <a:srgbClr val="FF0000"/>
                </a:solidFill>
              </a:rPr>
              <a:t> — Ack </a:t>
            </a:r>
            <a:r>
              <a:rPr sz="853" b="1" dirty="0" err="1">
                <a:solidFill>
                  <a:srgbClr val="FF0000"/>
                </a:solidFill>
              </a:rPr>
              <a:t>핸들러는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시뮬레이터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전용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스텁</a:t>
            </a:r>
            <a:r>
              <a:rPr sz="853" b="1" dirty="0">
                <a:solidFill>
                  <a:srgbClr val="FF0000"/>
                </a:solidFill>
              </a:rPr>
              <a:t>(</a:t>
            </a:r>
            <a:r>
              <a:rPr sz="853" b="1" dirty="0" err="1">
                <a:solidFill>
                  <a:srgbClr val="FF0000"/>
                </a:solidFill>
              </a:rPr>
              <a:t>Conveyor.cs</a:t>
            </a:r>
            <a:r>
              <a:rPr sz="853" b="1" dirty="0">
                <a:solidFill>
                  <a:srgbClr val="FF0000"/>
                </a:solidFill>
              </a:rPr>
              <a:t> OnUnloadRequestAck02, </a:t>
            </a:r>
            <a:r>
              <a:rPr sz="853" b="1" dirty="0" err="1">
                <a:solidFill>
                  <a:srgbClr val="FF0000"/>
                </a:solidFill>
              </a:rPr>
              <a:t>주석</a:t>
            </a:r>
            <a:r>
              <a:rPr sz="853" b="1" dirty="0">
                <a:solidFill>
                  <a:srgbClr val="FF0000"/>
                </a:solidFill>
              </a:rPr>
              <a:t> '</a:t>
            </a:r>
            <a:r>
              <a:rPr sz="853" b="1" dirty="0" err="1">
                <a:solidFill>
                  <a:srgbClr val="FF0000"/>
                </a:solidFill>
              </a:rPr>
              <a:t>삭제해야할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소스</a:t>
            </a:r>
            <a:r>
              <a:rPr sz="853" b="1" dirty="0">
                <a:solidFill>
                  <a:srgbClr val="FF0000"/>
                </a:solidFill>
              </a:rPr>
              <a:t>'). </a:t>
            </a:r>
            <a:r>
              <a:rPr sz="853" b="1" dirty="0" err="1">
                <a:solidFill>
                  <a:srgbClr val="FF0000"/>
                </a:solidFill>
              </a:rPr>
              <a:t>실기에서는</a:t>
            </a:r>
            <a:r>
              <a:rPr sz="853" b="1" dirty="0">
                <a:solidFill>
                  <a:srgbClr val="FF0000"/>
                </a:solidFill>
              </a:rPr>
              <a:t> PLC </a:t>
            </a:r>
            <a:r>
              <a:rPr sz="853" b="1" dirty="0" err="1">
                <a:solidFill>
                  <a:srgbClr val="FF0000"/>
                </a:solidFill>
              </a:rPr>
              <a:t>자율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진행으로</a:t>
            </a:r>
            <a:r>
              <a:rPr sz="853" b="1" dirty="0">
                <a:solidFill>
                  <a:srgbClr val="FF0000"/>
                </a:solidFill>
              </a:rPr>
              <a:t> </a:t>
            </a:r>
            <a:r>
              <a:rPr sz="853" b="1" dirty="0" err="1">
                <a:solidFill>
                  <a:srgbClr val="FF0000"/>
                </a:solidFill>
              </a:rPr>
              <a:t>추정</a:t>
            </a:r>
            <a:endParaRPr sz="85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0698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6D27A-E28B-F5E1-9569-34D503E1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29 </a:t>
            </a:r>
            <a:r>
              <a:rPr lang="ko-KR" altLang="en-US" sz="1800"/>
              <a:t>피킹대 출고  ① </a:t>
            </a:r>
            <a:r>
              <a:rPr lang="en-US" altLang="ko-KR" sz="1800"/>
              <a:t>S/C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DD528-7F14-2F45-EA45-20754B42DD2C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1/4)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C5984E7-F6AB-3B57-6D05-8ADE0DC58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526138"/>
              </p:ext>
            </p:extLst>
          </p:nvPr>
        </p:nvGraphicFramePr>
        <p:xfrm>
          <a:off x="304800" y="1016000"/>
          <a:ext cx="1158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09890106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39955931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4365275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225392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0242643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29907517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881766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0256882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97374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485137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M096.0 %MX1536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M097.0 %MX1552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M098.0 %MX1568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M099.0 %MX1584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M100.0 %MX1600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692685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랙 셀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54249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</a:t>
                      </a:r>
                      <a:r>
                        <a:rPr lang="ko-KR" altLang="en-US" sz="850"/>
                        <a:t>하역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%DW787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%DW819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055250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%DW774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%DW790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%DW806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%DW822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%DW838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139059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(S/C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629739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S/C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%RB1536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%RB1540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%RB1544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%RB1548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%RB1552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7065752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294946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M096.1 %MX1537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M097.1 %MX1553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M098.1 %MX1569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M099.1 %MX1585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M100.1 %MX1601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489009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 </a:t>
                      </a:r>
                      <a:r>
                        <a:rPr lang="ko-KR" altLang="en-US" sz="850"/>
                        <a:t>현재위치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열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연</a:t>
                      </a:r>
                      <a:r>
                        <a:rPr lang="en-US" altLang="ko-KR" sz="850"/>
                        <a:t>/</a:t>
                      </a:r>
                      <a:r>
                        <a:rPr lang="ko-KR" altLang="en-US" sz="850"/>
                        <a:t>단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%DW262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%DW310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1227843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M049.0 %MX784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M051.0 %MX816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M053.0 %MX848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M055.0 %MX880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M057.0 %MX912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566387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통로 </a:t>
                      </a:r>
                      <a:r>
                        <a:rPr lang="en-US" altLang="ko-KR" sz="850"/>
                        <a:t>C/V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M048.0 %MX768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M050.0 %MX800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M052.0 %MX832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M054.0 %MX864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M056.0 %MX896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788017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033422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M096.2 %MX1538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M097.2 %MX1554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M098.2 %MX1570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M099.2 %MX1586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M100.2 %MX1602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6372183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%DW291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331559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M049.1 %MX785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M051.1 %MX817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M053.1 %MX849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M055.1 %MX881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M057.1 %MX913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0538625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#1  %DW256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#2  %DW272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#3  %DW288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#4  %DW304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S/C #5  %DW320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267644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876524-2DFE-3134-23A8-4A6CD9E04767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1159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5DCCD-718E-F9E0-4A9B-5F3E4010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29 </a:t>
            </a:r>
            <a:r>
              <a:rPr lang="ko-KR" altLang="en-US" sz="1800"/>
              <a:t>피킹대 출고  ②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9C90D-32E2-8AD5-4F15-5C1708CFF611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2/4)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D24EEA-1C1A-F790-4F1F-37C0581A0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71034"/>
              </p:ext>
            </p:extLst>
          </p:nvPr>
        </p:nvGraphicFramePr>
        <p:xfrm>
          <a:off x="304800" y="1016000"/>
          <a:ext cx="1158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94562711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24284772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76585692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8277888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942166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227797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5988257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4115958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444386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(S/C </a:t>
                      </a:r>
                      <a:r>
                        <a:rPr lang="ko-KR" altLang="en-US" sz="850"/>
                        <a:t>하역 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M021.1 %MX337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M025.1 %MX401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M029.1 %MX465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M033.1 %MX529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407016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19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M018.4 %MX292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M020.4 %MX324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M024.4 %MX388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M028.4 %MX452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M032.4 %MX516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382869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#2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M081.4 %MX1300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M082.4 %MX1316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M084.4 %MX1348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M086.4 %MX1380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M088.4 %MX1412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5387377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#2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M018.4 %MX292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M020.4 %MX324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M024.4 %MX388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M028.4 %MX452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M032.4 %MX516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383928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출고 </a:t>
                      </a:r>
                      <a:r>
                        <a:rPr lang="en-US" altLang="ko-KR" sz="850"/>
                        <a:t>'1'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%DW481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%DW482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%DW484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%DW486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%DW488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7774630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(S/C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%RB68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%RB132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%RB196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%RB260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453924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S/C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M019.1 %MX305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M021.1 %MX337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M025.1 %MX401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M029.1 %MX465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M033.1 %MX529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2392148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M021.0 %MX336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M025.0 %MX400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M029.0 %MX464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M033.0 %MX528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1702904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</a:t>
                      </a:r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측으로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%RB32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%RB64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%RB128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%RB192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%RB256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169676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</a:t>
                      </a:r>
                      <a:r>
                        <a:rPr lang="ko-KR" altLang="en-US" sz="850"/>
                        <a:t>보고 </a:t>
                      </a:r>
                      <a:r>
                        <a:rPr lang="en-US" altLang="ko-KR" sz="850"/>
                        <a:t>(RGV Call)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M020.6 %MX326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M024.6 %MX390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M028.6 %MX454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M032.6 %MX518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804327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(RGV Load </a:t>
                      </a:r>
                      <a:r>
                        <a:rPr lang="ko-KR" altLang="en-US" sz="850"/>
                        <a:t>완료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M019.0 %MX304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M021.0 %MX336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M025.0 %MX400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M029.0 %MX464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M033.0 %MX528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154653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ON (RGV </a:t>
                      </a:r>
                      <a:r>
                        <a:rPr lang="ko-KR" altLang="en-US" sz="850"/>
                        <a:t>픽업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M018.1 %MX289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M020.1 %MX321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M024.1 %MX385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M028.1 %MX449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M032.1 %MX513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5238619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M081.1 %MX1297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M082.1 %MX1313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M084.1 %MX1345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M086.1 %MX1377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M088.1 %MX1409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401046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M018.1 %MX289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M020.1 %MX321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M024.1 %MX385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M028.1 %MX449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M032.1 %MX513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194903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W.O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#2  M018.6 %MX294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#3  M020.6 %MX326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#5  M024.6 %MX390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#7  M028.6 %MX454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#9  M032.6 %MX518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3935925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F51538-8835-B5EE-1D8E-7D95FFF85BA3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0909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AE092-7718-300A-9053-9DEF748D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29 </a:t>
            </a:r>
            <a:r>
              <a:rPr lang="ko-KR" altLang="en-US" sz="1800"/>
              <a:t>피킹대 출고  ③ </a:t>
            </a:r>
            <a:r>
              <a:rPr lang="en-US" altLang="ko-KR" sz="1800"/>
              <a:t>RGV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E67C4-6315-B3D7-9909-DA64688A9BCD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3/4)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E2F5DD5-EB0D-E67D-56A3-FFFCDC252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13832"/>
              </p:ext>
            </p:extLst>
          </p:nvPr>
        </p:nvGraphicFramePr>
        <p:xfrm>
          <a:off x="304800" y="1016000"/>
          <a:ext cx="1158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57144133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179302189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0424527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326087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2554706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373123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491079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983727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314277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IDLE=1 </a:t>
                      </a:r>
                      <a:r>
                        <a:rPr lang="ko-KR" altLang="en-US" sz="850"/>
                        <a:t>확인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2030457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Req’ (WCS </a:t>
                      </a:r>
                      <a:r>
                        <a:rPr lang="ko-KR" altLang="en-US" sz="850"/>
                        <a:t>지시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M101.0 %MX1616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4852362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From (</a:t>
                      </a:r>
                      <a:r>
                        <a:rPr lang="ko-KR" altLang="en-US" sz="850"/>
                        <a:t>픽업 포트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%DW848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416718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To (29 </a:t>
                      </a:r>
                      <a:r>
                        <a:rPr lang="ko-KR" altLang="en-US" sz="850"/>
                        <a:t>피킹대 </a:t>
                      </a:r>
                      <a:r>
                        <a:rPr lang="en-US" altLang="ko-KR" sz="850"/>
                        <a:t>#27)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%DW851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025778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Command Data - Job No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%DW854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532009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ON (RGV </a:t>
                      </a:r>
                      <a:r>
                        <a:rPr lang="ko-KR" altLang="en-US" sz="850"/>
                        <a:t>적재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8229724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39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On RGV - </a:t>
                      </a:r>
                      <a:r>
                        <a:rPr lang="ko-KR" altLang="en-US" sz="850"/>
                        <a:t>탑재 화물번호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%RB1568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5448125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8196007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M101.1 %MX1617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8898938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Transfer Complete Location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8138183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M059.0 %MX944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147122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Pallet Presence OFF (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M058.0 %MX928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9683874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6099425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Ack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M101.2 %MX1618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4240569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Unload Complete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M059.1 %MX945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545403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IDLE </a:t>
                      </a:r>
                      <a:r>
                        <a:rPr lang="ko-KR" altLang="en-US" sz="850"/>
                        <a:t>복귀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RGV #1  %DW336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2000554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08E692-F961-1AEE-781E-37D2266D86F3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2167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15E26-C900-5F07-7D17-21A93936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0"/>
            <a:ext cx="10515600" cy="533400"/>
          </a:xfrm>
        </p:spPr>
        <p:txBody>
          <a:bodyPr>
            <a:normAutofit/>
          </a:bodyPr>
          <a:lstStyle/>
          <a:p>
            <a:r>
              <a:rPr lang="en-US" altLang="ko-KR" sz="1800"/>
              <a:t>[</a:t>
            </a:r>
            <a:r>
              <a:rPr lang="ko-KR" altLang="en-US" sz="1800"/>
              <a:t>호기 병기</a:t>
            </a:r>
            <a:r>
              <a:rPr lang="en-US" altLang="ko-KR" sz="1800"/>
              <a:t>] 29 </a:t>
            </a:r>
            <a:r>
              <a:rPr lang="ko-KR" altLang="en-US" sz="1800"/>
              <a:t>피킹대 출고  ④ </a:t>
            </a:r>
            <a:r>
              <a:rPr lang="en-US" altLang="ko-KR" sz="1800"/>
              <a:t>C/V </a:t>
            </a:r>
            <a:r>
              <a:rPr lang="ko-KR" altLang="en-US" sz="1800"/>
              <a:t>구간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415EC-1C06-C6A4-8A27-7472C81910BA}"/>
              </a:ext>
            </a:extLst>
          </p:cNvPr>
          <p:cNvSpPr txBox="1"/>
          <p:nvPr/>
        </p:nvSpPr>
        <p:spPr>
          <a:xfrm>
            <a:off x="304800" y="609600"/>
            <a:ext cx="5186035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900">
                <a:solidFill>
                  <a:srgbClr val="003399"/>
                </a:solidFill>
              </a:rPr>
              <a:t>앞 다이어그램은 </a:t>
            </a:r>
            <a:r>
              <a:rPr lang="en-US" altLang="ko-KR" sz="900">
                <a:solidFill>
                  <a:srgbClr val="003399"/>
                </a:solidFill>
              </a:rPr>
              <a:t>S/C #1 </a:t>
            </a:r>
            <a:r>
              <a:rPr lang="ko-KR" altLang="en-US" sz="900">
                <a:solidFill>
                  <a:srgbClr val="003399"/>
                </a:solidFill>
              </a:rPr>
              <a:t>기준이다</a:t>
            </a:r>
            <a:r>
              <a:rPr lang="en-US" altLang="ko-KR" sz="900">
                <a:solidFill>
                  <a:srgbClr val="003399"/>
                </a:solidFill>
              </a:rPr>
              <a:t>. </a:t>
            </a:r>
            <a:r>
              <a:rPr lang="ko-KR" altLang="en-US" sz="900">
                <a:solidFill>
                  <a:srgbClr val="003399"/>
                </a:solidFill>
              </a:rPr>
              <a:t>같은 단계를 </a:t>
            </a:r>
            <a:r>
              <a:rPr lang="en-US" altLang="ko-KR" sz="900">
                <a:solidFill>
                  <a:srgbClr val="003399"/>
                </a:solidFill>
              </a:rPr>
              <a:t>2~5</a:t>
            </a:r>
            <a:r>
              <a:rPr lang="ko-KR" altLang="en-US" sz="900">
                <a:solidFill>
                  <a:srgbClr val="003399"/>
                </a:solidFill>
              </a:rPr>
              <a:t>호기로 옮기면 아래 주소가 된다</a:t>
            </a:r>
            <a:r>
              <a:rPr lang="en-US" altLang="ko-KR" sz="900">
                <a:solidFill>
                  <a:srgbClr val="003399"/>
                </a:solidFill>
              </a:rPr>
              <a:t>.   (</a:t>
            </a:r>
            <a:r>
              <a:rPr lang="ko-KR" altLang="en-US" sz="900">
                <a:solidFill>
                  <a:srgbClr val="003399"/>
                </a:solidFill>
              </a:rPr>
              <a:t>구간 </a:t>
            </a:r>
            <a:r>
              <a:rPr lang="en-US" altLang="ko-KR" sz="900">
                <a:solidFill>
                  <a:srgbClr val="003399"/>
                </a:solidFill>
              </a:rPr>
              <a:t>4/4)</a:t>
            </a:r>
            <a:endParaRPr lang="ko-KR" altLang="en-US" sz="900">
              <a:solidFill>
                <a:srgbClr val="003399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ECD992-2448-89C5-CED3-C1288BC33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995911"/>
              </p:ext>
            </p:extLst>
          </p:nvPr>
        </p:nvGraphicFramePr>
        <p:xfrm>
          <a:off x="304800" y="1016000"/>
          <a:ext cx="11582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3800804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58904669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2578787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0097267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9419433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6789953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43763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91510457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#</a:t>
                      </a:r>
                      <a:endParaRPr lang="ko-KR" altLang="en-US" sz="950" b="1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주체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50" b="1"/>
                        <a:t>신호 </a:t>
                      </a:r>
                      <a:r>
                        <a:rPr lang="en-US" altLang="ko-KR" sz="950" b="1"/>
                        <a:t>/ </a:t>
                      </a:r>
                      <a:r>
                        <a:rPr lang="ko-KR" altLang="en-US" sz="950" b="1"/>
                        <a:t>설명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1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2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3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4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50" b="1"/>
                        <a:t>5</a:t>
                      </a:r>
                      <a:r>
                        <a:rPr lang="ko-KR" altLang="en-US" sz="950" b="1"/>
                        <a:t>호기</a:t>
                      </a:r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97097444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49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 </a:t>
                      </a:r>
                      <a:r>
                        <a:rPr lang="ko-KR" altLang="en-US" sz="850"/>
                        <a:t>피킹대 </a:t>
                      </a:r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ON (RGV </a:t>
                      </a:r>
                      <a:r>
                        <a:rPr lang="ko-KR" altLang="en-US" sz="850"/>
                        <a:t>하역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0227924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50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ON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41798011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51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Ack #1 ON (WCS)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M093.2 %MX1490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M093.2 %MX1490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M093.2 %MX1490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M093.2 %MX1490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M093.2 %MX1490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16740534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52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Load Complete #1 OFF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M042.2 %MX674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5783271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53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50"/>
                        <a:t>방향 확인 </a:t>
                      </a:r>
                      <a:r>
                        <a:rPr lang="en-US" altLang="ko-KR" sz="850"/>
                        <a:t>- </a:t>
                      </a:r>
                      <a:r>
                        <a:rPr lang="ko-KR" altLang="en-US" sz="850"/>
                        <a:t>출고 </a:t>
                      </a:r>
                      <a:r>
                        <a:rPr lang="en-US" altLang="ko-KR" sz="850"/>
                        <a:t>'1'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%DW493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%DW493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%DW493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%DW493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%DW493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6613687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54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JOB NO </a:t>
                      </a:r>
                      <a:r>
                        <a:rPr lang="ko-KR" altLang="en-US" sz="850"/>
                        <a:t>기록 </a:t>
                      </a:r>
                      <a:r>
                        <a:rPr lang="en-US" altLang="ko-KR" sz="850"/>
                        <a:t>(RGV</a:t>
                      </a:r>
                      <a:r>
                        <a:rPr lang="ko-KR" altLang="en-US" sz="850"/>
                        <a:t>측 위치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%RB608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32439236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55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RGV</a:t>
                      </a:r>
                      <a:r>
                        <a:rPr lang="ko-KR" altLang="en-US" sz="850"/>
                        <a:t>측 </a:t>
                      </a:r>
                      <a:r>
                        <a:rPr lang="en-US" altLang="ko-KR" sz="850"/>
                        <a:t>Pallet Exist OFF (ID Shift)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M043.0 %MX688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984670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56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▲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 </a:t>
                      </a:r>
                      <a:r>
                        <a:rPr lang="ko-KR" altLang="en-US" sz="850"/>
                        <a:t>피킹대 반출 위치 </a:t>
                      </a:r>
                      <a:r>
                        <a:rPr lang="en-US" altLang="ko-KR" sz="850"/>
                        <a:t>Pallet Exist ON (</a:t>
                      </a:r>
                      <a:r>
                        <a:rPr lang="ko-KR" altLang="en-US" sz="850"/>
                        <a:t>도착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20405888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57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ECS </a:t>
                      </a:r>
                      <a:r>
                        <a:rPr lang="ko-KR" altLang="en-US" sz="850"/>
                        <a:t>값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PLC ID Shift </a:t>
                      </a:r>
                      <a:r>
                        <a:rPr lang="ko-KR" altLang="en-US" sz="850"/>
                        <a:t>결과 </a:t>
                      </a:r>
                      <a:r>
                        <a:rPr lang="en-US" altLang="ko-KR" sz="850"/>
                        <a:t>: JOB </a:t>
                      </a:r>
                      <a:r>
                        <a:rPr lang="ko-KR" altLang="en-US" sz="850"/>
                        <a:t>이 반출 위치로 이동</a:t>
                      </a:r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%RB612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01867016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58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EQP ▼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50"/>
                        <a:t>29 </a:t>
                      </a:r>
                      <a:r>
                        <a:rPr lang="ko-KR" altLang="en-US" sz="850"/>
                        <a:t>피킹대 반출 완료 </a:t>
                      </a:r>
                      <a:r>
                        <a:rPr lang="en-US" altLang="ko-KR" sz="850"/>
                        <a:t>(</a:t>
                      </a:r>
                      <a:r>
                        <a:rPr lang="ko-KR" altLang="en-US" sz="850"/>
                        <a:t>작업자 회수</a:t>
                      </a:r>
                      <a:r>
                        <a:rPr lang="en-US" altLang="ko-KR" sz="850"/>
                        <a:t>)</a:t>
                      </a:r>
                      <a:endParaRPr lang="ko-KR" altLang="en-US" sz="8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50"/>
                        <a:t>C/V #14  M043.1 %MX689</a:t>
                      </a:r>
                      <a:endParaRPr lang="ko-KR" altLang="en-US" sz="750"/>
                    </a:p>
                  </a:txBody>
                  <a:tcPr marL="38100" marR="25400" marT="12700" marB="12700"/>
                </a:tc>
                <a:extLst>
                  <a:ext uri="{0D108BD9-81ED-4DB2-BD59-A6C34878D82A}">
                    <a16:rowId xmlns:a16="http://schemas.microsoft.com/office/drawing/2014/main" val="19778002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944180-337D-373A-5AD6-4748D1930317}"/>
              </a:ext>
            </a:extLst>
          </p:cNvPr>
          <p:cNvSpPr txBox="1"/>
          <p:nvPr/>
        </p:nvSpPr>
        <p:spPr>
          <a:xfrm>
            <a:off x="304800" y="6197600"/>
            <a:ext cx="11582400" cy="338554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vert="horz" wrap="square" rtlCol="0">
            <a:spAutoFit/>
          </a:bodyPr>
          <a:lstStyle/>
          <a:p>
            <a:r>
              <a:rPr lang="en-US" altLang="ko-KR" sz="800">
                <a:solidFill>
                  <a:srgbClr val="003399"/>
                </a:solidFill>
              </a:rPr>
              <a:t>[ </a:t>
            </a:r>
            <a:r>
              <a:rPr lang="ko-KR" altLang="en-US" sz="800">
                <a:solidFill>
                  <a:srgbClr val="003399"/>
                </a:solidFill>
              </a:rPr>
              <a:t>주체 읽는 법 </a:t>
            </a:r>
            <a:r>
              <a:rPr lang="en-US" altLang="ko-KR" sz="800">
                <a:solidFill>
                  <a:srgbClr val="003399"/>
                </a:solidFill>
              </a:rPr>
              <a:t>]  EQP ▲ = </a:t>
            </a:r>
            <a:r>
              <a:rPr lang="ko-KR" altLang="en-US" sz="800">
                <a:solidFill>
                  <a:srgbClr val="003399"/>
                </a:solidFill>
              </a:rPr>
              <a:t>설비</a:t>
            </a:r>
            <a:r>
              <a:rPr lang="en-US" altLang="ko-KR" sz="800">
                <a:solidFill>
                  <a:srgbClr val="003399"/>
                </a:solidFill>
              </a:rPr>
              <a:t>(PLC)</a:t>
            </a:r>
            <a:r>
              <a:rPr lang="ko-KR" altLang="en-US" sz="800">
                <a:solidFill>
                  <a:srgbClr val="003399"/>
                </a:solidFill>
              </a:rPr>
              <a:t>가 그 비트를 </a:t>
            </a:r>
            <a:r>
              <a:rPr lang="en-US" altLang="ko-KR" sz="800">
                <a:solidFill>
                  <a:srgbClr val="003399"/>
                </a:solidFill>
              </a:rPr>
              <a:t>ON  ·  EQP ▼ = </a:t>
            </a:r>
            <a:r>
              <a:rPr lang="ko-KR" altLang="en-US" sz="800">
                <a:solidFill>
                  <a:srgbClr val="003399"/>
                </a:solidFill>
              </a:rPr>
              <a:t>설비가 </a:t>
            </a:r>
            <a:r>
              <a:rPr lang="en-US" altLang="ko-KR" sz="800">
                <a:solidFill>
                  <a:srgbClr val="003399"/>
                </a:solidFill>
              </a:rPr>
              <a:t>OFF(</a:t>
            </a:r>
            <a:r>
              <a:rPr lang="ko-KR" altLang="en-US" sz="800">
                <a:solidFill>
                  <a:srgbClr val="003399"/>
                </a:solidFill>
              </a:rPr>
              <a:t>완료 후 리셋</a:t>
            </a:r>
            <a:r>
              <a:rPr lang="en-US" altLang="ko-KR" sz="800">
                <a:solidFill>
                  <a:srgbClr val="003399"/>
                </a:solidFill>
              </a:rPr>
              <a:t>)  ·  ECS ▲ = WCS </a:t>
            </a:r>
            <a:r>
              <a:rPr lang="ko-KR" altLang="en-US" sz="800">
                <a:solidFill>
                  <a:srgbClr val="003399"/>
                </a:solidFill>
              </a:rPr>
              <a:t>가 응답 비트를 </a:t>
            </a:r>
            <a:r>
              <a:rPr lang="en-US" altLang="ko-KR" sz="800">
                <a:solidFill>
                  <a:srgbClr val="003399"/>
                </a:solidFill>
              </a:rPr>
              <a:t>ON  ·  ECS </a:t>
            </a:r>
            <a:r>
              <a:rPr lang="ko-KR" altLang="en-US" sz="800">
                <a:solidFill>
                  <a:srgbClr val="003399"/>
                </a:solidFill>
              </a:rPr>
              <a:t>값 </a:t>
            </a:r>
            <a:r>
              <a:rPr lang="en-US" altLang="ko-KR" sz="800">
                <a:solidFill>
                  <a:srgbClr val="003399"/>
                </a:solidFill>
              </a:rPr>
              <a:t>= WCS </a:t>
            </a:r>
            <a:r>
              <a:rPr lang="ko-KR" altLang="en-US" sz="800">
                <a:solidFill>
                  <a:srgbClr val="003399"/>
                </a:solidFill>
              </a:rPr>
              <a:t>가 </a:t>
            </a:r>
            <a:r>
              <a:rPr lang="en-US" altLang="ko-KR" sz="800">
                <a:solidFill>
                  <a:srgbClr val="003399"/>
                </a:solidFill>
              </a:rPr>
              <a:t>D/R </a:t>
            </a:r>
            <a:r>
              <a:rPr lang="ko-KR" altLang="en-US" sz="800">
                <a:solidFill>
                  <a:srgbClr val="003399"/>
                </a:solidFill>
              </a:rPr>
              <a:t>워드에 값을 기록</a:t>
            </a:r>
          </a:p>
          <a:p>
            <a:r>
              <a:rPr lang="en-US" altLang="ko-KR" sz="800">
                <a:solidFill>
                  <a:srgbClr val="003399"/>
                </a:solidFill>
              </a:rPr>
              <a:t>※ R(</a:t>
            </a:r>
            <a:r>
              <a:rPr lang="ko-KR" altLang="en-US" sz="800">
                <a:solidFill>
                  <a:srgbClr val="003399"/>
                </a:solidFill>
              </a:rPr>
              <a:t>트래킹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은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 해석 기준</a:t>
            </a:r>
            <a:r>
              <a:rPr lang="en-US" altLang="ko-KR" sz="800">
                <a:solidFill>
                  <a:srgbClr val="003399"/>
                </a:solidFill>
              </a:rPr>
              <a:t>(%RB = </a:t>
            </a:r>
            <a:r>
              <a:rPr lang="ko-KR" altLang="en-US" sz="800">
                <a:solidFill>
                  <a:srgbClr val="003399"/>
                </a:solidFill>
              </a:rPr>
              <a:t>문서표기를 </a:t>
            </a:r>
            <a:r>
              <a:rPr lang="en-US" altLang="ko-KR" sz="800">
                <a:solidFill>
                  <a:srgbClr val="003399"/>
                </a:solidFill>
              </a:rPr>
              <a:t>16</a:t>
            </a:r>
            <a:r>
              <a:rPr lang="ko-KR" altLang="en-US" sz="800">
                <a:solidFill>
                  <a:srgbClr val="003399"/>
                </a:solidFill>
              </a:rPr>
              <a:t>진으로 읽은 워드 </a:t>
            </a:r>
            <a:r>
              <a:rPr lang="en-US" altLang="ko-KR" sz="800">
                <a:solidFill>
                  <a:srgbClr val="003399"/>
                </a:solidFill>
              </a:rPr>
              <a:t>x 2). </a:t>
            </a:r>
            <a:r>
              <a:rPr lang="ko-KR" altLang="en-US" sz="800">
                <a:solidFill>
                  <a:srgbClr val="003399"/>
                </a:solidFill>
              </a:rPr>
              <a:t>앞의 다이어그램은 구 </a:t>
            </a:r>
            <a:r>
              <a:rPr lang="en-US" altLang="ko-KR" sz="800">
                <a:solidFill>
                  <a:srgbClr val="003399"/>
                </a:solidFill>
              </a:rPr>
              <a:t>ECS </a:t>
            </a:r>
            <a:r>
              <a:rPr lang="ko-KR" altLang="en-US" sz="800">
                <a:solidFill>
                  <a:srgbClr val="003399"/>
                </a:solidFill>
              </a:rPr>
              <a:t>문서표기</a:t>
            </a:r>
            <a:r>
              <a:rPr lang="en-US" altLang="ko-KR" sz="800">
                <a:solidFill>
                  <a:srgbClr val="003399"/>
                </a:solidFill>
              </a:rPr>
              <a:t>(10</a:t>
            </a:r>
            <a:r>
              <a:rPr lang="ko-KR" altLang="en-US" sz="800">
                <a:solidFill>
                  <a:srgbClr val="003399"/>
                </a:solidFill>
              </a:rPr>
              <a:t>진</a:t>
            </a:r>
            <a:r>
              <a:rPr lang="en-US" altLang="ko-KR" sz="800">
                <a:solidFill>
                  <a:srgbClr val="003399"/>
                </a:solidFill>
              </a:rPr>
              <a:t>)</a:t>
            </a:r>
            <a:r>
              <a:rPr lang="ko-KR" altLang="en-US" sz="800">
                <a:solidFill>
                  <a:srgbClr val="003399"/>
                </a:solidFill>
              </a:rPr>
              <a:t>를 그대로 두었으므로 두 표기가 함께 나온다</a:t>
            </a:r>
            <a:r>
              <a:rPr lang="en-US" altLang="ko-KR" sz="800">
                <a:solidFill>
                  <a:srgbClr val="003399"/>
                </a:solidFill>
              </a:rPr>
              <a:t>.</a:t>
            </a:r>
            <a:endParaRPr lang="ko-KR" altLang="en-US" sz="80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61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33301</Words>
  <Application>Microsoft Office PowerPoint</Application>
  <PresentationFormat>와이드스크린</PresentationFormat>
  <Paragraphs>5105</Paragraphs>
  <Slides>80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80</vt:i4>
      </vt:variant>
    </vt:vector>
  </HeadingPairs>
  <TitlesOfParts>
    <vt:vector size="86" baseType="lpstr">
      <vt:lpstr>굴림</vt:lpstr>
      <vt:lpstr>맑은 고딕</vt:lpstr>
      <vt:lpstr>Arial</vt:lpstr>
      <vt:lpstr>Tahoma</vt:lpstr>
      <vt:lpstr>Times New Roman</vt:lpstr>
      <vt:lpstr>Office 테마</vt:lpstr>
      <vt:lpstr>PowerPoint 프레젠테이션</vt:lpstr>
      <vt:lpstr>목  차</vt:lpstr>
      <vt:lpstr>반송 시나리오 1. 입출고대 #22 → S/C 입고 (C/V #11 → RGV → 통로 → S/C → 랙)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[호기 병기] 입출고대 #22 입고  ① C/V 구간</vt:lpstr>
      <vt:lpstr>[호기 병기] 입출고대 #22 입고  ② RGV 구간</vt:lpstr>
      <vt:lpstr>[호기 병기] 입출고대 #22 입고  ③ C/V 구간</vt:lpstr>
      <vt:lpstr>[호기 병기] 입출고대 #22 입고  ④ S/C 구간</vt:lpstr>
      <vt:lpstr>반송 시나리오 2. S/C → 입출고대 #22 출고 (랙 → S/C → 통로 → RGV → C/V #11)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[호기 병기] 입출고대 #22 출고  ① S/C 구간</vt:lpstr>
      <vt:lpstr>[호기 병기] 입출고대 #22 출고  ② C/V 구간</vt:lpstr>
      <vt:lpstr>[호기 병기] 입출고대 #22 출고  ③ RGV 구간</vt:lpstr>
      <vt:lpstr>[호기 병기] 입출고대 #22 출고  ④ C/V 구간</vt:lpstr>
      <vt:lpstr>반송 시나리오 3-1. 26 입고대 → S/C 입고 (C/V #13 → RGV → 통로 → S/C → 랙)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[호기 병기] 26 입고대 입고  ① C/V 구간</vt:lpstr>
      <vt:lpstr>[호기 병기] 26 입고대 입고  ② RGV 구간</vt:lpstr>
      <vt:lpstr>[호기 병기] 26 입고대 입고  ③ C/V 구간</vt:lpstr>
      <vt:lpstr>[호기 병기] 26 입고대 입고  ④ S/C 구간</vt:lpstr>
      <vt:lpstr>반송 시나리오 3-2. S/C → 24 출고대 출고 (랙 → S/C → 통로 → RGV → C/V #12)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[호기 병기] 24 출고대 출고  ① S/C 구간</vt:lpstr>
      <vt:lpstr>[호기 병기] 24 출고대 출고  ② C/V 구간</vt:lpstr>
      <vt:lpstr>[호기 병기] 24 출고대 출고  ③ RGV 구간</vt:lpstr>
      <vt:lpstr>[호기 병기] 24 출고대 출고  ④ C/V 구간</vt:lpstr>
      <vt:lpstr>반송 시나리오 4-1. 30 입고대 → S/C 입고 (C/V #15 → RGV → 통로 → S/C → 랙)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[호기 병기] 30 입고대 입고  ① C/V 구간</vt:lpstr>
      <vt:lpstr>[호기 병기] 30 입고대 입고  ② RGV 구간</vt:lpstr>
      <vt:lpstr>[호기 병기] 30 입고대 입고  ③ C/V 구간</vt:lpstr>
      <vt:lpstr>[호기 병기] 30 입고대 입고  ④ S/C 구간</vt:lpstr>
      <vt:lpstr>반송 시나리오 4-2. S/C → 29 피킹대 출고 (랙 → S/C → 통로 → RGV → C/V #14)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[호기 병기] 29 피킹대 출고  ① S/C 구간</vt:lpstr>
      <vt:lpstr>[호기 병기] 29 피킹대 출고  ② C/V 구간</vt:lpstr>
      <vt:lpstr>[호기 병기] 29 피킹대 출고  ③ RGV 구간</vt:lpstr>
      <vt:lpstr>[호기 병기] 29 피킹대 출고  ④ C/V 구간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10</cp:revision>
  <dcterms:created xsi:type="dcterms:W3CDTF">2026-08-20T10:48:05Z</dcterms:created>
  <dcterms:modified xsi:type="dcterms:W3CDTF">2026-08-20T11:02:28Z</dcterms:modified>
</cp:coreProperties>
</file>