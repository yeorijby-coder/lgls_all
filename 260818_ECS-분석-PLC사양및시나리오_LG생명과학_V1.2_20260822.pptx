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392" r:id="rId2"/>
    <p:sldId id="378" r:id="rId3"/>
    <p:sldId id="393" r:id="rId4"/>
    <p:sldId id="394" r:id="rId5"/>
    <p:sldId id="395" r:id="rId6"/>
    <p:sldId id="396" r:id="rId7"/>
    <p:sldId id="397" r:id="rId8"/>
    <p:sldId id="398" r:id="rId9"/>
    <p:sldId id="399" r:id="rId10"/>
    <p:sldId id="383" r:id="rId11"/>
    <p:sldId id="384" r:id="rId12"/>
    <p:sldId id="400" r:id="rId13"/>
    <p:sldId id="401" r:id="rId14"/>
    <p:sldId id="402" r:id="rId15"/>
    <p:sldId id="403" r:id="rId16"/>
    <p:sldId id="404" r:id="rId17"/>
    <p:sldId id="405" r:id="rId18"/>
    <p:sldId id="406" r:id="rId19"/>
    <p:sldId id="407" r:id="rId20"/>
    <p:sldId id="408" r:id="rId21"/>
    <p:sldId id="409" r:id="rId22"/>
    <p:sldId id="410" r:id="rId23"/>
    <p:sldId id="411" r:id="rId24"/>
    <p:sldId id="412" r:id="rId25"/>
    <p:sldId id="413" r:id="rId26"/>
    <p:sldId id="414" r:id="rId27"/>
  </p:sldIdLst>
  <p:sldSz cx="10096500" cy="7239000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800" b="1" kern="1200">
        <a:solidFill>
          <a:srgbClr val="000099"/>
        </a:solidFill>
        <a:latin typeface="Tahoma" panose="020B0604030504040204" pitchFamily="34" charset="0"/>
        <a:ea typeface="돋움체" panose="020B0609000101010101" pitchFamily="49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800" b="1" kern="1200">
        <a:solidFill>
          <a:srgbClr val="000099"/>
        </a:solidFill>
        <a:latin typeface="Tahoma" panose="020B0604030504040204" pitchFamily="34" charset="0"/>
        <a:ea typeface="돋움체" panose="020B0609000101010101" pitchFamily="49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800" b="1" kern="1200">
        <a:solidFill>
          <a:srgbClr val="000099"/>
        </a:solidFill>
        <a:latin typeface="Tahoma" panose="020B0604030504040204" pitchFamily="34" charset="0"/>
        <a:ea typeface="돋움체" panose="020B0609000101010101" pitchFamily="49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800" b="1" kern="1200">
        <a:solidFill>
          <a:srgbClr val="000099"/>
        </a:solidFill>
        <a:latin typeface="Tahoma" panose="020B0604030504040204" pitchFamily="34" charset="0"/>
        <a:ea typeface="돋움체" panose="020B0609000101010101" pitchFamily="49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800" b="1" kern="1200">
        <a:solidFill>
          <a:srgbClr val="000099"/>
        </a:solidFill>
        <a:latin typeface="Tahoma" panose="020B0604030504040204" pitchFamily="34" charset="0"/>
        <a:ea typeface="돋움체" panose="020B0609000101010101" pitchFamily="49" charset="-127"/>
        <a:cs typeface="+mn-cs"/>
      </a:defRPr>
    </a:lvl5pPr>
    <a:lvl6pPr marL="2286000" algn="l" defTabSz="914400" rtl="0" eaLnBrk="1" latinLnBrk="1" hangingPunct="1">
      <a:defRPr kumimoji="1" sz="800" b="1" kern="1200">
        <a:solidFill>
          <a:srgbClr val="000099"/>
        </a:solidFill>
        <a:latin typeface="Tahoma" panose="020B0604030504040204" pitchFamily="34" charset="0"/>
        <a:ea typeface="돋움체" panose="020B0609000101010101" pitchFamily="49" charset="-127"/>
        <a:cs typeface="+mn-cs"/>
      </a:defRPr>
    </a:lvl6pPr>
    <a:lvl7pPr marL="2743200" algn="l" defTabSz="914400" rtl="0" eaLnBrk="1" latinLnBrk="1" hangingPunct="1">
      <a:defRPr kumimoji="1" sz="800" b="1" kern="1200">
        <a:solidFill>
          <a:srgbClr val="000099"/>
        </a:solidFill>
        <a:latin typeface="Tahoma" panose="020B0604030504040204" pitchFamily="34" charset="0"/>
        <a:ea typeface="돋움체" panose="020B0609000101010101" pitchFamily="49" charset="-127"/>
        <a:cs typeface="+mn-cs"/>
      </a:defRPr>
    </a:lvl7pPr>
    <a:lvl8pPr marL="3200400" algn="l" defTabSz="914400" rtl="0" eaLnBrk="1" latinLnBrk="1" hangingPunct="1">
      <a:defRPr kumimoji="1" sz="800" b="1" kern="1200">
        <a:solidFill>
          <a:srgbClr val="000099"/>
        </a:solidFill>
        <a:latin typeface="Tahoma" panose="020B0604030504040204" pitchFamily="34" charset="0"/>
        <a:ea typeface="돋움체" panose="020B0609000101010101" pitchFamily="49" charset="-127"/>
        <a:cs typeface="+mn-cs"/>
      </a:defRPr>
    </a:lvl8pPr>
    <a:lvl9pPr marL="3657600" algn="l" defTabSz="914400" rtl="0" eaLnBrk="1" latinLnBrk="1" hangingPunct="1">
      <a:defRPr kumimoji="1" sz="800" b="1" kern="1200">
        <a:solidFill>
          <a:srgbClr val="000099"/>
        </a:solidFill>
        <a:latin typeface="Tahoma" panose="020B0604030504040204" pitchFamily="34" charset="0"/>
        <a:ea typeface="돋움체" panose="020B0609000101010101" pitchFamily="49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9">
          <p15:clr>
            <a:srgbClr val="A4A3A4"/>
          </p15:clr>
        </p15:guide>
        <p15:guide id="2" pos="62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000099"/>
    <a:srgbClr val="DDDDDD"/>
    <a:srgbClr val="FF0000"/>
    <a:srgbClr val="CCECFF"/>
    <a:srgbClr val="99FF66"/>
    <a:srgbClr val="FFFF00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92" autoAdjust="0"/>
    <p:restoredTop sz="99532" autoAdjust="0"/>
  </p:normalViewPr>
  <p:slideViewPr>
    <p:cSldViewPr>
      <p:cViewPr varScale="1">
        <p:scale>
          <a:sx n="134" d="100"/>
          <a:sy n="134" d="100"/>
        </p:scale>
        <p:origin x="1368" y="101"/>
      </p:cViewPr>
      <p:guideLst>
        <p:guide orient="horz" pos="239"/>
        <p:guide pos="6219"/>
      </p:guideLst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7" d="100"/>
          <a:sy n="77" d="100"/>
        </p:scale>
        <p:origin x="3432" y="64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5BFD6D56-9185-1A08-CB9E-0893CB8CBEF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4536" tIns="47268" rIns="94536" bIns="47268" numCol="1" anchor="ctr" anchorCtr="0" compatLnSpc="1">
            <a:prstTxWarp prst="textNoShape">
              <a:avLst/>
            </a:prstTxWarp>
          </a:bodyPr>
          <a:lstStyle>
            <a:lvl1pPr algn="l" defTabSz="944563" eaLnBrk="1" latinLnBrk="1" hangingPunct="1">
              <a:defRPr sz="1200" b="0">
                <a:solidFill>
                  <a:schemeClr val="tx1"/>
                </a:solidFill>
                <a:latin typeface="돋움체" panose="020B0609000101010101" pitchFamily="49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F9C0DB1-04C2-A75E-EBF8-3253478F3E5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4536" tIns="47268" rIns="94536" bIns="47268" numCol="1" anchor="ctr" anchorCtr="0" compatLnSpc="1">
            <a:prstTxWarp prst="textNoShape">
              <a:avLst/>
            </a:prstTxWarp>
          </a:bodyPr>
          <a:lstStyle>
            <a:lvl1pPr algn="r" defTabSz="944563" eaLnBrk="1" latinLnBrk="1" hangingPunct="1">
              <a:defRPr sz="1200" b="0">
                <a:solidFill>
                  <a:schemeClr val="tx1"/>
                </a:solidFill>
                <a:latin typeface="돋움체" panose="020B0609000101010101" pitchFamily="49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5C8F9BF1-D5BC-B68B-10F8-F9D49FC0DCE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4536" tIns="47268" rIns="94536" bIns="47268" numCol="1" anchor="b" anchorCtr="0" compatLnSpc="1">
            <a:prstTxWarp prst="textNoShape">
              <a:avLst/>
            </a:prstTxWarp>
          </a:bodyPr>
          <a:lstStyle>
            <a:lvl1pPr algn="l" defTabSz="944563" eaLnBrk="1" latinLnBrk="1" hangingPunct="1">
              <a:defRPr sz="1200" b="0">
                <a:solidFill>
                  <a:schemeClr val="tx1"/>
                </a:solidFill>
                <a:latin typeface="돋움체" panose="020B0609000101010101" pitchFamily="49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38013027-6895-766E-8F36-D35B607E918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4536" tIns="47268" rIns="94536" bIns="47268" numCol="1" anchor="b" anchorCtr="0" compatLnSpc="1">
            <a:prstTxWarp prst="textNoShape">
              <a:avLst/>
            </a:prstTxWarp>
          </a:bodyPr>
          <a:lstStyle>
            <a:lvl1pPr algn="r" defTabSz="944563" eaLnBrk="1" latinLnBrk="1" hangingPunct="1">
              <a:defRPr sz="1200" b="0">
                <a:solidFill>
                  <a:schemeClr val="tx1"/>
                </a:solidFill>
                <a:latin typeface="돋움체" panose="020B0609000101010101" pitchFamily="49" charset="-127"/>
              </a:defRPr>
            </a:lvl1pPr>
          </a:lstStyle>
          <a:p>
            <a:pPr>
              <a:defRPr/>
            </a:pPr>
            <a:fld id="{525602A9-4894-4F83-AEB8-42D6253140C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B875135-9CE8-3651-6456-260D6A98512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4536" tIns="47268" rIns="94536" bIns="47268" numCol="1" anchor="ctr" anchorCtr="0" compatLnSpc="1">
            <a:prstTxWarp prst="textNoShape">
              <a:avLst/>
            </a:prstTxWarp>
          </a:bodyPr>
          <a:lstStyle>
            <a:lvl1pPr algn="l" defTabSz="944563" eaLnBrk="1" latinLnBrk="1" hangingPunct="1">
              <a:defRPr sz="12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8285DBD7-9471-F47A-EBEF-3A3B9E672F5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4536" tIns="47268" rIns="94536" bIns="47268" numCol="1" anchor="ctr" anchorCtr="0" compatLnSpc="1">
            <a:prstTxWarp prst="textNoShape">
              <a:avLst/>
            </a:prstTxWarp>
          </a:bodyPr>
          <a:lstStyle>
            <a:lvl1pPr algn="r" defTabSz="944563" eaLnBrk="1" latinLnBrk="1" hangingPunct="1">
              <a:defRPr sz="12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D7714D7B-90D7-761C-4DAF-18DACE35E0F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03275" y="744538"/>
            <a:ext cx="519430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896E9521-FFD9-922D-1416-7D695693664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8050" y="4718050"/>
            <a:ext cx="4981575" cy="44640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4536" tIns="47268" rIns="94536" bIns="4726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문자열 유형을 편집하려면 누르십시오</a:t>
            </a:r>
            <a:r>
              <a:rPr lang="en-US" altLang="ko-KR" noProof="0"/>
              <a:t>.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세째 수준</a:t>
            </a:r>
          </a:p>
          <a:p>
            <a:pPr lvl="3"/>
            <a:r>
              <a:rPr lang="ko-KR" altLang="en-US" noProof="0"/>
              <a:t>네째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161C41F2-6BD9-EAA8-1018-25159A70790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4536" tIns="47268" rIns="94536" bIns="47268" numCol="1" anchor="b" anchorCtr="0" compatLnSpc="1">
            <a:prstTxWarp prst="textNoShape">
              <a:avLst/>
            </a:prstTxWarp>
          </a:bodyPr>
          <a:lstStyle>
            <a:lvl1pPr algn="l" defTabSz="944563" eaLnBrk="1" latinLnBrk="1" hangingPunct="1">
              <a:defRPr sz="12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18F640B2-E25C-A81B-94C9-14997EEBDC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4536" tIns="47268" rIns="94536" bIns="47268" numCol="1" anchor="b" anchorCtr="0" compatLnSpc="1">
            <a:prstTxWarp prst="textNoShape">
              <a:avLst/>
            </a:prstTxWarp>
          </a:bodyPr>
          <a:lstStyle>
            <a:lvl1pPr algn="r" defTabSz="944563" eaLnBrk="1" latinLnBrk="1" hangingPunct="1">
              <a:defRPr sz="12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defRPr>
            </a:lvl1pPr>
          </a:lstStyle>
          <a:p>
            <a:pPr>
              <a:defRPr/>
            </a:pPr>
            <a:fld id="{0435B7C0-E5AD-4C86-87BA-479FD65CCFA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62063" y="1184275"/>
            <a:ext cx="7572375" cy="252095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62063" y="3802063"/>
            <a:ext cx="7572375" cy="17478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0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93738" y="385763"/>
            <a:ext cx="8709025" cy="13985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93738" y="1927225"/>
            <a:ext cx="8709025" cy="45926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111930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8975" y="1804988"/>
            <a:ext cx="8707438" cy="301148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8975" y="4845050"/>
            <a:ext cx="8707438" cy="1582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947691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93738" y="385763"/>
            <a:ext cx="8709025" cy="13985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93738" y="1927225"/>
            <a:ext cx="4278312" cy="45926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24450" y="1927225"/>
            <a:ext cx="4278313" cy="45926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694353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95325" y="385763"/>
            <a:ext cx="8709025" cy="13985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95325" y="1774825"/>
            <a:ext cx="4271963" cy="8699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95325" y="2644775"/>
            <a:ext cx="4271963" cy="38893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111750" y="1774825"/>
            <a:ext cx="4292600" cy="8699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111750" y="2644775"/>
            <a:ext cx="4292600" cy="38893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229737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93738" y="385763"/>
            <a:ext cx="8709025" cy="13985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87496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6890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95325" y="482600"/>
            <a:ext cx="3255963" cy="16891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92600" y="1042988"/>
            <a:ext cx="5111750" cy="51435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95325" y="2171700"/>
            <a:ext cx="3255963" cy="4022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145627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95325" y="482600"/>
            <a:ext cx="3255963" cy="16891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92600" y="1042988"/>
            <a:ext cx="5111750" cy="514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95325" y="2171700"/>
            <a:ext cx="3255963" cy="4022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165434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93738" y="385763"/>
            <a:ext cx="8709025" cy="13985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93738" y="1927225"/>
            <a:ext cx="8709025" cy="45926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5508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226300" y="385763"/>
            <a:ext cx="2176463" cy="61341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93738" y="385763"/>
            <a:ext cx="6380162" cy="61341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519622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51">
            <a:extLst>
              <a:ext uri="{FF2B5EF4-FFF2-40B4-BE49-F238E27FC236}">
                <a16:creationId xmlns:a16="http://schemas.microsoft.com/office/drawing/2014/main" id="{975F5080-1C8D-6942-3E68-050B64E7B12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91063" y="6851650"/>
            <a:ext cx="666750" cy="2746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algn="ctr" latinLnBrk="1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 algn="ctr" latinLnBrk="1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 algn="ctr" latinLnBrk="1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 algn="ctr" latinLnBrk="1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 algn="ctr" latinLnBrk="1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hangingPunct="1">
              <a:defRPr/>
            </a:pPr>
            <a:r>
              <a:rPr lang="en-US" altLang="ko-KR" sz="1200" b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- </a:t>
            </a:r>
            <a:fld id="{4622A85F-6B07-4B43-B47D-4FFB6612B43E}" type="slidenum">
              <a:rPr lang="en-US" altLang="ko-KR" sz="1200" b="0" smtClean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pPr eaLnBrk="1" hangingPunct="1">
                <a:defRPr/>
              </a:pPr>
              <a:t>‹#›</a:t>
            </a:fld>
            <a:r>
              <a:rPr lang="en-US" altLang="ko-KR" sz="1200" b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-</a:t>
            </a:r>
          </a:p>
        </p:txBody>
      </p:sp>
      <p:sp>
        <p:nvSpPr>
          <p:cNvPr id="1027" name="Text Box 52">
            <a:extLst>
              <a:ext uri="{FF2B5EF4-FFF2-40B4-BE49-F238E27FC236}">
                <a16:creationId xmlns:a16="http://schemas.microsoft.com/office/drawing/2014/main" id="{24FBE54B-635E-AC6D-BE32-3FC853DA4FE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19075" y="6910388"/>
            <a:ext cx="3101975" cy="2746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000" tIns="46800" rIns="90000" bIns="46800">
            <a:spAutoFit/>
          </a:bodyPr>
          <a:lstStyle>
            <a:lvl1pPr algn="ctr" latinLnBrk="1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 algn="ctr" latinLnBrk="1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 algn="ctr" latinLnBrk="1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 algn="ctr" latinLnBrk="1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 algn="ctr" latinLnBrk="1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l" eaLnBrk="1" hangingPunct="1">
              <a:defRPr/>
            </a:pPr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ECS-</a:t>
            </a:r>
            <a:r>
              <a:rPr lang="ko-KR" altLang="en-US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분석</a:t>
            </a:r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-PLC</a:t>
            </a:r>
            <a:r>
              <a:rPr lang="ko-KR" altLang="en-US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사양및시나리오</a:t>
            </a:r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_LG</a:t>
            </a:r>
            <a:r>
              <a:rPr lang="ko-KR" altLang="en-US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생명과학</a:t>
            </a:r>
          </a:p>
        </p:txBody>
      </p:sp>
      <p:sp>
        <p:nvSpPr>
          <p:cNvPr id="1028" name="Line 53">
            <a:extLst>
              <a:ext uri="{FF2B5EF4-FFF2-40B4-BE49-F238E27FC236}">
                <a16:creationId xmlns:a16="http://schemas.microsoft.com/office/drawing/2014/main" id="{B5F311AD-BB05-2710-1B63-CDECD2910F4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73038" y="381000"/>
            <a:ext cx="9699625" cy="0"/>
          </a:xfrm>
          <a:prstGeom prst="line">
            <a:avLst/>
          </a:prstGeom>
          <a:noFill/>
          <a:ln w="25400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/>
          </a:p>
        </p:txBody>
      </p:sp>
      <p:sp>
        <p:nvSpPr>
          <p:cNvPr id="1029" name="Line 54">
            <a:extLst>
              <a:ext uri="{FF2B5EF4-FFF2-40B4-BE49-F238E27FC236}">
                <a16:creationId xmlns:a16="http://schemas.microsoft.com/office/drawing/2014/main" id="{055AE6BD-B627-312E-027A-092F4F7794F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15900" y="6845300"/>
            <a:ext cx="9585325" cy="0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>
            <a:extLst>
              <a:ext uri="{FF2B5EF4-FFF2-40B4-BE49-F238E27FC236}">
                <a16:creationId xmlns:a16="http://schemas.microsoft.com/office/drawing/2014/main" id="{DCB98BD2-A83B-AD60-1D3C-2EB73868D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" y="595313"/>
            <a:ext cx="9648825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(Alarm Report)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>
            <a:extLst>
              <a:ext uri="{FF2B5EF4-FFF2-40B4-BE49-F238E27FC236}">
                <a16:creationId xmlns:a16="http://schemas.microsoft.com/office/drawing/2014/main" id="{15073916-0D3D-2618-F8C9-E80C7A478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2692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(Alarm Report)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544F6C8-FD41-A699-CD67-78194749A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450850"/>
            <a:ext cx="9113837" cy="6337300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5124" name="Rectangle 67">
            <a:extLst>
              <a:ext uri="{FF2B5EF4-FFF2-40B4-BE49-F238E27FC236}">
                <a16:creationId xmlns:a16="http://schemas.microsoft.com/office/drawing/2014/main" id="{4F030F57-2E7E-0503-38D6-580F218B1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400" y="595313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125" name="Rectangle 68">
            <a:extLst>
              <a:ext uri="{FF2B5EF4-FFF2-40B4-BE49-F238E27FC236}">
                <a16:creationId xmlns:a16="http://schemas.microsoft.com/office/drawing/2014/main" id="{39870140-A285-0959-FA51-53D3E33D2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388" y="595313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126" name="Group 69">
            <a:extLst>
              <a:ext uri="{FF2B5EF4-FFF2-40B4-BE49-F238E27FC236}">
                <a16:creationId xmlns:a16="http://schemas.microsoft.com/office/drawing/2014/main" id="{6052D2B4-21F3-ED32-5D9E-4A39BBC9B5EA}"/>
              </a:ext>
            </a:extLst>
          </p:cNvPr>
          <p:cNvGrpSpPr>
            <a:grpSpLocks/>
          </p:cNvGrpSpPr>
          <p:nvPr/>
        </p:nvGrpSpPr>
        <p:grpSpPr bwMode="auto">
          <a:xfrm>
            <a:off x="3271838" y="828675"/>
            <a:ext cx="3443287" cy="1998663"/>
            <a:chOff x="1125" y="1346"/>
            <a:chExt cx="2169" cy="4722"/>
          </a:xfrm>
        </p:grpSpPr>
        <p:sp>
          <p:nvSpPr>
            <p:cNvPr id="5197" name="Line 70">
              <a:extLst>
                <a:ext uri="{FF2B5EF4-FFF2-40B4-BE49-F238E27FC236}">
                  <a16:creationId xmlns:a16="http://schemas.microsoft.com/office/drawing/2014/main" id="{E181B0BD-71B2-2023-AB36-F69C372C45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5198" name="Line 71">
              <a:extLst>
                <a:ext uri="{FF2B5EF4-FFF2-40B4-BE49-F238E27FC236}">
                  <a16:creationId xmlns:a16="http://schemas.microsoft.com/office/drawing/2014/main" id="{0AB01417-CE4A-8BBF-F44A-B441B2168E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5127" name="Text Box 72">
            <a:extLst>
              <a:ext uri="{FF2B5EF4-FFF2-40B4-BE49-F238E27FC236}">
                <a16:creationId xmlns:a16="http://schemas.microsoft.com/office/drawing/2014/main" id="{CD258062-2B49-858E-4692-1421A0AD8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81121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Set Report</a:t>
            </a:r>
          </a:p>
        </p:txBody>
      </p:sp>
      <p:sp>
        <p:nvSpPr>
          <p:cNvPr id="5128" name="Line 73">
            <a:extLst>
              <a:ext uri="{FF2B5EF4-FFF2-40B4-BE49-F238E27FC236}">
                <a16:creationId xmlns:a16="http://schemas.microsoft.com/office/drawing/2014/main" id="{C64F060A-CADD-C5E5-03B1-006671B08E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7075" y="107473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9" name="Text Box 74">
            <a:extLst>
              <a:ext uri="{FF2B5EF4-FFF2-40B4-BE49-F238E27FC236}">
                <a16:creationId xmlns:a16="http://schemas.microsoft.com/office/drawing/2014/main" id="{18C1DCB0-1BD1-0860-4827-1AA246495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94297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M0492 ON</a:t>
            </a:r>
          </a:p>
        </p:txBody>
      </p:sp>
      <p:sp>
        <p:nvSpPr>
          <p:cNvPr id="5130" name="Freeform 75">
            <a:extLst>
              <a:ext uri="{FF2B5EF4-FFF2-40B4-BE49-F238E27FC236}">
                <a16:creationId xmlns:a16="http://schemas.microsoft.com/office/drawing/2014/main" id="{6D4B94FC-FF08-AFD7-150E-43CA0C8ECF9F}"/>
              </a:ext>
            </a:extLst>
          </p:cNvPr>
          <p:cNvSpPr>
            <a:spLocks/>
          </p:cNvSpPr>
          <p:nvPr/>
        </p:nvSpPr>
        <p:spPr bwMode="auto">
          <a:xfrm>
            <a:off x="3262313" y="1243013"/>
            <a:ext cx="3455987" cy="198437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31" name="AutoShape 76">
            <a:extLst>
              <a:ext uri="{FF2B5EF4-FFF2-40B4-BE49-F238E27FC236}">
                <a16:creationId xmlns:a16="http://schemas.microsoft.com/office/drawing/2014/main" id="{1BFFCAB0-3C8E-6D44-8C0D-E26304021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238" y="1257300"/>
            <a:ext cx="3028950" cy="1651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Set Alarm Code</a:t>
            </a:r>
            <a:endParaRPr lang="en-US" altLang="ko-KR" sz="1000" b="0">
              <a:solidFill>
                <a:schemeClr val="tx1"/>
              </a:solidFill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5132" name="Line 77">
            <a:extLst>
              <a:ext uri="{FF2B5EF4-FFF2-40B4-BE49-F238E27FC236}">
                <a16:creationId xmlns:a16="http://schemas.microsoft.com/office/drawing/2014/main" id="{3D8C9435-8704-04B9-1352-21896C9E24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0725" y="1776413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33" name="Line 78">
            <a:extLst>
              <a:ext uri="{FF2B5EF4-FFF2-40B4-BE49-F238E27FC236}">
                <a16:creationId xmlns:a16="http://schemas.microsoft.com/office/drawing/2014/main" id="{166D46DD-A215-4293-4FB1-BCE1A4A2BE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3" y="2471738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34" name="Line 79">
            <a:extLst>
              <a:ext uri="{FF2B5EF4-FFF2-40B4-BE49-F238E27FC236}">
                <a16:creationId xmlns:a16="http://schemas.microsoft.com/office/drawing/2014/main" id="{AA0B6E07-6482-DE03-AE28-2F127D96C6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3" y="2135188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35" name="Text Box 80">
            <a:extLst>
              <a:ext uri="{FF2B5EF4-FFF2-40B4-BE49-F238E27FC236}">
                <a16:creationId xmlns:a16="http://schemas.microsoft.com/office/drawing/2014/main" id="{6D954C99-7680-D902-613B-70D5909A3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15319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Set Report Ack</a:t>
            </a:r>
          </a:p>
        </p:txBody>
      </p:sp>
      <p:sp>
        <p:nvSpPr>
          <p:cNvPr id="5136" name="Text Box 81">
            <a:extLst>
              <a:ext uri="{FF2B5EF4-FFF2-40B4-BE49-F238E27FC236}">
                <a16:creationId xmlns:a16="http://schemas.microsoft.com/office/drawing/2014/main" id="{FA18A117-C455-C04A-60C5-D01702E3D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189071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Set Report</a:t>
            </a:r>
          </a:p>
        </p:txBody>
      </p:sp>
      <p:sp>
        <p:nvSpPr>
          <p:cNvPr id="5137" name="Text Box 82">
            <a:extLst>
              <a:ext uri="{FF2B5EF4-FFF2-40B4-BE49-F238E27FC236}">
                <a16:creationId xmlns:a16="http://schemas.microsoft.com/office/drawing/2014/main" id="{979C6955-A80D-2F9A-7E71-F30CB11E4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2251075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Set Report Ack</a:t>
            </a:r>
          </a:p>
        </p:txBody>
      </p:sp>
      <p:sp>
        <p:nvSpPr>
          <p:cNvPr id="5138" name="Text Box 83">
            <a:extLst>
              <a:ext uri="{FF2B5EF4-FFF2-40B4-BE49-F238E27FC236}">
                <a16:creationId xmlns:a16="http://schemas.microsoft.com/office/drawing/2014/main" id="{FA2D9063-8294-6AB1-D42B-C77D1180E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201295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M0492 OFF</a:t>
            </a:r>
          </a:p>
        </p:txBody>
      </p:sp>
      <p:sp>
        <p:nvSpPr>
          <p:cNvPr id="5139" name="Text Box 84">
            <a:extLst>
              <a:ext uri="{FF2B5EF4-FFF2-40B4-BE49-F238E27FC236}">
                <a16:creationId xmlns:a16="http://schemas.microsoft.com/office/drawing/2014/main" id="{F3C5A4BA-D91A-F327-1ED5-93E1C9F25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5588" y="165417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M0963 ON</a:t>
            </a:r>
          </a:p>
        </p:txBody>
      </p:sp>
      <p:sp>
        <p:nvSpPr>
          <p:cNvPr id="5140" name="Text Box 85">
            <a:extLst>
              <a:ext uri="{FF2B5EF4-FFF2-40B4-BE49-F238E27FC236}">
                <a16:creationId xmlns:a16="http://schemas.microsoft.com/office/drawing/2014/main" id="{E0F6A9D6-D529-7904-0830-AE713D8A9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713" y="234950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M0963 OFF</a:t>
            </a:r>
          </a:p>
        </p:txBody>
      </p:sp>
      <p:sp>
        <p:nvSpPr>
          <p:cNvPr id="5141" name="Rectangle 86">
            <a:extLst>
              <a:ext uri="{FF2B5EF4-FFF2-40B4-BE49-F238E27FC236}">
                <a16:creationId xmlns:a16="http://schemas.microsoft.com/office/drawing/2014/main" id="{FE01C6F4-71D8-32BE-29C2-FF857A4E9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400" y="3736975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142" name="Rectangle 87">
            <a:extLst>
              <a:ext uri="{FF2B5EF4-FFF2-40B4-BE49-F238E27FC236}">
                <a16:creationId xmlns:a16="http://schemas.microsoft.com/office/drawing/2014/main" id="{FF07F52E-2B8A-561D-A4FF-6F9E9F5C8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388" y="3736975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143" name="Group 88">
            <a:extLst>
              <a:ext uri="{FF2B5EF4-FFF2-40B4-BE49-F238E27FC236}">
                <a16:creationId xmlns:a16="http://schemas.microsoft.com/office/drawing/2014/main" id="{AB929F18-7885-E0C0-0AC0-ECE95659B360}"/>
              </a:ext>
            </a:extLst>
          </p:cNvPr>
          <p:cNvGrpSpPr>
            <a:grpSpLocks/>
          </p:cNvGrpSpPr>
          <p:nvPr/>
        </p:nvGrpSpPr>
        <p:grpSpPr bwMode="auto">
          <a:xfrm>
            <a:off x="3271838" y="3970338"/>
            <a:ext cx="3443287" cy="1881187"/>
            <a:chOff x="1125" y="1346"/>
            <a:chExt cx="2169" cy="4722"/>
          </a:xfrm>
        </p:grpSpPr>
        <p:sp>
          <p:nvSpPr>
            <p:cNvPr id="5195" name="Line 89">
              <a:extLst>
                <a:ext uri="{FF2B5EF4-FFF2-40B4-BE49-F238E27FC236}">
                  <a16:creationId xmlns:a16="http://schemas.microsoft.com/office/drawing/2014/main" id="{59898396-F81C-11B7-E421-46310F27A4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5196" name="Line 90">
              <a:extLst>
                <a:ext uri="{FF2B5EF4-FFF2-40B4-BE49-F238E27FC236}">
                  <a16:creationId xmlns:a16="http://schemas.microsoft.com/office/drawing/2014/main" id="{10CFD0EB-FFF4-D72B-6C26-207B22B83D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5144" name="Text Box 91">
            <a:extLst>
              <a:ext uri="{FF2B5EF4-FFF2-40B4-BE49-F238E27FC236}">
                <a16:creationId xmlns:a16="http://schemas.microsoft.com/office/drawing/2014/main" id="{A50D16E9-60B3-1A33-4932-CD3FDAB95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39798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Reset Report</a:t>
            </a:r>
          </a:p>
        </p:txBody>
      </p:sp>
      <p:sp>
        <p:nvSpPr>
          <p:cNvPr id="5145" name="Line 92">
            <a:extLst>
              <a:ext uri="{FF2B5EF4-FFF2-40B4-BE49-F238E27FC236}">
                <a16:creationId xmlns:a16="http://schemas.microsoft.com/office/drawing/2014/main" id="{943CBFC8-13B5-BAB2-1B65-A994F66EDE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7075" y="424338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46" name="Text Box 93">
            <a:extLst>
              <a:ext uri="{FF2B5EF4-FFF2-40B4-BE49-F238E27FC236}">
                <a16:creationId xmlns:a16="http://schemas.microsoft.com/office/drawing/2014/main" id="{14D2AA49-3B01-7E29-0FB3-887BC7925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41116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M0493 ON</a:t>
            </a:r>
          </a:p>
        </p:txBody>
      </p:sp>
      <p:sp>
        <p:nvSpPr>
          <p:cNvPr id="5147" name="Freeform 94">
            <a:extLst>
              <a:ext uri="{FF2B5EF4-FFF2-40B4-BE49-F238E27FC236}">
                <a16:creationId xmlns:a16="http://schemas.microsoft.com/office/drawing/2014/main" id="{39C9A97C-A5EB-DABC-39D1-078B1272C8C8}"/>
              </a:ext>
            </a:extLst>
          </p:cNvPr>
          <p:cNvSpPr>
            <a:spLocks/>
          </p:cNvSpPr>
          <p:nvPr/>
        </p:nvSpPr>
        <p:spPr bwMode="auto">
          <a:xfrm>
            <a:off x="3262313" y="4411663"/>
            <a:ext cx="3455987" cy="198437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48" name="AutoShape 95">
            <a:extLst>
              <a:ext uri="{FF2B5EF4-FFF2-40B4-BE49-F238E27FC236}">
                <a16:creationId xmlns:a16="http://schemas.microsoft.com/office/drawing/2014/main" id="{9FC45A68-4FED-4E03-F8B4-88DF42922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238" y="4425950"/>
            <a:ext cx="3028950" cy="1651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Reset Alarm Code</a:t>
            </a:r>
            <a:endParaRPr lang="en-US" altLang="ko-KR" sz="1000" b="0">
              <a:solidFill>
                <a:schemeClr val="tx1"/>
              </a:solidFill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5149" name="Line 96">
            <a:extLst>
              <a:ext uri="{FF2B5EF4-FFF2-40B4-BE49-F238E27FC236}">
                <a16:creationId xmlns:a16="http://schemas.microsoft.com/office/drawing/2014/main" id="{EBECE266-DFC8-B657-CAAF-09D8395607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0725" y="4943475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50" name="Line 97">
            <a:extLst>
              <a:ext uri="{FF2B5EF4-FFF2-40B4-BE49-F238E27FC236}">
                <a16:creationId xmlns:a16="http://schemas.microsoft.com/office/drawing/2014/main" id="{E833FBDE-80C9-33A2-8C1B-490CFD9F4C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3" y="5608638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51" name="Line 98">
            <a:extLst>
              <a:ext uri="{FF2B5EF4-FFF2-40B4-BE49-F238E27FC236}">
                <a16:creationId xmlns:a16="http://schemas.microsoft.com/office/drawing/2014/main" id="{935D58AB-4F38-EEDF-62C6-F1238D5B64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3" y="5303838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52" name="Text Box 99">
            <a:extLst>
              <a:ext uri="{FF2B5EF4-FFF2-40B4-BE49-F238E27FC236}">
                <a16:creationId xmlns:a16="http://schemas.microsoft.com/office/drawing/2014/main" id="{E160232A-3C75-54BC-2E8D-01A20DF6E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4699000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Reset Report Ack</a:t>
            </a:r>
          </a:p>
        </p:txBody>
      </p:sp>
      <p:sp>
        <p:nvSpPr>
          <p:cNvPr id="5153" name="Text Box 100">
            <a:extLst>
              <a:ext uri="{FF2B5EF4-FFF2-40B4-BE49-F238E27FC236}">
                <a16:creationId xmlns:a16="http://schemas.microsoft.com/office/drawing/2014/main" id="{9101EB9D-45BD-90BC-2DBB-72FDE0271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50593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reset Report</a:t>
            </a:r>
          </a:p>
        </p:txBody>
      </p:sp>
      <p:sp>
        <p:nvSpPr>
          <p:cNvPr id="5154" name="Text Box 101">
            <a:extLst>
              <a:ext uri="{FF2B5EF4-FFF2-40B4-BE49-F238E27FC236}">
                <a16:creationId xmlns:a16="http://schemas.microsoft.com/office/drawing/2014/main" id="{ADE19819-283C-E347-50EE-8FEC5CC88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5391150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reset Report Ack</a:t>
            </a:r>
          </a:p>
        </p:txBody>
      </p:sp>
      <p:sp>
        <p:nvSpPr>
          <p:cNvPr id="5155" name="Text Box 102">
            <a:extLst>
              <a:ext uri="{FF2B5EF4-FFF2-40B4-BE49-F238E27FC236}">
                <a16:creationId xmlns:a16="http://schemas.microsoft.com/office/drawing/2014/main" id="{3A089161-E505-10B7-97E2-015531AF6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518160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M0493 OFF</a:t>
            </a:r>
          </a:p>
        </p:txBody>
      </p:sp>
      <p:sp>
        <p:nvSpPr>
          <p:cNvPr id="5156" name="Text Box 103">
            <a:extLst>
              <a:ext uri="{FF2B5EF4-FFF2-40B4-BE49-F238E27FC236}">
                <a16:creationId xmlns:a16="http://schemas.microsoft.com/office/drawing/2014/main" id="{8B649040-D667-9073-A82E-532666F5F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5588" y="482123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M0964 ON</a:t>
            </a:r>
          </a:p>
        </p:txBody>
      </p:sp>
      <p:sp>
        <p:nvSpPr>
          <p:cNvPr id="5157" name="Text Box 104">
            <a:extLst>
              <a:ext uri="{FF2B5EF4-FFF2-40B4-BE49-F238E27FC236}">
                <a16:creationId xmlns:a16="http://schemas.microsoft.com/office/drawing/2014/main" id="{9FD67142-C5F6-42FB-7846-3EC2649EF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713" y="548640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M0964 OFF</a:t>
            </a:r>
          </a:p>
        </p:txBody>
      </p:sp>
      <p:graphicFrame>
        <p:nvGraphicFramePr>
          <p:cNvPr id="527465" name="Group 105">
            <a:extLst>
              <a:ext uri="{FF2B5EF4-FFF2-40B4-BE49-F238E27FC236}">
                <a16:creationId xmlns:a16="http://schemas.microsoft.com/office/drawing/2014/main" id="{A1B3426A-5973-C814-0DEC-2B2C46D2CC0C}"/>
              </a:ext>
            </a:extLst>
          </p:cNvPr>
          <p:cNvGraphicFramePr>
            <a:graphicFrameLocks noGrp="1"/>
          </p:cNvGraphicFramePr>
          <p:nvPr/>
        </p:nvGraphicFramePr>
        <p:xfrm>
          <a:off x="1984375" y="2989263"/>
          <a:ext cx="5943600" cy="487362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68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Name</a:t>
                      </a:r>
                    </a:p>
                  </a:txBody>
                  <a:tcPr marT="45653" marB="456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Address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Format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Description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68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Set Alarm code</a:t>
                      </a:r>
                    </a:p>
                  </a:txBody>
                  <a:tcPr marT="45653" marB="456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D0161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Integer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Alarm set ID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175" name="Rectangle 122">
            <a:extLst>
              <a:ext uri="{FF2B5EF4-FFF2-40B4-BE49-F238E27FC236}">
                <a16:creationId xmlns:a16="http://schemas.microsoft.com/office/drawing/2014/main" id="{D4FA52B2-11AD-465B-88D9-EC7C0E641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9463" y="2692400"/>
            <a:ext cx="20685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&lt; Set Alarm Code &gt;</a:t>
            </a:r>
          </a:p>
        </p:txBody>
      </p:sp>
      <p:graphicFrame>
        <p:nvGraphicFramePr>
          <p:cNvPr id="527483" name="Group 123">
            <a:extLst>
              <a:ext uri="{FF2B5EF4-FFF2-40B4-BE49-F238E27FC236}">
                <a16:creationId xmlns:a16="http://schemas.microsoft.com/office/drawing/2014/main" id="{EDFE79D3-D7DD-293F-F6F7-D5817B2D05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101948"/>
              </p:ext>
            </p:extLst>
          </p:nvPr>
        </p:nvGraphicFramePr>
        <p:xfrm>
          <a:off x="1984375" y="6127750"/>
          <a:ext cx="5943600" cy="487363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68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Name</a:t>
                      </a:r>
                    </a:p>
                  </a:txBody>
                  <a:tcPr marT="45653" marB="456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Address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Format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Description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68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Reset Alarm code</a:t>
                      </a:r>
                    </a:p>
                  </a:txBody>
                  <a:tcPr marT="45653" marB="456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체" panose="020B0609000101010101" pitchFamily="49" charset="-127"/>
                        </a:rPr>
                        <a:t>D0162 : X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굴림" panose="020B0600000101010101" pitchFamily="50" charset="-127"/>
                      </a:endParaRP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Integer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Alarm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set ID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   ← ' : X '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의 의미는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?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굴림" panose="020B0600000101010101" pitchFamily="50" charset="-127"/>
                      </a:endParaRP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193" name="Rectangle 140">
            <a:extLst>
              <a:ext uri="{FF2B5EF4-FFF2-40B4-BE49-F238E27FC236}">
                <a16:creationId xmlns:a16="http://schemas.microsoft.com/office/drawing/2014/main" id="{C8851A15-29B5-91DB-CB84-82A009D47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9463" y="5851525"/>
            <a:ext cx="20685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&lt; Reset Alarm Code &gt;</a:t>
            </a:r>
          </a:p>
        </p:txBody>
      </p:sp>
      <p:sp>
        <p:nvSpPr>
          <p:cNvPr id="5194" name="Text Box 141">
            <a:extLst>
              <a:ext uri="{FF2B5EF4-FFF2-40B4-BE49-F238E27FC236}">
                <a16:creationId xmlns:a16="http://schemas.microsoft.com/office/drawing/2014/main" id="{57570847-B94A-E5E7-19D8-887F05FC4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88" y="525463"/>
            <a:ext cx="1128712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/>
              <a:t>S/C #1 Alarm </a:t>
            </a:r>
            <a:r>
              <a:rPr lang="ko-KR" altLang="en-US"/>
              <a:t>보고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>
            <a:extLst>
              <a:ext uri="{FF2B5EF4-FFF2-40B4-BE49-F238E27FC236}">
                <a16:creationId xmlns:a16="http://schemas.microsoft.com/office/drawing/2014/main" id="{86D3DCE8-6673-812A-0784-9F0D987177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2692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(Alarm Report)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7F0D861-D956-5EFC-C1FC-3289015A8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450850"/>
            <a:ext cx="9113837" cy="6337300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6148" name="Rectangle 67">
            <a:extLst>
              <a:ext uri="{FF2B5EF4-FFF2-40B4-BE49-F238E27FC236}">
                <a16:creationId xmlns:a16="http://schemas.microsoft.com/office/drawing/2014/main" id="{5E820FFB-6AF5-40E1-2698-F33832548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400" y="595313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6149" name="Rectangle 68">
            <a:extLst>
              <a:ext uri="{FF2B5EF4-FFF2-40B4-BE49-F238E27FC236}">
                <a16:creationId xmlns:a16="http://schemas.microsoft.com/office/drawing/2014/main" id="{3CC65A5F-149B-CCCF-99AE-0C39635B6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388" y="595313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6150" name="Group 69">
            <a:extLst>
              <a:ext uri="{FF2B5EF4-FFF2-40B4-BE49-F238E27FC236}">
                <a16:creationId xmlns:a16="http://schemas.microsoft.com/office/drawing/2014/main" id="{D4E06E2C-2E32-3FCE-E395-C7000E8B2CDD}"/>
              </a:ext>
            </a:extLst>
          </p:cNvPr>
          <p:cNvGrpSpPr>
            <a:grpSpLocks/>
          </p:cNvGrpSpPr>
          <p:nvPr/>
        </p:nvGrpSpPr>
        <p:grpSpPr bwMode="auto">
          <a:xfrm>
            <a:off x="3271838" y="828675"/>
            <a:ext cx="3443287" cy="1998663"/>
            <a:chOff x="1125" y="1346"/>
            <a:chExt cx="2169" cy="4722"/>
          </a:xfrm>
        </p:grpSpPr>
        <p:sp>
          <p:nvSpPr>
            <p:cNvPr id="6221" name="Line 70">
              <a:extLst>
                <a:ext uri="{FF2B5EF4-FFF2-40B4-BE49-F238E27FC236}">
                  <a16:creationId xmlns:a16="http://schemas.microsoft.com/office/drawing/2014/main" id="{64B408E2-A940-EB18-A8CB-C9129BEFBA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6222" name="Line 71">
              <a:extLst>
                <a:ext uri="{FF2B5EF4-FFF2-40B4-BE49-F238E27FC236}">
                  <a16:creationId xmlns:a16="http://schemas.microsoft.com/office/drawing/2014/main" id="{3CE584B2-E022-7073-2BBF-3533762D6C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6151" name="Text Box 72">
            <a:extLst>
              <a:ext uri="{FF2B5EF4-FFF2-40B4-BE49-F238E27FC236}">
                <a16:creationId xmlns:a16="http://schemas.microsoft.com/office/drawing/2014/main" id="{F357A4AE-1135-14FA-08C8-51C558B7D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81121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Set Report</a:t>
            </a:r>
          </a:p>
        </p:txBody>
      </p:sp>
      <p:sp>
        <p:nvSpPr>
          <p:cNvPr id="6152" name="Line 73">
            <a:extLst>
              <a:ext uri="{FF2B5EF4-FFF2-40B4-BE49-F238E27FC236}">
                <a16:creationId xmlns:a16="http://schemas.microsoft.com/office/drawing/2014/main" id="{D091EFA4-DA93-C747-0647-96036B2937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7075" y="107473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53" name="Text Box 74">
            <a:extLst>
              <a:ext uri="{FF2B5EF4-FFF2-40B4-BE49-F238E27FC236}">
                <a16:creationId xmlns:a16="http://schemas.microsoft.com/office/drawing/2014/main" id="{0FF14E9C-2742-7C01-0CA9-FDB4864C7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94297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M0512 ON</a:t>
            </a:r>
          </a:p>
        </p:txBody>
      </p:sp>
      <p:sp>
        <p:nvSpPr>
          <p:cNvPr id="6154" name="Freeform 75">
            <a:extLst>
              <a:ext uri="{FF2B5EF4-FFF2-40B4-BE49-F238E27FC236}">
                <a16:creationId xmlns:a16="http://schemas.microsoft.com/office/drawing/2014/main" id="{48082717-D457-D1B2-10AB-EC9DA3AFB379}"/>
              </a:ext>
            </a:extLst>
          </p:cNvPr>
          <p:cNvSpPr>
            <a:spLocks/>
          </p:cNvSpPr>
          <p:nvPr/>
        </p:nvSpPr>
        <p:spPr bwMode="auto">
          <a:xfrm>
            <a:off x="3262313" y="1243013"/>
            <a:ext cx="3455987" cy="198437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55" name="AutoShape 76">
            <a:extLst>
              <a:ext uri="{FF2B5EF4-FFF2-40B4-BE49-F238E27FC236}">
                <a16:creationId xmlns:a16="http://schemas.microsoft.com/office/drawing/2014/main" id="{573D0400-987F-7674-2C3C-496D39AA3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238" y="1257300"/>
            <a:ext cx="3028950" cy="1651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Set Alarm Code</a:t>
            </a:r>
            <a:endParaRPr lang="en-US" altLang="ko-KR" sz="1000" b="0">
              <a:solidFill>
                <a:schemeClr val="tx1"/>
              </a:solidFill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6156" name="Line 77">
            <a:extLst>
              <a:ext uri="{FF2B5EF4-FFF2-40B4-BE49-F238E27FC236}">
                <a16:creationId xmlns:a16="http://schemas.microsoft.com/office/drawing/2014/main" id="{002F94CB-B96C-CB63-2677-C2E09EBDAC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0725" y="1776413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57" name="Line 78">
            <a:extLst>
              <a:ext uri="{FF2B5EF4-FFF2-40B4-BE49-F238E27FC236}">
                <a16:creationId xmlns:a16="http://schemas.microsoft.com/office/drawing/2014/main" id="{36DEBB6F-3573-FAFA-A582-318A6EDC67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3" y="2471738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58" name="Line 79">
            <a:extLst>
              <a:ext uri="{FF2B5EF4-FFF2-40B4-BE49-F238E27FC236}">
                <a16:creationId xmlns:a16="http://schemas.microsoft.com/office/drawing/2014/main" id="{FE35E752-08B2-11D5-2EFE-46A61EF610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3" y="2135188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59" name="Text Box 80">
            <a:extLst>
              <a:ext uri="{FF2B5EF4-FFF2-40B4-BE49-F238E27FC236}">
                <a16:creationId xmlns:a16="http://schemas.microsoft.com/office/drawing/2014/main" id="{E63A1534-23CC-C409-663F-95790251E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15319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Set Report Ack</a:t>
            </a:r>
          </a:p>
        </p:txBody>
      </p:sp>
      <p:sp>
        <p:nvSpPr>
          <p:cNvPr id="6160" name="Text Box 81">
            <a:extLst>
              <a:ext uri="{FF2B5EF4-FFF2-40B4-BE49-F238E27FC236}">
                <a16:creationId xmlns:a16="http://schemas.microsoft.com/office/drawing/2014/main" id="{67F9EB46-AB2C-A1E8-5B7F-79D5E3888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189071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Set Report</a:t>
            </a:r>
          </a:p>
        </p:txBody>
      </p:sp>
      <p:sp>
        <p:nvSpPr>
          <p:cNvPr id="6161" name="Text Box 82">
            <a:extLst>
              <a:ext uri="{FF2B5EF4-FFF2-40B4-BE49-F238E27FC236}">
                <a16:creationId xmlns:a16="http://schemas.microsoft.com/office/drawing/2014/main" id="{CC2FAB22-E07E-9A28-148B-5C05D5E2B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2251075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Set Report Ack</a:t>
            </a:r>
          </a:p>
        </p:txBody>
      </p:sp>
      <p:sp>
        <p:nvSpPr>
          <p:cNvPr id="6162" name="Text Box 83">
            <a:extLst>
              <a:ext uri="{FF2B5EF4-FFF2-40B4-BE49-F238E27FC236}">
                <a16:creationId xmlns:a16="http://schemas.microsoft.com/office/drawing/2014/main" id="{8217573A-D96A-B5E1-7562-A5CE10308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201295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M0512 OFF</a:t>
            </a:r>
          </a:p>
        </p:txBody>
      </p:sp>
      <p:sp>
        <p:nvSpPr>
          <p:cNvPr id="6163" name="Text Box 84">
            <a:extLst>
              <a:ext uri="{FF2B5EF4-FFF2-40B4-BE49-F238E27FC236}">
                <a16:creationId xmlns:a16="http://schemas.microsoft.com/office/drawing/2014/main" id="{9E4AA106-7F8E-FE38-F24D-03C1307F7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5588" y="165417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M0973 ON</a:t>
            </a:r>
          </a:p>
        </p:txBody>
      </p:sp>
      <p:sp>
        <p:nvSpPr>
          <p:cNvPr id="6164" name="Text Box 85">
            <a:extLst>
              <a:ext uri="{FF2B5EF4-FFF2-40B4-BE49-F238E27FC236}">
                <a16:creationId xmlns:a16="http://schemas.microsoft.com/office/drawing/2014/main" id="{B88577C2-6591-9B69-EFCB-86FF869C3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713" y="234950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M0973 OFF</a:t>
            </a:r>
          </a:p>
        </p:txBody>
      </p:sp>
      <p:sp>
        <p:nvSpPr>
          <p:cNvPr id="6165" name="Rectangle 86">
            <a:extLst>
              <a:ext uri="{FF2B5EF4-FFF2-40B4-BE49-F238E27FC236}">
                <a16:creationId xmlns:a16="http://schemas.microsoft.com/office/drawing/2014/main" id="{7A1802BB-8A5E-04E4-1503-360583BB8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400" y="3736975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6166" name="Rectangle 87">
            <a:extLst>
              <a:ext uri="{FF2B5EF4-FFF2-40B4-BE49-F238E27FC236}">
                <a16:creationId xmlns:a16="http://schemas.microsoft.com/office/drawing/2014/main" id="{7AF88A18-6F52-569C-1209-27294B4F8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388" y="3736975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6167" name="Group 88">
            <a:extLst>
              <a:ext uri="{FF2B5EF4-FFF2-40B4-BE49-F238E27FC236}">
                <a16:creationId xmlns:a16="http://schemas.microsoft.com/office/drawing/2014/main" id="{C704CF75-B28F-2AB8-F3B7-A882910AD408}"/>
              </a:ext>
            </a:extLst>
          </p:cNvPr>
          <p:cNvGrpSpPr>
            <a:grpSpLocks/>
          </p:cNvGrpSpPr>
          <p:nvPr/>
        </p:nvGrpSpPr>
        <p:grpSpPr bwMode="auto">
          <a:xfrm>
            <a:off x="3271838" y="3970338"/>
            <a:ext cx="3443287" cy="1881187"/>
            <a:chOff x="1125" y="1346"/>
            <a:chExt cx="2169" cy="4722"/>
          </a:xfrm>
        </p:grpSpPr>
        <p:sp>
          <p:nvSpPr>
            <p:cNvPr id="6219" name="Line 89">
              <a:extLst>
                <a:ext uri="{FF2B5EF4-FFF2-40B4-BE49-F238E27FC236}">
                  <a16:creationId xmlns:a16="http://schemas.microsoft.com/office/drawing/2014/main" id="{ADABC6C7-05F2-F8D2-CB04-C5A7CF85F5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6220" name="Line 90">
              <a:extLst>
                <a:ext uri="{FF2B5EF4-FFF2-40B4-BE49-F238E27FC236}">
                  <a16:creationId xmlns:a16="http://schemas.microsoft.com/office/drawing/2014/main" id="{52ED3ADC-E99C-9581-93CA-72B53FFCF8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6168" name="Text Box 91">
            <a:extLst>
              <a:ext uri="{FF2B5EF4-FFF2-40B4-BE49-F238E27FC236}">
                <a16:creationId xmlns:a16="http://schemas.microsoft.com/office/drawing/2014/main" id="{D8534758-FBA1-2231-5648-BF2D1FBC0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39798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Reset Report</a:t>
            </a:r>
          </a:p>
        </p:txBody>
      </p:sp>
      <p:sp>
        <p:nvSpPr>
          <p:cNvPr id="6169" name="Line 92">
            <a:extLst>
              <a:ext uri="{FF2B5EF4-FFF2-40B4-BE49-F238E27FC236}">
                <a16:creationId xmlns:a16="http://schemas.microsoft.com/office/drawing/2014/main" id="{7D816C4D-7453-C96B-8C60-A97D9841EA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7075" y="424338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70" name="Text Box 93">
            <a:extLst>
              <a:ext uri="{FF2B5EF4-FFF2-40B4-BE49-F238E27FC236}">
                <a16:creationId xmlns:a16="http://schemas.microsoft.com/office/drawing/2014/main" id="{93F59727-A1C1-1919-4F1E-DD415327F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41116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M0513 ON</a:t>
            </a:r>
          </a:p>
        </p:txBody>
      </p:sp>
      <p:sp>
        <p:nvSpPr>
          <p:cNvPr id="6171" name="Freeform 94">
            <a:extLst>
              <a:ext uri="{FF2B5EF4-FFF2-40B4-BE49-F238E27FC236}">
                <a16:creationId xmlns:a16="http://schemas.microsoft.com/office/drawing/2014/main" id="{0C429A22-E336-D035-0767-4B8A0365E5CC}"/>
              </a:ext>
            </a:extLst>
          </p:cNvPr>
          <p:cNvSpPr>
            <a:spLocks/>
          </p:cNvSpPr>
          <p:nvPr/>
        </p:nvSpPr>
        <p:spPr bwMode="auto">
          <a:xfrm>
            <a:off x="3262313" y="4411663"/>
            <a:ext cx="3455987" cy="198437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72" name="AutoShape 95">
            <a:extLst>
              <a:ext uri="{FF2B5EF4-FFF2-40B4-BE49-F238E27FC236}">
                <a16:creationId xmlns:a16="http://schemas.microsoft.com/office/drawing/2014/main" id="{76C97671-AF95-ACC6-9DFD-F27E234A1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238" y="4425950"/>
            <a:ext cx="3028950" cy="1651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Reset Alarm Code</a:t>
            </a:r>
            <a:endParaRPr lang="en-US" altLang="ko-KR" sz="1000" b="0">
              <a:solidFill>
                <a:schemeClr val="tx1"/>
              </a:solidFill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6173" name="Line 96">
            <a:extLst>
              <a:ext uri="{FF2B5EF4-FFF2-40B4-BE49-F238E27FC236}">
                <a16:creationId xmlns:a16="http://schemas.microsoft.com/office/drawing/2014/main" id="{E84E4A5E-0CF9-07D8-F94E-C63CC4768D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0725" y="4943475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74" name="Line 97">
            <a:extLst>
              <a:ext uri="{FF2B5EF4-FFF2-40B4-BE49-F238E27FC236}">
                <a16:creationId xmlns:a16="http://schemas.microsoft.com/office/drawing/2014/main" id="{A190473E-1B94-AB2F-83FD-5B9118219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3" y="5608638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75" name="Line 98">
            <a:extLst>
              <a:ext uri="{FF2B5EF4-FFF2-40B4-BE49-F238E27FC236}">
                <a16:creationId xmlns:a16="http://schemas.microsoft.com/office/drawing/2014/main" id="{813DFA21-12E1-3856-19AC-681407E75D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3" y="5303838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76" name="Text Box 99">
            <a:extLst>
              <a:ext uri="{FF2B5EF4-FFF2-40B4-BE49-F238E27FC236}">
                <a16:creationId xmlns:a16="http://schemas.microsoft.com/office/drawing/2014/main" id="{5FBE9822-7964-A6E0-CC54-F2605EB61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4699000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Reset Report Ack</a:t>
            </a:r>
          </a:p>
        </p:txBody>
      </p:sp>
      <p:sp>
        <p:nvSpPr>
          <p:cNvPr id="6177" name="Text Box 100">
            <a:extLst>
              <a:ext uri="{FF2B5EF4-FFF2-40B4-BE49-F238E27FC236}">
                <a16:creationId xmlns:a16="http://schemas.microsoft.com/office/drawing/2014/main" id="{B077EB8B-C4B9-6268-51B5-937406E93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50593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reset Report</a:t>
            </a:r>
          </a:p>
        </p:txBody>
      </p:sp>
      <p:sp>
        <p:nvSpPr>
          <p:cNvPr id="6178" name="Text Box 101">
            <a:extLst>
              <a:ext uri="{FF2B5EF4-FFF2-40B4-BE49-F238E27FC236}">
                <a16:creationId xmlns:a16="http://schemas.microsoft.com/office/drawing/2014/main" id="{ADBC886D-67A3-6092-5814-B9D22A203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5391150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reset Report Ack</a:t>
            </a:r>
          </a:p>
        </p:txBody>
      </p:sp>
      <p:sp>
        <p:nvSpPr>
          <p:cNvPr id="6179" name="Text Box 102">
            <a:extLst>
              <a:ext uri="{FF2B5EF4-FFF2-40B4-BE49-F238E27FC236}">
                <a16:creationId xmlns:a16="http://schemas.microsoft.com/office/drawing/2014/main" id="{289ABBCE-6E09-87BE-E049-593B1AE2A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518160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M0513 OFF</a:t>
            </a:r>
          </a:p>
        </p:txBody>
      </p:sp>
      <p:sp>
        <p:nvSpPr>
          <p:cNvPr id="6180" name="Text Box 103">
            <a:extLst>
              <a:ext uri="{FF2B5EF4-FFF2-40B4-BE49-F238E27FC236}">
                <a16:creationId xmlns:a16="http://schemas.microsoft.com/office/drawing/2014/main" id="{9A3BBF18-1DD5-B102-532F-ECFA20CCE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5588" y="482123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M0974 ON</a:t>
            </a:r>
          </a:p>
        </p:txBody>
      </p:sp>
      <p:sp>
        <p:nvSpPr>
          <p:cNvPr id="6181" name="Text Box 104">
            <a:extLst>
              <a:ext uri="{FF2B5EF4-FFF2-40B4-BE49-F238E27FC236}">
                <a16:creationId xmlns:a16="http://schemas.microsoft.com/office/drawing/2014/main" id="{3F4E3E39-DCB0-38EF-F93B-DBCF64FCC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713" y="548640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M0974 OFF</a:t>
            </a:r>
          </a:p>
        </p:txBody>
      </p:sp>
      <p:graphicFrame>
        <p:nvGraphicFramePr>
          <p:cNvPr id="527465" name="Group 105">
            <a:extLst>
              <a:ext uri="{FF2B5EF4-FFF2-40B4-BE49-F238E27FC236}">
                <a16:creationId xmlns:a16="http://schemas.microsoft.com/office/drawing/2014/main" id="{3D32DF09-8114-1891-234B-AD308B31BBD0}"/>
              </a:ext>
            </a:extLst>
          </p:cNvPr>
          <p:cNvGraphicFramePr>
            <a:graphicFrameLocks noGrp="1"/>
          </p:cNvGraphicFramePr>
          <p:nvPr/>
        </p:nvGraphicFramePr>
        <p:xfrm>
          <a:off x="1984375" y="2989263"/>
          <a:ext cx="5943600" cy="487362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68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Name</a:t>
                      </a:r>
                    </a:p>
                  </a:txBody>
                  <a:tcPr marT="45653" marB="456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Address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Format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Description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68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Set Alarm code</a:t>
                      </a:r>
                    </a:p>
                  </a:txBody>
                  <a:tcPr marT="45653" marB="456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D0171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Integer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Alarm set ID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99" name="Rectangle 122">
            <a:extLst>
              <a:ext uri="{FF2B5EF4-FFF2-40B4-BE49-F238E27FC236}">
                <a16:creationId xmlns:a16="http://schemas.microsoft.com/office/drawing/2014/main" id="{4E61E00C-0BCA-4590-1766-CCE0A02BA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9463" y="2692400"/>
            <a:ext cx="20685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&lt; Set Alarm Code &gt;</a:t>
            </a:r>
          </a:p>
        </p:txBody>
      </p:sp>
      <p:graphicFrame>
        <p:nvGraphicFramePr>
          <p:cNvPr id="527483" name="Group 123">
            <a:extLst>
              <a:ext uri="{FF2B5EF4-FFF2-40B4-BE49-F238E27FC236}">
                <a16:creationId xmlns:a16="http://schemas.microsoft.com/office/drawing/2014/main" id="{DF81FD91-E262-537E-93DE-2C92C87EE9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107400"/>
              </p:ext>
            </p:extLst>
          </p:nvPr>
        </p:nvGraphicFramePr>
        <p:xfrm>
          <a:off x="1984375" y="6127750"/>
          <a:ext cx="5943600" cy="487363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68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Name</a:t>
                      </a:r>
                    </a:p>
                  </a:txBody>
                  <a:tcPr marT="45653" marB="456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Address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Format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Description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68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Reset Alarm code</a:t>
                      </a:r>
                    </a:p>
                  </a:txBody>
                  <a:tcPr marT="45653" marB="456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체" panose="020B0609000101010101" pitchFamily="49" charset="-127"/>
                        </a:rPr>
                        <a:t>D0172 : X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굴림" panose="020B0600000101010101" pitchFamily="50" charset="-127"/>
                      </a:endParaRP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Integer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Alarm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set ID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   ← ' : X '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의 의미는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?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굴림" panose="020B0600000101010101" pitchFamily="50" charset="-127"/>
                      </a:endParaRP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217" name="Rectangle 140">
            <a:extLst>
              <a:ext uri="{FF2B5EF4-FFF2-40B4-BE49-F238E27FC236}">
                <a16:creationId xmlns:a16="http://schemas.microsoft.com/office/drawing/2014/main" id="{165652D3-D260-26C0-1704-02A521171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9463" y="5851525"/>
            <a:ext cx="20685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&lt; Reset Alarm Code &gt;</a:t>
            </a:r>
          </a:p>
        </p:txBody>
      </p:sp>
      <p:sp>
        <p:nvSpPr>
          <p:cNvPr id="6218" name="Text Box 141">
            <a:extLst>
              <a:ext uri="{FF2B5EF4-FFF2-40B4-BE49-F238E27FC236}">
                <a16:creationId xmlns:a16="http://schemas.microsoft.com/office/drawing/2014/main" id="{65B5630C-9B4D-03DC-6154-171A649DC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88" y="525463"/>
            <a:ext cx="1128712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/>
              <a:t>S/C #2 Alarm </a:t>
            </a:r>
            <a:r>
              <a:rPr lang="ko-KR" altLang="en-US"/>
              <a:t>보고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>
            <a:extLst>
              <a:ext uri="{FF2B5EF4-FFF2-40B4-BE49-F238E27FC236}">
                <a16:creationId xmlns:a16="http://schemas.microsoft.com/office/drawing/2014/main" id="{30DE4430-7480-408B-7A6E-C320BD0A8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2692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(Alarm Report)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DB0462D-90B0-770B-765E-8B419AF4F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450850"/>
            <a:ext cx="9113837" cy="6337300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7172" name="Rectangle 67">
            <a:extLst>
              <a:ext uri="{FF2B5EF4-FFF2-40B4-BE49-F238E27FC236}">
                <a16:creationId xmlns:a16="http://schemas.microsoft.com/office/drawing/2014/main" id="{92B062B5-7B27-09DD-7684-A37AE7406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400" y="595313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7173" name="Rectangle 68">
            <a:extLst>
              <a:ext uri="{FF2B5EF4-FFF2-40B4-BE49-F238E27FC236}">
                <a16:creationId xmlns:a16="http://schemas.microsoft.com/office/drawing/2014/main" id="{9A4B9AEE-85EA-C189-3059-10CC3E52C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388" y="595313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7174" name="Group 69">
            <a:extLst>
              <a:ext uri="{FF2B5EF4-FFF2-40B4-BE49-F238E27FC236}">
                <a16:creationId xmlns:a16="http://schemas.microsoft.com/office/drawing/2014/main" id="{85C4FC73-2D9D-F5DC-9F7E-023A62556A2D}"/>
              </a:ext>
            </a:extLst>
          </p:cNvPr>
          <p:cNvGrpSpPr>
            <a:grpSpLocks/>
          </p:cNvGrpSpPr>
          <p:nvPr/>
        </p:nvGrpSpPr>
        <p:grpSpPr bwMode="auto">
          <a:xfrm>
            <a:off x="3271838" y="828675"/>
            <a:ext cx="3443287" cy="1998663"/>
            <a:chOff x="1125" y="1346"/>
            <a:chExt cx="2169" cy="4722"/>
          </a:xfrm>
        </p:grpSpPr>
        <p:sp>
          <p:nvSpPr>
            <p:cNvPr id="7245" name="Line 70">
              <a:extLst>
                <a:ext uri="{FF2B5EF4-FFF2-40B4-BE49-F238E27FC236}">
                  <a16:creationId xmlns:a16="http://schemas.microsoft.com/office/drawing/2014/main" id="{BAF8E19F-355B-A9F9-2076-0FFB91FD84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7246" name="Line 71">
              <a:extLst>
                <a:ext uri="{FF2B5EF4-FFF2-40B4-BE49-F238E27FC236}">
                  <a16:creationId xmlns:a16="http://schemas.microsoft.com/office/drawing/2014/main" id="{4B29433A-BA1C-0542-5470-1E829FEE68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7175" name="Text Box 72">
            <a:extLst>
              <a:ext uri="{FF2B5EF4-FFF2-40B4-BE49-F238E27FC236}">
                <a16:creationId xmlns:a16="http://schemas.microsoft.com/office/drawing/2014/main" id="{A7A7CE62-BA56-F02D-3AF8-3682DC4B9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81121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Set Report</a:t>
            </a:r>
          </a:p>
        </p:txBody>
      </p:sp>
      <p:sp>
        <p:nvSpPr>
          <p:cNvPr id="7176" name="Line 73">
            <a:extLst>
              <a:ext uri="{FF2B5EF4-FFF2-40B4-BE49-F238E27FC236}">
                <a16:creationId xmlns:a16="http://schemas.microsoft.com/office/drawing/2014/main" id="{6E0E9645-B286-C0AE-83CA-C2A2037A84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7075" y="107473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7" name="Text Box 74">
            <a:extLst>
              <a:ext uri="{FF2B5EF4-FFF2-40B4-BE49-F238E27FC236}">
                <a16:creationId xmlns:a16="http://schemas.microsoft.com/office/drawing/2014/main" id="{F7BCA418-F0D9-232B-D237-65577C1E7E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94297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M0532 ON</a:t>
            </a:r>
          </a:p>
        </p:txBody>
      </p:sp>
      <p:sp>
        <p:nvSpPr>
          <p:cNvPr id="7178" name="Freeform 75">
            <a:extLst>
              <a:ext uri="{FF2B5EF4-FFF2-40B4-BE49-F238E27FC236}">
                <a16:creationId xmlns:a16="http://schemas.microsoft.com/office/drawing/2014/main" id="{9020B144-587A-6611-CA60-C23B4B8A0747}"/>
              </a:ext>
            </a:extLst>
          </p:cNvPr>
          <p:cNvSpPr>
            <a:spLocks/>
          </p:cNvSpPr>
          <p:nvPr/>
        </p:nvSpPr>
        <p:spPr bwMode="auto">
          <a:xfrm>
            <a:off x="3262313" y="1243013"/>
            <a:ext cx="3455987" cy="198437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9" name="AutoShape 76">
            <a:extLst>
              <a:ext uri="{FF2B5EF4-FFF2-40B4-BE49-F238E27FC236}">
                <a16:creationId xmlns:a16="http://schemas.microsoft.com/office/drawing/2014/main" id="{AF368611-DD9B-CD1A-5935-F8BA9CED9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238" y="1257300"/>
            <a:ext cx="3028950" cy="1651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Set Alarm Code</a:t>
            </a:r>
            <a:endParaRPr lang="en-US" altLang="ko-KR" sz="1000" b="0">
              <a:solidFill>
                <a:schemeClr val="tx1"/>
              </a:solidFill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7180" name="Line 77">
            <a:extLst>
              <a:ext uri="{FF2B5EF4-FFF2-40B4-BE49-F238E27FC236}">
                <a16:creationId xmlns:a16="http://schemas.microsoft.com/office/drawing/2014/main" id="{612BC34C-CC66-8EF5-1983-7C4A66A05D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0725" y="1776413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81" name="Line 78">
            <a:extLst>
              <a:ext uri="{FF2B5EF4-FFF2-40B4-BE49-F238E27FC236}">
                <a16:creationId xmlns:a16="http://schemas.microsoft.com/office/drawing/2014/main" id="{A0181F08-27B4-E532-8C04-A31D08903A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3" y="2471738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82" name="Line 79">
            <a:extLst>
              <a:ext uri="{FF2B5EF4-FFF2-40B4-BE49-F238E27FC236}">
                <a16:creationId xmlns:a16="http://schemas.microsoft.com/office/drawing/2014/main" id="{DCE53799-CFCC-E83C-A24E-3AE305AD70F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3" y="2135188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83" name="Text Box 80">
            <a:extLst>
              <a:ext uri="{FF2B5EF4-FFF2-40B4-BE49-F238E27FC236}">
                <a16:creationId xmlns:a16="http://schemas.microsoft.com/office/drawing/2014/main" id="{5378B036-D3D1-8ACB-4623-BC99FDEB7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15319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Set Report Ack</a:t>
            </a:r>
          </a:p>
        </p:txBody>
      </p:sp>
      <p:sp>
        <p:nvSpPr>
          <p:cNvPr id="7184" name="Text Box 81">
            <a:extLst>
              <a:ext uri="{FF2B5EF4-FFF2-40B4-BE49-F238E27FC236}">
                <a16:creationId xmlns:a16="http://schemas.microsoft.com/office/drawing/2014/main" id="{364B6B44-4D20-2E56-3BA2-8166EF0F3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189071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Set Report</a:t>
            </a:r>
          </a:p>
        </p:txBody>
      </p:sp>
      <p:sp>
        <p:nvSpPr>
          <p:cNvPr id="7185" name="Text Box 82">
            <a:extLst>
              <a:ext uri="{FF2B5EF4-FFF2-40B4-BE49-F238E27FC236}">
                <a16:creationId xmlns:a16="http://schemas.microsoft.com/office/drawing/2014/main" id="{3C1AD82A-C1B3-3005-E3FB-6CBFFB450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2251075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Set Report Ack</a:t>
            </a:r>
          </a:p>
        </p:txBody>
      </p:sp>
      <p:sp>
        <p:nvSpPr>
          <p:cNvPr id="7186" name="Text Box 83">
            <a:extLst>
              <a:ext uri="{FF2B5EF4-FFF2-40B4-BE49-F238E27FC236}">
                <a16:creationId xmlns:a16="http://schemas.microsoft.com/office/drawing/2014/main" id="{018E96F3-923C-AE12-F0BE-3F307934D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201295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M0532 OFF</a:t>
            </a:r>
          </a:p>
        </p:txBody>
      </p:sp>
      <p:sp>
        <p:nvSpPr>
          <p:cNvPr id="7187" name="Text Box 84">
            <a:extLst>
              <a:ext uri="{FF2B5EF4-FFF2-40B4-BE49-F238E27FC236}">
                <a16:creationId xmlns:a16="http://schemas.microsoft.com/office/drawing/2014/main" id="{AD2892BD-8686-ECD2-85B6-268099AA0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5588" y="165417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M0983 ON</a:t>
            </a:r>
          </a:p>
        </p:txBody>
      </p:sp>
      <p:sp>
        <p:nvSpPr>
          <p:cNvPr id="7188" name="Text Box 85">
            <a:extLst>
              <a:ext uri="{FF2B5EF4-FFF2-40B4-BE49-F238E27FC236}">
                <a16:creationId xmlns:a16="http://schemas.microsoft.com/office/drawing/2014/main" id="{1FB3E385-A350-F3D7-D732-EBEB9269D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713" y="234950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M0983 OFF</a:t>
            </a:r>
          </a:p>
        </p:txBody>
      </p:sp>
      <p:sp>
        <p:nvSpPr>
          <p:cNvPr id="7189" name="Rectangle 86">
            <a:extLst>
              <a:ext uri="{FF2B5EF4-FFF2-40B4-BE49-F238E27FC236}">
                <a16:creationId xmlns:a16="http://schemas.microsoft.com/office/drawing/2014/main" id="{3F448A03-F90E-4C34-8B92-E16478586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400" y="3736975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7190" name="Rectangle 87">
            <a:extLst>
              <a:ext uri="{FF2B5EF4-FFF2-40B4-BE49-F238E27FC236}">
                <a16:creationId xmlns:a16="http://schemas.microsoft.com/office/drawing/2014/main" id="{16BE9ECE-441B-1855-9707-20BC6ADE2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388" y="3736975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7191" name="Group 88">
            <a:extLst>
              <a:ext uri="{FF2B5EF4-FFF2-40B4-BE49-F238E27FC236}">
                <a16:creationId xmlns:a16="http://schemas.microsoft.com/office/drawing/2014/main" id="{CD575EDA-6565-5890-60B8-2D09CC9D1AF4}"/>
              </a:ext>
            </a:extLst>
          </p:cNvPr>
          <p:cNvGrpSpPr>
            <a:grpSpLocks/>
          </p:cNvGrpSpPr>
          <p:nvPr/>
        </p:nvGrpSpPr>
        <p:grpSpPr bwMode="auto">
          <a:xfrm>
            <a:off x="3271838" y="3970338"/>
            <a:ext cx="3443287" cy="1881187"/>
            <a:chOff x="1125" y="1346"/>
            <a:chExt cx="2169" cy="4722"/>
          </a:xfrm>
        </p:grpSpPr>
        <p:sp>
          <p:nvSpPr>
            <p:cNvPr id="7243" name="Line 89">
              <a:extLst>
                <a:ext uri="{FF2B5EF4-FFF2-40B4-BE49-F238E27FC236}">
                  <a16:creationId xmlns:a16="http://schemas.microsoft.com/office/drawing/2014/main" id="{FFA68A7C-914F-E874-7444-C7C951F4E1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7244" name="Line 90">
              <a:extLst>
                <a:ext uri="{FF2B5EF4-FFF2-40B4-BE49-F238E27FC236}">
                  <a16:creationId xmlns:a16="http://schemas.microsoft.com/office/drawing/2014/main" id="{EB151B7B-D4BF-2FA9-BE91-F100C9F3A1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7192" name="Text Box 91">
            <a:extLst>
              <a:ext uri="{FF2B5EF4-FFF2-40B4-BE49-F238E27FC236}">
                <a16:creationId xmlns:a16="http://schemas.microsoft.com/office/drawing/2014/main" id="{74CE95B5-169A-F74A-3B31-BA5B16B81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39798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Reset Report</a:t>
            </a:r>
          </a:p>
        </p:txBody>
      </p:sp>
      <p:sp>
        <p:nvSpPr>
          <p:cNvPr id="7193" name="Line 92">
            <a:extLst>
              <a:ext uri="{FF2B5EF4-FFF2-40B4-BE49-F238E27FC236}">
                <a16:creationId xmlns:a16="http://schemas.microsoft.com/office/drawing/2014/main" id="{B4500734-2687-3DFA-2D8A-168A445F4A3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7075" y="424338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94" name="Text Box 93">
            <a:extLst>
              <a:ext uri="{FF2B5EF4-FFF2-40B4-BE49-F238E27FC236}">
                <a16:creationId xmlns:a16="http://schemas.microsoft.com/office/drawing/2014/main" id="{582CC5A7-C45A-CA73-6FFA-8C028662C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41116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M0533 ON</a:t>
            </a:r>
          </a:p>
        </p:txBody>
      </p:sp>
      <p:sp>
        <p:nvSpPr>
          <p:cNvPr id="7195" name="Freeform 94">
            <a:extLst>
              <a:ext uri="{FF2B5EF4-FFF2-40B4-BE49-F238E27FC236}">
                <a16:creationId xmlns:a16="http://schemas.microsoft.com/office/drawing/2014/main" id="{DA75856A-6F8B-930A-1356-42A3C790FD33}"/>
              </a:ext>
            </a:extLst>
          </p:cNvPr>
          <p:cNvSpPr>
            <a:spLocks/>
          </p:cNvSpPr>
          <p:nvPr/>
        </p:nvSpPr>
        <p:spPr bwMode="auto">
          <a:xfrm>
            <a:off x="3262313" y="4411663"/>
            <a:ext cx="3455987" cy="198437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96" name="AutoShape 95">
            <a:extLst>
              <a:ext uri="{FF2B5EF4-FFF2-40B4-BE49-F238E27FC236}">
                <a16:creationId xmlns:a16="http://schemas.microsoft.com/office/drawing/2014/main" id="{4FE66804-7E4A-1BAD-B5D6-BE04A1547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238" y="4425950"/>
            <a:ext cx="3028950" cy="1651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Reset Alarm Code</a:t>
            </a:r>
            <a:endParaRPr lang="en-US" altLang="ko-KR" sz="1000" b="0">
              <a:solidFill>
                <a:schemeClr val="tx1"/>
              </a:solidFill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7197" name="Line 96">
            <a:extLst>
              <a:ext uri="{FF2B5EF4-FFF2-40B4-BE49-F238E27FC236}">
                <a16:creationId xmlns:a16="http://schemas.microsoft.com/office/drawing/2014/main" id="{3D1B0893-A0F7-DCC3-CAD9-AF061843C6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0725" y="4943475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98" name="Line 97">
            <a:extLst>
              <a:ext uri="{FF2B5EF4-FFF2-40B4-BE49-F238E27FC236}">
                <a16:creationId xmlns:a16="http://schemas.microsoft.com/office/drawing/2014/main" id="{8121F563-E5AA-BD78-A515-8EA3B96783F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3" y="5608638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99" name="Line 98">
            <a:extLst>
              <a:ext uri="{FF2B5EF4-FFF2-40B4-BE49-F238E27FC236}">
                <a16:creationId xmlns:a16="http://schemas.microsoft.com/office/drawing/2014/main" id="{1476840D-FA49-73AA-B05A-094A50EB32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3" y="5303838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00" name="Text Box 99">
            <a:extLst>
              <a:ext uri="{FF2B5EF4-FFF2-40B4-BE49-F238E27FC236}">
                <a16:creationId xmlns:a16="http://schemas.microsoft.com/office/drawing/2014/main" id="{6CCF0C7A-F848-0706-D012-240F6C97F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4699000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Reset Report Ack</a:t>
            </a:r>
          </a:p>
        </p:txBody>
      </p:sp>
      <p:sp>
        <p:nvSpPr>
          <p:cNvPr id="7201" name="Text Box 100">
            <a:extLst>
              <a:ext uri="{FF2B5EF4-FFF2-40B4-BE49-F238E27FC236}">
                <a16:creationId xmlns:a16="http://schemas.microsoft.com/office/drawing/2014/main" id="{D050BED5-D427-0EEE-9920-977DE51ED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50593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reset Report</a:t>
            </a:r>
          </a:p>
        </p:txBody>
      </p:sp>
      <p:sp>
        <p:nvSpPr>
          <p:cNvPr id="7202" name="Text Box 101">
            <a:extLst>
              <a:ext uri="{FF2B5EF4-FFF2-40B4-BE49-F238E27FC236}">
                <a16:creationId xmlns:a16="http://schemas.microsoft.com/office/drawing/2014/main" id="{2BD13C5B-7B36-4F37-AE12-43DD03978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5391150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reset Report Ack</a:t>
            </a:r>
          </a:p>
        </p:txBody>
      </p:sp>
      <p:sp>
        <p:nvSpPr>
          <p:cNvPr id="7203" name="Text Box 102">
            <a:extLst>
              <a:ext uri="{FF2B5EF4-FFF2-40B4-BE49-F238E27FC236}">
                <a16:creationId xmlns:a16="http://schemas.microsoft.com/office/drawing/2014/main" id="{783EE6E7-004D-C2D5-6DBA-9E10476A4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518160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M0533 OFF</a:t>
            </a:r>
          </a:p>
        </p:txBody>
      </p:sp>
      <p:sp>
        <p:nvSpPr>
          <p:cNvPr id="7204" name="Text Box 103">
            <a:extLst>
              <a:ext uri="{FF2B5EF4-FFF2-40B4-BE49-F238E27FC236}">
                <a16:creationId xmlns:a16="http://schemas.microsoft.com/office/drawing/2014/main" id="{5163246F-4A5D-332B-993B-D17BD2FFC5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5588" y="482123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M0984 ON</a:t>
            </a:r>
          </a:p>
        </p:txBody>
      </p:sp>
      <p:sp>
        <p:nvSpPr>
          <p:cNvPr id="7205" name="Text Box 104">
            <a:extLst>
              <a:ext uri="{FF2B5EF4-FFF2-40B4-BE49-F238E27FC236}">
                <a16:creationId xmlns:a16="http://schemas.microsoft.com/office/drawing/2014/main" id="{23AC1E1C-42C9-468F-B49B-FAB23C09E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713" y="548640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M0984 OFF</a:t>
            </a:r>
          </a:p>
        </p:txBody>
      </p:sp>
      <p:graphicFrame>
        <p:nvGraphicFramePr>
          <p:cNvPr id="527465" name="Group 105">
            <a:extLst>
              <a:ext uri="{FF2B5EF4-FFF2-40B4-BE49-F238E27FC236}">
                <a16:creationId xmlns:a16="http://schemas.microsoft.com/office/drawing/2014/main" id="{7886960C-A75D-9458-EE73-31C9EA1FB72D}"/>
              </a:ext>
            </a:extLst>
          </p:cNvPr>
          <p:cNvGraphicFramePr>
            <a:graphicFrameLocks noGrp="1"/>
          </p:cNvGraphicFramePr>
          <p:nvPr/>
        </p:nvGraphicFramePr>
        <p:xfrm>
          <a:off x="1984375" y="2989263"/>
          <a:ext cx="5943600" cy="487362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68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Name</a:t>
                      </a:r>
                    </a:p>
                  </a:txBody>
                  <a:tcPr marT="45653" marB="456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Address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Format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Description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68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Set Alarm code</a:t>
                      </a:r>
                    </a:p>
                  </a:txBody>
                  <a:tcPr marT="45653" marB="456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D0181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Integer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Alarm set ID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223" name="Rectangle 122">
            <a:extLst>
              <a:ext uri="{FF2B5EF4-FFF2-40B4-BE49-F238E27FC236}">
                <a16:creationId xmlns:a16="http://schemas.microsoft.com/office/drawing/2014/main" id="{35C177BA-8713-BDB7-06BD-B8568C4BD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9463" y="2692400"/>
            <a:ext cx="20685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&lt; Set Alarm Code &gt;</a:t>
            </a:r>
          </a:p>
        </p:txBody>
      </p:sp>
      <p:graphicFrame>
        <p:nvGraphicFramePr>
          <p:cNvPr id="527483" name="Group 123">
            <a:extLst>
              <a:ext uri="{FF2B5EF4-FFF2-40B4-BE49-F238E27FC236}">
                <a16:creationId xmlns:a16="http://schemas.microsoft.com/office/drawing/2014/main" id="{1BCF9E92-6A84-E793-498E-568D734F6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28116"/>
              </p:ext>
            </p:extLst>
          </p:nvPr>
        </p:nvGraphicFramePr>
        <p:xfrm>
          <a:off x="1984375" y="6127750"/>
          <a:ext cx="5943600" cy="487363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68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Name</a:t>
                      </a:r>
                    </a:p>
                  </a:txBody>
                  <a:tcPr marT="45653" marB="456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Address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Format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Description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68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Reset Alarm code</a:t>
                      </a:r>
                    </a:p>
                  </a:txBody>
                  <a:tcPr marT="45653" marB="456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체" panose="020B0609000101010101" pitchFamily="49" charset="-127"/>
                        </a:rPr>
                        <a:t>D0182 : X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굴림" panose="020B0600000101010101" pitchFamily="50" charset="-127"/>
                      </a:endParaRP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Integer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Alarm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set ID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   ← ' : X '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의 의미는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?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굴림" panose="020B0600000101010101" pitchFamily="50" charset="-127"/>
                      </a:endParaRP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241" name="Rectangle 140">
            <a:extLst>
              <a:ext uri="{FF2B5EF4-FFF2-40B4-BE49-F238E27FC236}">
                <a16:creationId xmlns:a16="http://schemas.microsoft.com/office/drawing/2014/main" id="{614D1C69-8DB8-A3EE-BDB7-F091635F4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9463" y="5851525"/>
            <a:ext cx="20685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&lt; Reset Alarm Code &gt;</a:t>
            </a:r>
          </a:p>
        </p:txBody>
      </p:sp>
      <p:sp>
        <p:nvSpPr>
          <p:cNvPr id="7242" name="Text Box 141">
            <a:extLst>
              <a:ext uri="{FF2B5EF4-FFF2-40B4-BE49-F238E27FC236}">
                <a16:creationId xmlns:a16="http://schemas.microsoft.com/office/drawing/2014/main" id="{4F0C9E8B-93C1-76C2-F47D-B710D88ED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88" y="525463"/>
            <a:ext cx="1128712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/>
              <a:t>S/C #3 Alarm </a:t>
            </a:r>
            <a:r>
              <a:rPr lang="ko-KR" altLang="en-US"/>
              <a:t>보고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>
            <a:extLst>
              <a:ext uri="{FF2B5EF4-FFF2-40B4-BE49-F238E27FC236}">
                <a16:creationId xmlns:a16="http://schemas.microsoft.com/office/drawing/2014/main" id="{6A3A6A98-4E0D-8A8F-C107-8DCA031A1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2692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(Alarm Report)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911F7E5-90A9-155E-D93E-CA55E40A6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450850"/>
            <a:ext cx="9113837" cy="6337300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8196" name="Rectangle 67">
            <a:extLst>
              <a:ext uri="{FF2B5EF4-FFF2-40B4-BE49-F238E27FC236}">
                <a16:creationId xmlns:a16="http://schemas.microsoft.com/office/drawing/2014/main" id="{B3019249-E39A-5548-71A4-BD9893520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400" y="595313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8197" name="Rectangle 68">
            <a:extLst>
              <a:ext uri="{FF2B5EF4-FFF2-40B4-BE49-F238E27FC236}">
                <a16:creationId xmlns:a16="http://schemas.microsoft.com/office/drawing/2014/main" id="{F55A92A8-B528-367D-66B8-A2EAFE0B3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388" y="595313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8198" name="Group 69">
            <a:extLst>
              <a:ext uri="{FF2B5EF4-FFF2-40B4-BE49-F238E27FC236}">
                <a16:creationId xmlns:a16="http://schemas.microsoft.com/office/drawing/2014/main" id="{A58D7B64-E6EC-CA4B-83AD-2D220E011DD8}"/>
              </a:ext>
            </a:extLst>
          </p:cNvPr>
          <p:cNvGrpSpPr>
            <a:grpSpLocks/>
          </p:cNvGrpSpPr>
          <p:nvPr/>
        </p:nvGrpSpPr>
        <p:grpSpPr bwMode="auto">
          <a:xfrm>
            <a:off x="3271838" y="828675"/>
            <a:ext cx="3443287" cy="1998663"/>
            <a:chOff x="1125" y="1346"/>
            <a:chExt cx="2169" cy="4722"/>
          </a:xfrm>
        </p:grpSpPr>
        <p:sp>
          <p:nvSpPr>
            <p:cNvPr id="8269" name="Line 70">
              <a:extLst>
                <a:ext uri="{FF2B5EF4-FFF2-40B4-BE49-F238E27FC236}">
                  <a16:creationId xmlns:a16="http://schemas.microsoft.com/office/drawing/2014/main" id="{B27BAF22-9D8C-B8AF-A573-5137EE98C2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8270" name="Line 71">
              <a:extLst>
                <a:ext uri="{FF2B5EF4-FFF2-40B4-BE49-F238E27FC236}">
                  <a16:creationId xmlns:a16="http://schemas.microsoft.com/office/drawing/2014/main" id="{CBE543C2-BFCE-E29E-1B05-0937D1D6F4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8199" name="Text Box 72">
            <a:extLst>
              <a:ext uri="{FF2B5EF4-FFF2-40B4-BE49-F238E27FC236}">
                <a16:creationId xmlns:a16="http://schemas.microsoft.com/office/drawing/2014/main" id="{938635EE-EF23-F0F4-7F66-9F8CA5A9C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81121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Set Report</a:t>
            </a:r>
          </a:p>
        </p:txBody>
      </p:sp>
      <p:sp>
        <p:nvSpPr>
          <p:cNvPr id="8200" name="Line 73">
            <a:extLst>
              <a:ext uri="{FF2B5EF4-FFF2-40B4-BE49-F238E27FC236}">
                <a16:creationId xmlns:a16="http://schemas.microsoft.com/office/drawing/2014/main" id="{0ABD8D18-F957-E6DD-B00F-A2F95CA8B4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7075" y="107473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201" name="Text Box 74">
            <a:extLst>
              <a:ext uri="{FF2B5EF4-FFF2-40B4-BE49-F238E27FC236}">
                <a16:creationId xmlns:a16="http://schemas.microsoft.com/office/drawing/2014/main" id="{BDF33FFA-D221-972B-8B96-9526197A8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94297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M0552 ON</a:t>
            </a:r>
          </a:p>
        </p:txBody>
      </p:sp>
      <p:sp>
        <p:nvSpPr>
          <p:cNvPr id="8202" name="Freeform 75">
            <a:extLst>
              <a:ext uri="{FF2B5EF4-FFF2-40B4-BE49-F238E27FC236}">
                <a16:creationId xmlns:a16="http://schemas.microsoft.com/office/drawing/2014/main" id="{A7C0D206-BA54-1FA5-28F2-631904BF7CA6}"/>
              </a:ext>
            </a:extLst>
          </p:cNvPr>
          <p:cNvSpPr>
            <a:spLocks/>
          </p:cNvSpPr>
          <p:nvPr/>
        </p:nvSpPr>
        <p:spPr bwMode="auto">
          <a:xfrm>
            <a:off x="3262313" y="1243013"/>
            <a:ext cx="3455987" cy="198437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203" name="AutoShape 76">
            <a:extLst>
              <a:ext uri="{FF2B5EF4-FFF2-40B4-BE49-F238E27FC236}">
                <a16:creationId xmlns:a16="http://schemas.microsoft.com/office/drawing/2014/main" id="{736F1CF7-9EED-2F6B-E052-062F40B64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238" y="1257300"/>
            <a:ext cx="3028950" cy="1651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Set Alarm Code</a:t>
            </a:r>
            <a:endParaRPr lang="en-US" altLang="ko-KR" sz="1000" b="0">
              <a:solidFill>
                <a:schemeClr val="tx1"/>
              </a:solidFill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8204" name="Line 77">
            <a:extLst>
              <a:ext uri="{FF2B5EF4-FFF2-40B4-BE49-F238E27FC236}">
                <a16:creationId xmlns:a16="http://schemas.microsoft.com/office/drawing/2014/main" id="{93A2F9C9-6AD1-C7FB-45EC-71D5D7FBD1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0725" y="1776413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205" name="Line 78">
            <a:extLst>
              <a:ext uri="{FF2B5EF4-FFF2-40B4-BE49-F238E27FC236}">
                <a16:creationId xmlns:a16="http://schemas.microsoft.com/office/drawing/2014/main" id="{BDCFAD46-5CCC-B15B-F5C3-FD868FA23F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3" y="2471738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206" name="Line 79">
            <a:extLst>
              <a:ext uri="{FF2B5EF4-FFF2-40B4-BE49-F238E27FC236}">
                <a16:creationId xmlns:a16="http://schemas.microsoft.com/office/drawing/2014/main" id="{94B124FB-D239-4F60-B251-3C7FB59CDC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3" y="2135188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207" name="Text Box 80">
            <a:extLst>
              <a:ext uri="{FF2B5EF4-FFF2-40B4-BE49-F238E27FC236}">
                <a16:creationId xmlns:a16="http://schemas.microsoft.com/office/drawing/2014/main" id="{7A8ABF1B-7D52-CB86-82AD-2E39807AA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15319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Set Report Ack</a:t>
            </a:r>
          </a:p>
        </p:txBody>
      </p:sp>
      <p:sp>
        <p:nvSpPr>
          <p:cNvPr id="8208" name="Text Box 81">
            <a:extLst>
              <a:ext uri="{FF2B5EF4-FFF2-40B4-BE49-F238E27FC236}">
                <a16:creationId xmlns:a16="http://schemas.microsoft.com/office/drawing/2014/main" id="{6827FB96-B16A-0385-AEAC-95617D4C4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189071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Set Report</a:t>
            </a:r>
          </a:p>
        </p:txBody>
      </p:sp>
      <p:sp>
        <p:nvSpPr>
          <p:cNvPr id="8209" name="Text Box 82">
            <a:extLst>
              <a:ext uri="{FF2B5EF4-FFF2-40B4-BE49-F238E27FC236}">
                <a16:creationId xmlns:a16="http://schemas.microsoft.com/office/drawing/2014/main" id="{AFE34E97-ED80-37E4-4EC7-0EC845B9E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2251075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Set Report Ack</a:t>
            </a:r>
          </a:p>
        </p:txBody>
      </p:sp>
      <p:sp>
        <p:nvSpPr>
          <p:cNvPr id="8210" name="Text Box 83">
            <a:extLst>
              <a:ext uri="{FF2B5EF4-FFF2-40B4-BE49-F238E27FC236}">
                <a16:creationId xmlns:a16="http://schemas.microsoft.com/office/drawing/2014/main" id="{F62F78E5-AB6F-FE8E-B4E6-686B3CA9B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201295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M0552 OFF</a:t>
            </a:r>
          </a:p>
        </p:txBody>
      </p:sp>
      <p:sp>
        <p:nvSpPr>
          <p:cNvPr id="8211" name="Text Box 84">
            <a:extLst>
              <a:ext uri="{FF2B5EF4-FFF2-40B4-BE49-F238E27FC236}">
                <a16:creationId xmlns:a16="http://schemas.microsoft.com/office/drawing/2014/main" id="{9B601361-4EB8-46A7-23E8-10FFA1768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5588" y="165417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M0993 ON</a:t>
            </a:r>
          </a:p>
        </p:txBody>
      </p:sp>
      <p:sp>
        <p:nvSpPr>
          <p:cNvPr id="8212" name="Text Box 85">
            <a:extLst>
              <a:ext uri="{FF2B5EF4-FFF2-40B4-BE49-F238E27FC236}">
                <a16:creationId xmlns:a16="http://schemas.microsoft.com/office/drawing/2014/main" id="{005B6CE1-CEC7-8507-61ED-FC330E1AD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713" y="234950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M0993 OFF</a:t>
            </a:r>
          </a:p>
        </p:txBody>
      </p:sp>
      <p:sp>
        <p:nvSpPr>
          <p:cNvPr id="8213" name="Rectangle 86">
            <a:extLst>
              <a:ext uri="{FF2B5EF4-FFF2-40B4-BE49-F238E27FC236}">
                <a16:creationId xmlns:a16="http://schemas.microsoft.com/office/drawing/2014/main" id="{6427360A-1E91-661F-1C87-0CD664EAF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400" y="3736975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8214" name="Rectangle 87">
            <a:extLst>
              <a:ext uri="{FF2B5EF4-FFF2-40B4-BE49-F238E27FC236}">
                <a16:creationId xmlns:a16="http://schemas.microsoft.com/office/drawing/2014/main" id="{7056AEB0-830D-E4B4-DF4C-E3B1F438F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388" y="3736975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8215" name="Group 88">
            <a:extLst>
              <a:ext uri="{FF2B5EF4-FFF2-40B4-BE49-F238E27FC236}">
                <a16:creationId xmlns:a16="http://schemas.microsoft.com/office/drawing/2014/main" id="{89E8EA61-99C7-CE09-852F-75F985D96366}"/>
              </a:ext>
            </a:extLst>
          </p:cNvPr>
          <p:cNvGrpSpPr>
            <a:grpSpLocks/>
          </p:cNvGrpSpPr>
          <p:nvPr/>
        </p:nvGrpSpPr>
        <p:grpSpPr bwMode="auto">
          <a:xfrm>
            <a:off x="3271838" y="3970338"/>
            <a:ext cx="3443287" cy="1881187"/>
            <a:chOff x="1125" y="1346"/>
            <a:chExt cx="2169" cy="4722"/>
          </a:xfrm>
        </p:grpSpPr>
        <p:sp>
          <p:nvSpPr>
            <p:cNvPr id="8267" name="Line 89">
              <a:extLst>
                <a:ext uri="{FF2B5EF4-FFF2-40B4-BE49-F238E27FC236}">
                  <a16:creationId xmlns:a16="http://schemas.microsoft.com/office/drawing/2014/main" id="{1BD4DBF7-646A-B080-6C11-06D38680F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8268" name="Line 90">
              <a:extLst>
                <a:ext uri="{FF2B5EF4-FFF2-40B4-BE49-F238E27FC236}">
                  <a16:creationId xmlns:a16="http://schemas.microsoft.com/office/drawing/2014/main" id="{D343F466-AA3C-9895-33F7-E269AD721B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8216" name="Text Box 91">
            <a:extLst>
              <a:ext uri="{FF2B5EF4-FFF2-40B4-BE49-F238E27FC236}">
                <a16:creationId xmlns:a16="http://schemas.microsoft.com/office/drawing/2014/main" id="{9D902DCF-5071-0E58-E4A7-5C10EA1C6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39798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Reset Report</a:t>
            </a:r>
          </a:p>
        </p:txBody>
      </p:sp>
      <p:sp>
        <p:nvSpPr>
          <p:cNvPr id="8217" name="Line 92">
            <a:extLst>
              <a:ext uri="{FF2B5EF4-FFF2-40B4-BE49-F238E27FC236}">
                <a16:creationId xmlns:a16="http://schemas.microsoft.com/office/drawing/2014/main" id="{A55B4492-CCBD-EE39-A2B1-0942B27EE9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7075" y="424338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218" name="Text Box 93">
            <a:extLst>
              <a:ext uri="{FF2B5EF4-FFF2-40B4-BE49-F238E27FC236}">
                <a16:creationId xmlns:a16="http://schemas.microsoft.com/office/drawing/2014/main" id="{4FF104A2-CE15-FAE0-0FDB-9E57A69F2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41116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M0553 ON</a:t>
            </a:r>
          </a:p>
        </p:txBody>
      </p:sp>
      <p:sp>
        <p:nvSpPr>
          <p:cNvPr id="8219" name="Freeform 94">
            <a:extLst>
              <a:ext uri="{FF2B5EF4-FFF2-40B4-BE49-F238E27FC236}">
                <a16:creationId xmlns:a16="http://schemas.microsoft.com/office/drawing/2014/main" id="{9F1CA1F0-BE28-EC4F-3777-BF64B97AD879}"/>
              </a:ext>
            </a:extLst>
          </p:cNvPr>
          <p:cNvSpPr>
            <a:spLocks/>
          </p:cNvSpPr>
          <p:nvPr/>
        </p:nvSpPr>
        <p:spPr bwMode="auto">
          <a:xfrm>
            <a:off x="3262313" y="4411663"/>
            <a:ext cx="3455987" cy="198437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220" name="AutoShape 95">
            <a:extLst>
              <a:ext uri="{FF2B5EF4-FFF2-40B4-BE49-F238E27FC236}">
                <a16:creationId xmlns:a16="http://schemas.microsoft.com/office/drawing/2014/main" id="{AA936DE2-8AD0-1971-37F5-3DD61B187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238" y="4425950"/>
            <a:ext cx="3028950" cy="1651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Reset Alarm Code</a:t>
            </a:r>
            <a:endParaRPr lang="en-US" altLang="ko-KR" sz="1000" b="0">
              <a:solidFill>
                <a:schemeClr val="tx1"/>
              </a:solidFill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8221" name="Line 96">
            <a:extLst>
              <a:ext uri="{FF2B5EF4-FFF2-40B4-BE49-F238E27FC236}">
                <a16:creationId xmlns:a16="http://schemas.microsoft.com/office/drawing/2014/main" id="{63B1B715-AB9D-3F66-1BCE-555D134B8BA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0725" y="4943475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222" name="Line 97">
            <a:extLst>
              <a:ext uri="{FF2B5EF4-FFF2-40B4-BE49-F238E27FC236}">
                <a16:creationId xmlns:a16="http://schemas.microsoft.com/office/drawing/2014/main" id="{56AF101E-95A4-D82B-2616-B7E211E4330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3" y="5608638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223" name="Line 98">
            <a:extLst>
              <a:ext uri="{FF2B5EF4-FFF2-40B4-BE49-F238E27FC236}">
                <a16:creationId xmlns:a16="http://schemas.microsoft.com/office/drawing/2014/main" id="{C0ADCB84-ABF4-18CD-B591-AC4C38ABDB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3" y="5303838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224" name="Text Box 99">
            <a:extLst>
              <a:ext uri="{FF2B5EF4-FFF2-40B4-BE49-F238E27FC236}">
                <a16:creationId xmlns:a16="http://schemas.microsoft.com/office/drawing/2014/main" id="{F29709FE-AC3F-16C8-AF26-D39A15B41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4699000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Reset Report Ack</a:t>
            </a:r>
          </a:p>
        </p:txBody>
      </p:sp>
      <p:sp>
        <p:nvSpPr>
          <p:cNvPr id="8225" name="Text Box 100">
            <a:extLst>
              <a:ext uri="{FF2B5EF4-FFF2-40B4-BE49-F238E27FC236}">
                <a16:creationId xmlns:a16="http://schemas.microsoft.com/office/drawing/2014/main" id="{234F176B-A8F5-2CCA-72DA-30A9EDDA0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50593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reset Report</a:t>
            </a:r>
          </a:p>
        </p:txBody>
      </p:sp>
      <p:sp>
        <p:nvSpPr>
          <p:cNvPr id="8226" name="Text Box 101">
            <a:extLst>
              <a:ext uri="{FF2B5EF4-FFF2-40B4-BE49-F238E27FC236}">
                <a16:creationId xmlns:a16="http://schemas.microsoft.com/office/drawing/2014/main" id="{5593C160-FE9D-9692-3823-4D8BA1D76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5391150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reset Report Ack</a:t>
            </a:r>
          </a:p>
        </p:txBody>
      </p:sp>
      <p:sp>
        <p:nvSpPr>
          <p:cNvPr id="8227" name="Text Box 102">
            <a:extLst>
              <a:ext uri="{FF2B5EF4-FFF2-40B4-BE49-F238E27FC236}">
                <a16:creationId xmlns:a16="http://schemas.microsoft.com/office/drawing/2014/main" id="{4EA5EA88-CCBF-5749-A253-964EC8E9F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518160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M0553 OFF</a:t>
            </a:r>
          </a:p>
        </p:txBody>
      </p:sp>
      <p:sp>
        <p:nvSpPr>
          <p:cNvPr id="8228" name="Text Box 103">
            <a:extLst>
              <a:ext uri="{FF2B5EF4-FFF2-40B4-BE49-F238E27FC236}">
                <a16:creationId xmlns:a16="http://schemas.microsoft.com/office/drawing/2014/main" id="{496D9D3A-16F4-045F-C2EB-86EB7CD91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5588" y="482123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M0994 ON</a:t>
            </a:r>
          </a:p>
        </p:txBody>
      </p:sp>
      <p:sp>
        <p:nvSpPr>
          <p:cNvPr id="8229" name="Text Box 104">
            <a:extLst>
              <a:ext uri="{FF2B5EF4-FFF2-40B4-BE49-F238E27FC236}">
                <a16:creationId xmlns:a16="http://schemas.microsoft.com/office/drawing/2014/main" id="{8452A489-1225-DC49-6CD1-0B849A209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713" y="548640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M0994 OFF</a:t>
            </a:r>
          </a:p>
        </p:txBody>
      </p:sp>
      <p:graphicFrame>
        <p:nvGraphicFramePr>
          <p:cNvPr id="527465" name="Group 105">
            <a:extLst>
              <a:ext uri="{FF2B5EF4-FFF2-40B4-BE49-F238E27FC236}">
                <a16:creationId xmlns:a16="http://schemas.microsoft.com/office/drawing/2014/main" id="{F19DACD8-8A2E-E7D0-C1CD-42C7CF70836C}"/>
              </a:ext>
            </a:extLst>
          </p:cNvPr>
          <p:cNvGraphicFramePr>
            <a:graphicFrameLocks noGrp="1"/>
          </p:cNvGraphicFramePr>
          <p:nvPr/>
        </p:nvGraphicFramePr>
        <p:xfrm>
          <a:off x="1984375" y="2989263"/>
          <a:ext cx="5943600" cy="487362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68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Name</a:t>
                      </a:r>
                    </a:p>
                  </a:txBody>
                  <a:tcPr marT="45653" marB="456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Address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Format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Description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68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Set Alarm code</a:t>
                      </a:r>
                    </a:p>
                  </a:txBody>
                  <a:tcPr marT="45653" marB="456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D0191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Integer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Alarm set ID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247" name="Rectangle 122">
            <a:extLst>
              <a:ext uri="{FF2B5EF4-FFF2-40B4-BE49-F238E27FC236}">
                <a16:creationId xmlns:a16="http://schemas.microsoft.com/office/drawing/2014/main" id="{DAFA6891-BF5D-8E13-3FA7-8E0AD1632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9463" y="2692400"/>
            <a:ext cx="20685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&lt; Set Alarm Code &gt;</a:t>
            </a:r>
          </a:p>
        </p:txBody>
      </p:sp>
      <p:graphicFrame>
        <p:nvGraphicFramePr>
          <p:cNvPr id="527483" name="Group 123">
            <a:extLst>
              <a:ext uri="{FF2B5EF4-FFF2-40B4-BE49-F238E27FC236}">
                <a16:creationId xmlns:a16="http://schemas.microsoft.com/office/drawing/2014/main" id="{315D9F20-7356-3FC0-2D72-8908838F6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272356"/>
              </p:ext>
            </p:extLst>
          </p:nvPr>
        </p:nvGraphicFramePr>
        <p:xfrm>
          <a:off x="1984375" y="6127750"/>
          <a:ext cx="5943600" cy="487363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68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Name</a:t>
                      </a:r>
                    </a:p>
                  </a:txBody>
                  <a:tcPr marT="45653" marB="456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Address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Format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Description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68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Reset Alarm code</a:t>
                      </a:r>
                    </a:p>
                  </a:txBody>
                  <a:tcPr marT="45653" marB="456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체" panose="020B0609000101010101" pitchFamily="49" charset="-127"/>
                        </a:rPr>
                        <a:t>D0192 : X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굴림" panose="020B0600000101010101" pitchFamily="50" charset="-127"/>
                      </a:endParaRP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Integer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Alarm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set ID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   ← ' : X '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의 의미는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?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굴림" panose="020B0600000101010101" pitchFamily="50" charset="-127"/>
                      </a:endParaRP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265" name="Rectangle 140">
            <a:extLst>
              <a:ext uri="{FF2B5EF4-FFF2-40B4-BE49-F238E27FC236}">
                <a16:creationId xmlns:a16="http://schemas.microsoft.com/office/drawing/2014/main" id="{C4AB8D28-86A9-09A3-8DCD-E3C03FCEE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9463" y="5851525"/>
            <a:ext cx="20685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&lt; Reset Alarm Code &gt;</a:t>
            </a:r>
          </a:p>
        </p:txBody>
      </p:sp>
      <p:sp>
        <p:nvSpPr>
          <p:cNvPr id="8266" name="Text Box 141">
            <a:extLst>
              <a:ext uri="{FF2B5EF4-FFF2-40B4-BE49-F238E27FC236}">
                <a16:creationId xmlns:a16="http://schemas.microsoft.com/office/drawing/2014/main" id="{D655E6CA-A834-5686-7306-762360B34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88" y="525463"/>
            <a:ext cx="1128712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/>
              <a:t>S/C #4 Alarm </a:t>
            </a:r>
            <a:r>
              <a:rPr lang="ko-KR" altLang="en-US"/>
              <a:t>보고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>
            <a:extLst>
              <a:ext uri="{FF2B5EF4-FFF2-40B4-BE49-F238E27FC236}">
                <a16:creationId xmlns:a16="http://schemas.microsoft.com/office/drawing/2014/main" id="{42CBFFB5-1871-E144-BA37-0317B22FF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2692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(Alarm Report)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2DDEF1A-74CF-3B4A-1C0B-D8E5217E9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450850"/>
            <a:ext cx="9113837" cy="6337300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9220" name="Rectangle 67">
            <a:extLst>
              <a:ext uri="{FF2B5EF4-FFF2-40B4-BE49-F238E27FC236}">
                <a16:creationId xmlns:a16="http://schemas.microsoft.com/office/drawing/2014/main" id="{D1C3886B-01B3-A9F8-3FA0-7E35DD841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400" y="595313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9221" name="Rectangle 68">
            <a:extLst>
              <a:ext uri="{FF2B5EF4-FFF2-40B4-BE49-F238E27FC236}">
                <a16:creationId xmlns:a16="http://schemas.microsoft.com/office/drawing/2014/main" id="{EEC4FC42-612F-4D75-27FC-2C98586DA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388" y="595313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9222" name="Group 69">
            <a:extLst>
              <a:ext uri="{FF2B5EF4-FFF2-40B4-BE49-F238E27FC236}">
                <a16:creationId xmlns:a16="http://schemas.microsoft.com/office/drawing/2014/main" id="{E9DAB505-8160-1AA6-F6B9-409FB5EA44CD}"/>
              </a:ext>
            </a:extLst>
          </p:cNvPr>
          <p:cNvGrpSpPr>
            <a:grpSpLocks/>
          </p:cNvGrpSpPr>
          <p:nvPr/>
        </p:nvGrpSpPr>
        <p:grpSpPr bwMode="auto">
          <a:xfrm>
            <a:off x="3271838" y="828675"/>
            <a:ext cx="3443287" cy="1998663"/>
            <a:chOff x="1125" y="1346"/>
            <a:chExt cx="2169" cy="4722"/>
          </a:xfrm>
        </p:grpSpPr>
        <p:sp>
          <p:nvSpPr>
            <p:cNvPr id="9293" name="Line 70">
              <a:extLst>
                <a:ext uri="{FF2B5EF4-FFF2-40B4-BE49-F238E27FC236}">
                  <a16:creationId xmlns:a16="http://schemas.microsoft.com/office/drawing/2014/main" id="{C729E3F2-DEC9-96C6-7B41-C98C5219B7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9294" name="Line 71">
              <a:extLst>
                <a:ext uri="{FF2B5EF4-FFF2-40B4-BE49-F238E27FC236}">
                  <a16:creationId xmlns:a16="http://schemas.microsoft.com/office/drawing/2014/main" id="{70F3FEAA-1D8F-E07B-2D01-461F68C106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9223" name="Text Box 72">
            <a:extLst>
              <a:ext uri="{FF2B5EF4-FFF2-40B4-BE49-F238E27FC236}">
                <a16:creationId xmlns:a16="http://schemas.microsoft.com/office/drawing/2014/main" id="{564BCDA0-1BE6-F218-A255-595FF8FDF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81121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Set Report</a:t>
            </a:r>
          </a:p>
        </p:txBody>
      </p:sp>
      <p:sp>
        <p:nvSpPr>
          <p:cNvPr id="9224" name="Line 73">
            <a:extLst>
              <a:ext uri="{FF2B5EF4-FFF2-40B4-BE49-F238E27FC236}">
                <a16:creationId xmlns:a16="http://schemas.microsoft.com/office/drawing/2014/main" id="{10D49052-7EE0-36F5-C861-E17E570740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7075" y="107473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25" name="Text Box 74">
            <a:extLst>
              <a:ext uri="{FF2B5EF4-FFF2-40B4-BE49-F238E27FC236}">
                <a16:creationId xmlns:a16="http://schemas.microsoft.com/office/drawing/2014/main" id="{1E1A4A7C-A9CD-422D-3488-982EDB720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94297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M0572 ON</a:t>
            </a:r>
          </a:p>
        </p:txBody>
      </p:sp>
      <p:sp>
        <p:nvSpPr>
          <p:cNvPr id="9226" name="Freeform 75">
            <a:extLst>
              <a:ext uri="{FF2B5EF4-FFF2-40B4-BE49-F238E27FC236}">
                <a16:creationId xmlns:a16="http://schemas.microsoft.com/office/drawing/2014/main" id="{423E5895-EA4E-0837-6B17-C35484C2430F}"/>
              </a:ext>
            </a:extLst>
          </p:cNvPr>
          <p:cNvSpPr>
            <a:spLocks/>
          </p:cNvSpPr>
          <p:nvPr/>
        </p:nvSpPr>
        <p:spPr bwMode="auto">
          <a:xfrm>
            <a:off x="3262313" y="1243013"/>
            <a:ext cx="3455987" cy="198437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27" name="AutoShape 76">
            <a:extLst>
              <a:ext uri="{FF2B5EF4-FFF2-40B4-BE49-F238E27FC236}">
                <a16:creationId xmlns:a16="http://schemas.microsoft.com/office/drawing/2014/main" id="{071B5EFE-91C6-1DE6-24C2-675CA45DD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238" y="1257300"/>
            <a:ext cx="3028950" cy="1651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Set Alarm Code</a:t>
            </a:r>
            <a:endParaRPr lang="en-US" altLang="ko-KR" sz="1000" b="0">
              <a:solidFill>
                <a:schemeClr val="tx1"/>
              </a:solidFill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9228" name="Line 77">
            <a:extLst>
              <a:ext uri="{FF2B5EF4-FFF2-40B4-BE49-F238E27FC236}">
                <a16:creationId xmlns:a16="http://schemas.microsoft.com/office/drawing/2014/main" id="{A998A460-B5F5-9D55-3D28-EA3F35962F1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0725" y="1776413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29" name="Line 78">
            <a:extLst>
              <a:ext uri="{FF2B5EF4-FFF2-40B4-BE49-F238E27FC236}">
                <a16:creationId xmlns:a16="http://schemas.microsoft.com/office/drawing/2014/main" id="{A5976E92-C200-CA5E-973F-4AA99593919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3" y="2471738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30" name="Line 79">
            <a:extLst>
              <a:ext uri="{FF2B5EF4-FFF2-40B4-BE49-F238E27FC236}">
                <a16:creationId xmlns:a16="http://schemas.microsoft.com/office/drawing/2014/main" id="{CB9899CF-B5F0-237A-AD79-09900EC81A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3" y="2135188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31" name="Text Box 80">
            <a:extLst>
              <a:ext uri="{FF2B5EF4-FFF2-40B4-BE49-F238E27FC236}">
                <a16:creationId xmlns:a16="http://schemas.microsoft.com/office/drawing/2014/main" id="{BDA06A90-8D5D-C492-9DC7-B44C9F7AC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15319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Set Report Ack</a:t>
            </a:r>
          </a:p>
        </p:txBody>
      </p:sp>
      <p:sp>
        <p:nvSpPr>
          <p:cNvPr id="9232" name="Text Box 81">
            <a:extLst>
              <a:ext uri="{FF2B5EF4-FFF2-40B4-BE49-F238E27FC236}">
                <a16:creationId xmlns:a16="http://schemas.microsoft.com/office/drawing/2014/main" id="{342B5BD7-66D9-FE93-CF40-3457C1EC1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189071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Set Report</a:t>
            </a:r>
          </a:p>
        </p:txBody>
      </p:sp>
      <p:sp>
        <p:nvSpPr>
          <p:cNvPr id="9233" name="Text Box 82">
            <a:extLst>
              <a:ext uri="{FF2B5EF4-FFF2-40B4-BE49-F238E27FC236}">
                <a16:creationId xmlns:a16="http://schemas.microsoft.com/office/drawing/2014/main" id="{6738E70A-5FED-5B10-AECB-5A5B1AD92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2251075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Set Report Ack</a:t>
            </a:r>
          </a:p>
        </p:txBody>
      </p:sp>
      <p:sp>
        <p:nvSpPr>
          <p:cNvPr id="9234" name="Text Box 83">
            <a:extLst>
              <a:ext uri="{FF2B5EF4-FFF2-40B4-BE49-F238E27FC236}">
                <a16:creationId xmlns:a16="http://schemas.microsoft.com/office/drawing/2014/main" id="{1CFE81F7-F423-046A-C444-C43982C9B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201295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M0572 OFF</a:t>
            </a:r>
          </a:p>
        </p:txBody>
      </p:sp>
      <p:sp>
        <p:nvSpPr>
          <p:cNvPr id="9235" name="Text Box 84">
            <a:extLst>
              <a:ext uri="{FF2B5EF4-FFF2-40B4-BE49-F238E27FC236}">
                <a16:creationId xmlns:a16="http://schemas.microsoft.com/office/drawing/2014/main" id="{86ECADD9-B416-99C3-747C-152309CB5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5588" y="165417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M1003 ON</a:t>
            </a:r>
          </a:p>
        </p:txBody>
      </p:sp>
      <p:sp>
        <p:nvSpPr>
          <p:cNvPr id="9236" name="Text Box 85">
            <a:extLst>
              <a:ext uri="{FF2B5EF4-FFF2-40B4-BE49-F238E27FC236}">
                <a16:creationId xmlns:a16="http://schemas.microsoft.com/office/drawing/2014/main" id="{D601CF45-6A83-7D09-3829-CE6AE71C4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713" y="234950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M1003 OFF</a:t>
            </a:r>
          </a:p>
        </p:txBody>
      </p:sp>
      <p:sp>
        <p:nvSpPr>
          <p:cNvPr id="9237" name="Rectangle 86">
            <a:extLst>
              <a:ext uri="{FF2B5EF4-FFF2-40B4-BE49-F238E27FC236}">
                <a16:creationId xmlns:a16="http://schemas.microsoft.com/office/drawing/2014/main" id="{BA93D867-EE22-7121-9DE1-7D90147CC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400" y="3736975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9238" name="Rectangle 87">
            <a:extLst>
              <a:ext uri="{FF2B5EF4-FFF2-40B4-BE49-F238E27FC236}">
                <a16:creationId xmlns:a16="http://schemas.microsoft.com/office/drawing/2014/main" id="{2A89A3C5-4567-F909-EBDE-9F0FDE9CB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388" y="3736975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9239" name="Group 88">
            <a:extLst>
              <a:ext uri="{FF2B5EF4-FFF2-40B4-BE49-F238E27FC236}">
                <a16:creationId xmlns:a16="http://schemas.microsoft.com/office/drawing/2014/main" id="{19F79C3F-E1EC-D19D-87A0-AF8D8943A203}"/>
              </a:ext>
            </a:extLst>
          </p:cNvPr>
          <p:cNvGrpSpPr>
            <a:grpSpLocks/>
          </p:cNvGrpSpPr>
          <p:nvPr/>
        </p:nvGrpSpPr>
        <p:grpSpPr bwMode="auto">
          <a:xfrm>
            <a:off x="3271838" y="3970338"/>
            <a:ext cx="3443287" cy="1881187"/>
            <a:chOff x="1125" y="1346"/>
            <a:chExt cx="2169" cy="4722"/>
          </a:xfrm>
        </p:grpSpPr>
        <p:sp>
          <p:nvSpPr>
            <p:cNvPr id="9291" name="Line 89">
              <a:extLst>
                <a:ext uri="{FF2B5EF4-FFF2-40B4-BE49-F238E27FC236}">
                  <a16:creationId xmlns:a16="http://schemas.microsoft.com/office/drawing/2014/main" id="{840E20F4-39AE-3255-46C6-4F4CE69680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9292" name="Line 90">
              <a:extLst>
                <a:ext uri="{FF2B5EF4-FFF2-40B4-BE49-F238E27FC236}">
                  <a16:creationId xmlns:a16="http://schemas.microsoft.com/office/drawing/2014/main" id="{8741D955-CA71-8189-FFA2-D4523695E0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9240" name="Text Box 91">
            <a:extLst>
              <a:ext uri="{FF2B5EF4-FFF2-40B4-BE49-F238E27FC236}">
                <a16:creationId xmlns:a16="http://schemas.microsoft.com/office/drawing/2014/main" id="{A6BDE7DC-4E7D-D02F-5DA3-D490D1F53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39798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Reset Report</a:t>
            </a:r>
          </a:p>
        </p:txBody>
      </p:sp>
      <p:sp>
        <p:nvSpPr>
          <p:cNvPr id="9241" name="Line 92">
            <a:extLst>
              <a:ext uri="{FF2B5EF4-FFF2-40B4-BE49-F238E27FC236}">
                <a16:creationId xmlns:a16="http://schemas.microsoft.com/office/drawing/2014/main" id="{8C08F3BA-3493-630E-7090-B39A1AA5F7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7075" y="424338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42" name="Text Box 93">
            <a:extLst>
              <a:ext uri="{FF2B5EF4-FFF2-40B4-BE49-F238E27FC236}">
                <a16:creationId xmlns:a16="http://schemas.microsoft.com/office/drawing/2014/main" id="{38FC0FC1-F952-DACB-3640-E0D984F0E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41116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M0573 ON</a:t>
            </a:r>
          </a:p>
        </p:txBody>
      </p:sp>
      <p:sp>
        <p:nvSpPr>
          <p:cNvPr id="9243" name="Freeform 94">
            <a:extLst>
              <a:ext uri="{FF2B5EF4-FFF2-40B4-BE49-F238E27FC236}">
                <a16:creationId xmlns:a16="http://schemas.microsoft.com/office/drawing/2014/main" id="{C4F565B9-246C-D53A-A8BA-3FBBF499CA03}"/>
              </a:ext>
            </a:extLst>
          </p:cNvPr>
          <p:cNvSpPr>
            <a:spLocks/>
          </p:cNvSpPr>
          <p:nvPr/>
        </p:nvSpPr>
        <p:spPr bwMode="auto">
          <a:xfrm>
            <a:off x="3262313" y="4411663"/>
            <a:ext cx="3455987" cy="198437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44" name="AutoShape 95">
            <a:extLst>
              <a:ext uri="{FF2B5EF4-FFF2-40B4-BE49-F238E27FC236}">
                <a16:creationId xmlns:a16="http://schemas.microsoft.com/office/drawing/2014/main" id="{C40BBA8B-D091-4AD7-B364-323D93285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238" y="4425950"/>
            <a:ext cx="3028950" cy="1651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Reset Alarm Code</a:t>
            </a:r>
            <a:endParaRPr lang="en-US" altLang="ko-KR" sz="1000" b="0">
              <a:solidFill>
                <a:schemeClr val="tx1"/>
              </a:solidFill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9245" name="Line 96">
            <a:extLst>
              <a:ext uri="{FF2B5EF4-FFF2-40B4-BE49-F238E27FC236}">
                <a16:creationId xmlns:a16="http://schemas.microsoft.com/office/drawing/2014/main" id="{B183E724-3CA1-E738-A163-C7EE80A8A6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0725" y="4943475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46" name="Line 97">
            <a:extLst>
              <a:ext uri="{FF2B5EF4-FFF2-40B4-BE49-F238E27FC236}">
                <a16:creationId xmlns:a16="http://schemas.microsoft.com/office/drawing/2014/main" id="{B9682193-0939-672E-4FBB-943B51A8B2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3" y="5608638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47" name="Line 98">
            <a:extLst>
              <a:ext uri="{FF2B5EF4-FFF2-40B4-BE49-F238E27FC236}">
                <a16:creationId xmlns:a16="http://schemas.microsoft.com/office/drawing/2014/main" id="{C63A5739-1634-45D2-BAC4-3D414B5F6E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3" y="5303838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48" name="Text Box 99">
            <a:extLst>
              <a:ext uri="{FF2B5EF4-FFF2-40B4-BE49-F238E27FC236}">
                <a16:creationId xmlns:a16="http://schemas.microsoft.com/office/drawing/2014/main" id="{4B772EC5-50A5-2B26-4D79-4E367913A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4699000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Reset Report Ack</a:t>
            </a:r>
          </a:p>
        </p:txBody>
      </p:sp>
      <p:sp>
        <p:nvSpPr>
          <p:cNvPr id="9249" name="Text Box 100">
            <a:extLst>
              <a:ext uri="{FF2B5EF4-FFF2-40B4-BE49-F238E27FC236}">
                <a16:creationId xmlns:a16="http://schemas.microsoft.com/office/drawing/2014/main" id="{F4A9BB0A-BF88-CC11-A2A4-426A67DF4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50593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reset Report</a:t>
            </a:r>
          </a:p>
        </p:txBody>
      </p:sp>
      <p:sp>
        <p:nvSpPr>
          <p:cNvPr id="9250" name="Text Box 101">
            <a:extLst>
              <a:ext uri="{FF2B5EF4-FFF2-40B4-BE49-F238E27FC236}">
                <a16:creationId xmlns:a16="http://schemas.microsoft.com/office/drawing/2014/main" id="{9E5BD25A-CA9A-5D37-FC0F-21AFEF71D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5391150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Alarm reset Report Ack</a:t>
            </a:r>
          </a:p>
        </p:txBody>
      </p:sp>
      <p:sp>
        <p:nvSpPr>
          <p:cNvPr id="9251" name="Text Box 102">
            <a:extLst>
              <a:ext uri="{FF2B5EF4-FFF2-40B4-BE49-F238E27FC236}">
                <a16:creationId xmlns:a16="http://schemas.microsoft.com/office/drawing/2014/main" id="{D50E9626-FCD0-0D9D-273A-6E682D5C3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518160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M0573 OFF</a:t>
            </a:r>
          </a:p>
        </p:txBody>
      </p:sp>
      <p:sp>
        <p:nvSpPr>
          <p:cNvPr id="9252" name="Text Box 103">
            <a:extLst>
              <a:ext uri="{FF2B5EF4-FFF2-40B4-BE49-F238E27FC236}">
                <a16:creationId xmlns:a16="http://schemas.microsoft.com/office/drawing/2014/main" id="{79FCED96-0CB5-FFE8-BAD5-58150DA97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5588" y="482123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M1004 ON</a:t>
            </a:r>
          </a:p>
        </p:txBody>
      </p:sp>
      <p:sp>
        <p:nvSpPr>
          <p:cNvPr id="9253" name="Text Box 104">
            <a:extLst>
              <a:ext uri="{FF2B5EF4-FFF2-40B4-BE49-F238E27FC236}">
                <a16:creationId xmlns:a16="http://schemas.microsoft.com/office/drawing/2014/main" id="{C4B3E0D1-A6BD-50FB-DA6D-6C4DF142D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713" y="548640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M1004 OFF</a:t>
            </a:r>
          </a:p>
        </p:txBody>
      </p:sp>
      <p:graphicFrame>
        <p:nvGraphicFramePr>
          <p:cNvPr id="527465" name="Group 105">
            <a:extLst>
              <a:ext uri="{FF2B5EF4-FFF2-40B4-BE49-F238E27FC236}">
                <a16:creationId xmlns:a16="http://schemas.microsoft.com/office/drawing/2014/main" id="{F58F055D-5591-3954-7BA8-5ECA1EEF91D5}"/>
              </a:ext>
            </a:extLst>
          </p:cNvPr>
          <p:cNvGraphicFramePr>
            <a:graphicFrameLocks noGrp="1"/>
          </p:cNvGraphicFramePr>
          <p:nvPr/>
        </p:nvGraphicFramePr>
        <p:xfrm>
          <a:off x="1984375" y="2989263"/>
          <a:ext cx="5943600" cy="487362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68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Name</a:t>
                      </a:r>
                    </a:p>
                  </a:txBody>
                  <a:tcPr marT="45653" marB="456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Address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Format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Description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68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Set Alarm code</a:t>
                      </a:r>
                    </a:p>
                  </a:txBody>
                  <a:tcPr marT="45653" marB="456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D0201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Integer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Alarm set ID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271" name="Rectangle 122">
            <a:extLst>
              <a:ext uri="{FF2B5EF4-FFF2-40B4-BE49-F238E27FC236}">
                <a16:creationId xmlns:a16="http://schemas.microsoft.com/office/drawing/2014/main" id="{FA71EBE0-175F-EF1C-B2E5-5953C0FE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9463" y="2692400"/>
            <a:ext cx="20685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&lt; Set Alarm Code &gt;</a:t>
            </a:r>
          </a:p>
        </p:txBody>
      </p:sp>
      <p:graphicFrame>
        <p:nvGraphicFramePr>
          <p:cNvPr id="527483" name="Group 123">
            <a:extLst>
              <a:ext uri="{FF2B5EF4-FFF2-40B4-BE49-F238E27FC236}">
                <a16:creationId xmlns:a16="http://schemas.microsoft.com/office/drawing/2014/main" id="{098029EF-0EB5-C14A-4C0A-8670AF7BE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045233"/>
              </p:ext>
            </p:extLst>
          </p:nvPr>
        </p:nvGraphicFramePr>
        <p:xfrm>
          <a:off x="1984375" y="6127750"/>
          <a:ext cx="5943600" cy="487363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68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Name</a:t>
                      </a:r>
                    </a:p>
                  </a:txBody>
                  <a:tcPr marT="45653" marB="456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Address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Format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Description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68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Reset Alarm code</a:t>
                      </a:r>
                    </a:p>
                  </a:txBody>
                  <a:tcPr marT="45653" marB="456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체" panose="020B0609000101010101" pitchFamily="49" charset="-127"/>
                        </a:rPr>
                        <a:t>D0202 : X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굴림" panose="020B0600000101010101" pitchFamily="50" charset="-127"/>
                      </a:endParaRP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Integer</a:t>
                      </a: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Alarm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set ID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   ← ' : X '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의 의미는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?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굴림" panose="020B0600000101010101" pitchFamily="50" charset="-127"/>
                      </a:endParaRPr>
                    </a:p>
                  </a:txBody>
                  <a:tcPr marT="45653" marB="45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289" name="Rectangle 140">
            <a:extLst>
              <a:ext uri="{FF2B5EF4-FFF2-40B4-BE49-F238E27FC236}">
                <a16:creationId xmlns:a16="http://schemas.microsoft.com/office/drawing/2014/main" id="{FFF11E29-A63B-3D2A-F3D9-925FCAD98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9463" y="5851525"/>
            <a:ext cx="20685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&lt; Reset Alarm Code &gt;</a:t>
            </a:r>
          </a:p>
        </p:txBody>
      </p:sp>
      <p:sp>
        <p:nvSpPr>
          <p:cNvPr id="9290" name="Text Box 141">
            <a:extLst>
              <a:ext uri="{FF2B5EF4-FFF2-40B4-BE49-F238E27FC236}">
                <a16:creationId xmlns:a16="http://schemas.microsoft.com/office/drawing/2014/main" id="{62E95D09-D408-87B6-CB34-540AB0D1E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88" y="525463"/>
            <a:ext cx="1128712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/>
              <a:t>S/C #5 Alarm </a:t>
            </a:r>
            <a:r>
              <a:rPr lang="ko-KR" altLang="en-US"/>
              <a:t>보고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>
            <a:extLst>
              <a:ext uri="{FF2B5EF4-FFF2-40B4-BE49-F238E27FC236}">
                <a16:creationId xmlns:a16="http://schemas.microsoft.com/office/drawing/2014/main" id="{CBB6DDC0-47EA-39AA-CA1A-30966B644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" y="595313"/>
            <a:ext cx="9648825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SC_2 </a:t>
            </a:r>
            <a:r>
              <a:rPr lang="ko-KR" altLang="en-US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</a:t>
            </a:r>
            <a:endParaRPr lang="en-US" altLang="ko-KR" sz="40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2504B08F-F1EC-255D-9923-3255D3623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450850"/>
            <a:ext cx="9113837" cy="6337300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11267" name="Rectangle 4">
            <a:extLst>
              <a:ext uri="{FF2B5EF4-FFF2-40B4-BE49-F238E27FC236}">
                <a16:creationId xmlns:a16="http://schemas.microsoft.com/office/drawing/2014/main" id="{C64B9B1A-98F8-8600-5A0A-F786D3D8B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6825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11268" name="Rectangle 5">
            <a:extLst>
              <a:ext uri="{FF2B5EF4-FFF2-40B4-BE49-F238E27FC236}">
                <a16:creationId xmlns:a16="http://schemas.microsoft.com/office/drawing/2014/main" id="{5AD79DF5-D289-6260-9339-FC39982FC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813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11269" name="Group 6">
            <a:extLst>
              <a:ext uri="{FF2B5EF4-FFF2-40B4-BE49-F238E27FC236}">
                <a16:creationId xmlns:a16="http://schemas.microsoft.com/office/drawing/2014/main" id="{50DDA2E0-9443-E462-3C24-281E7CC246C0}"/>
              </a:ext>
            </a:extLst>
          </p:cNvPr>
          <p:cNvGrpSpPr>
            <a:grpSpLocks/>
          </p:cNvGrpSpPr>
          <p:nvPr/>
        </p:nvGrpSpPr>
        <p:grpSpPr bwMode="auto">
          <a:xfrm>
            <a:off x="3116263" y="900113"/>
            <a:ext cx="3443287" cy="5599112"/>
            <a:chOff x="1125" y="1346"/>
            <a:chExt cx="2169" cy="4722"/>
          </a:xfrm>
        </p:grpSpPr>
        <p:sp>
          <p:nvSpPr>
            <p:cNvPr id="11315" name="Line 7">
              <a:extLst>
                <a:ext uri="{FF2B5EF4-FFF2-40B4-BE49-F238E27FC236}">
                  <a16:creationId xmlns:a16="http://schemas.microsoft.com/office/drawing/2014/main" id="{0C3A7E7D-3901-E9DE-4ED2-79CF5D4253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11316" name="Line 8">
              <a:extLst>
                <a:ext uri="{FF2B5EF4-FFF2-40B4-BE49-F238E27FC236}">
                  <a16:creationId xmlns:a16="http://schemas.microsoft.com/office/drawing/2014/main" id="{E2928023-B02D-FBBA-8CFB-DEF2A00064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11270" name="Text Box 14">
            <a:extLst>
              <a:ext uri="{FF2B5EF4-FFF2-40B4-BE49-F238E27FC236}">
                <a16:creationId xmlns:a16="http://schemas.microsoft.com/office/drawing/2014/main" id="{36185AAE-3DC6-A0FE-0891-C33D425A0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888" y="6499225"/>
            <a:ext cx="2349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11271" name="Text Box 53">
            <a:extLst>
              <a:ext uri="{FF2B5EF4-FFF2-40B4-BE49-F238E27FC236}">
                <a16:creationId xmlns:a16="http://schemas.microsoft.com/office/drawing/2014/main" id="{900F3A54-0996-64BB-2E52-0E9546192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650" y="6499225"/>
            <a:ext cx="2349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grpSp>
        <p:nvGrpSpPr>
          <p:cNvPr id="11272" name="Group 54">
            <a:extLst>
              <a:ext uri="{FF2B5EF4-FFF2-40B4-BE49-F238E27FC236}">
                <a16:creationId xmlns:a16="http://schemas.microsoft.com/office/drawing/2014/main" id="{4BB0F217-4BF3-86B9-7932-C7AC96ADCBA4}"/>
              </a:ext>
            </a:extLst>
          </p:cNvPr>
          <p:cNvGrpSpPr>
            <a:grpSpLocks/>
          </p:cNvGrpSpPr>
          <p:nvPr/>
        </p:nvGrpSpPr>
        <p:grpSpPr bwMode="auto">
          <a:xfrm>
            <a:off x="9009063" y="595313"/>
            <a:ext cx="360362" cy="719137"/>
            <a:chOff x="995" y="2643"/>
            <a:chExt cx="227" cy="453"/>
          </a:xfrm>
        </p:grpSpPr>
        <p:sp>
          <p:nvSpPr>
            <p:cNvPr id="11313" name="Rectangle 55">
              <a:extLst>
                <a:ext uri="{FF2B5EF4-FFF2-40B4-BE49-F238E27FC236}">
                  <a16:creationId xmlns:a16="http://schemas.microsoft.com/office/drawing/2014/main" id="{DEF57B74-81B7-334B-EAF5-396CF7AC5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105</a:t>
              </a:r>
            </a:p>
          </p:txBody>
        </p:sp>
        <p:sp>
          <p:nvSpPr>
            <p:cNvPr id="11314" name="Rectangle 56">
              <a:extLst>
                <a:ext uri="{FF2B5EF4-FFF2-40B4-BE49-F238E27FC236}">
                  <a16:creationId xmlns:a16="http://schemas.microsoft.com/office/drawing/2014/main" id="{4F2EB585-48E3-C971-D2C6-B0015B79B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106</a:t>
              </a:r>
            </a:p>
          </p:txBody>
        </p:sp>
      </p:grpSp>
      <p:sp>
        <p:nvSpPr>
          <p:cNvPr id="11273" name="Text Box 59">
            <a:extLst>
              <a:ext uri="{FF2B5EF4-FFF2-40B4-BE49-F238E27FC236}">
                <a16:creationId xmlns:a16="http://schemas.microsoft.com/office/drawing/2014/main" id="{9877CED6-815C-FEFF-6041-C79D970C1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3650" y="1314450"/>
            <a:ext cx="5603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/>
              <a:t>C/V #3</a:t>
            </a:r>
          </a:p>
        </p:txBody>
      </p:sp>
      <p:sp>
        <p:nvSpPr>
          <p:cNvPr id="11274" name="Text Box 60">
            <a:extLst>
              <a:ext uri="{FF2B5EF4-FFF2-40B4-BE49-F238E27FC236}">
                <a16:creationId xmlns:a16="http://schemas.microsoft.com/office/drawing/2014/main" id="{B66D8BA1-F802-F8F1-919A-F4C44FB06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4351338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 SC_2 </a:t>
            </a:r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출고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CV105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CV106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)</a:t>
            </a:r>
          </a:p>
        </p:txBody>
      </p:sp>
      <p:sp>
        <p:nvSpPr>
          <p:cNvPr id="11275" name="Text Box 61">
            <a:extLst>
              <a:ext uri="{FF2B5EF4-FFF2-40B4-BE49-F238E27FC236}">
                <a16:creationId xmlns:a16="http://schemas.microsoft.com/office/drawing/2014/main" id="{1A5DFF84-9EBB-8C8E-052F-FD8F0A1D5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8025" y="1027113"/>
            <a:ext cx="3168650" cy="2682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CV105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11276" name="Text Box 62">
            <a:extLst>
              <a:ext uri="{FF2B5EF4-FFF2-40B4-BE49-F238E27FC236}">
                <a16:creationId xmlns:a16="http://schemas.microsoft.com/office/drawing/2014/main" id="{2DAC3133-38E8-B3E7-2656-48AFE8E7E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6525" y="138747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CV105</a:t>
            </a:r>
          </a:p>
        </p:txBody>
      </p:sp>
      <p:sp>
        <p:nvSpPr>
          <p:cNvPr id="11277" name="Line 63">
            <a:extLst>
              <a:ext uri="{FF2B5EF4-FFF2-40B4-BE49-F238E27FC236}">
                <a16:creationId xmlns:a16="http://schemas.microsoft.com/office/drawing/2014/main" id="{5D75A3AD-74A6-D81C-6740-0C436E8AC9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6263" y="165100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78" name="Text Box 64">
            <a:extLst>
              <a:ext uri="{FF2B5EF4-FFF2-40B4-BE49-F238E27FC236}">
                <a16:creationId xmlns:a16="http://schemas.microsoft.com/office/drawing/2014/main" id="{59E4350B-6976-AA8F-410B-0CF7DA449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75" y="151923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M0211 ON</a:t>
            </a:r>
          </a:p>
        </p:txBody>
      </p:sp>
      <p:sp>
        <p:nvSpPr>
          <p:cNvPr id="11279" name="Line 65">
            <a:extLst>
              <a:ext uri="{FF2B5EF4-FFF2-40B4-BE49-F238E27FC236}">
                <a16:creationId xmlns:a16="http://schemas.microsoft.com/office/drawing/2014/main" id="{338E0AC1-52B8-3ACA-BDE2-EB207D3308F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7375" y="198913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80" name="Text Box 66">
            <a:extLst>
              <a:ext uri="{FF2B5EF4-FFF2-40B4-BE49-F238E27FC236}">
                <a16:creationId xmlns:a16="http://schemas.microsoft.com/office/drawing/2014/main" id="{15726CCA-1642-59EF-B7E6-63AC28C19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438" y="174466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M0204 ON</a:t>
            </a:r>
          </a:p>
        </p:txBody>
      </p:sp>
      <p:sp>
        <p:nvSpPr>
          <p:cNvPr id="11281" name="Text Box 67">
            <a:extLst>
              <a:ext uri="{FF2B5EF4-FFF2-40B4-BE49-F238E27FC236}">
                <a16:creationId xmlns:a16="http://schemas.microsoft.com/office/drawing/2014/main" id="{C2C1F756-9720-30F1-26ED-8D811CA5B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175101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11282" name="Line 68">
            <a:extLst>
              <a:ext uri="{FF2B5EF4-FFF2-40B4-BE49-F238E27FC236}">
                <a16:creationId xmlns:a16="http://schemas.microsoft.com/office/drawing/2014/main" id="{4845585E-665F-58F2-D1D1-C8E9E4E295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7375" y="233838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83" name="Text Box 69">
            <a:extLst>
              <a:ext uri="{FF2B5EF4-FFF2-40B4-BE49-F238E27FC236}">
                <a16:creationId xmlns:a16="http://schemas.microsoft.com/office/drawing/2014/main" id="{1AECD474-48D0-3E7C-8DD2-31BEC1070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188" y="209391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M0824 ON</a:t>
            </a:r>
          </a:p>
        </p:txBody>
      </p:sp>
      <p:sp>
        <p:nvSpPr>
          <p:cNvPr id="11284" name="Text Box 70">
            <a:extLst>
              <a:ext uri="{FF2B5EF4-FFF2-40B4-BE49-F238E27FC236}">
                <a16:creationId xmlns:a16="http://schemas.microsoft.com/office/drawing/2014/main" id="{590F1353-514A-DF08-D53B-84603622F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1002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11285" name="Text Box 71">
            <a:extLst>
              <a:ext uri="{FF2B5EF4-FFF2-40B4-BE49-F238E27FC236}">
                <a16:creationId xmlns:a16="http://schemas.microsoft.com/office/drawing/2014/main" id="{E26265B5-393A-AFD5-4C30-9C3C56E03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150" y="279876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M0824 OFF</a:t>
            </a:r>
          </a:p>
        </p:txBody>
      </p:sp>
      <p:sp>
        <p:nvSpPr>
          <p:cNvPr id="11286" name="Text Box 72">
            <a:extLst>
              <a:ext uri="{FF2B5EF4-FFF2-40B4-BE49-F238E27FC236}">
                <a16:creationId xmlns:a16="http://schemas.microsoft.com/office/drawing/2014/main" id="{87740318-6AA8-85D8-68C8-958A2B848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7987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11287" name="Text Box 73">
            <a:extLst>
              <a:ext uri="{FF2B5EF4-FFF2-40B4-BE49-F238E27FC236}">
                <a16:creationId xmlns:a16="http://schemas.microsoft.com/office/drawing/2014/main" id="{2EB02EB4-DA89-5652-9E01-E668C003C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438" y="245268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M0204 OFF</a:t>
            </a:r>
          </a:p>
        </p:txBody>
      </p:sp>
      <p:sp>
        <p:nvSpPr>
          <p:cNvPr id="11288" name="Text Box 74">
            <a:extLst>
              <a:ext uri="{FF2B5EF4-FFF2-40B4-BE49-F238E27FC236}">
                <a16:creationId xmlns:a16="http://schemas.microsoft.com/office/drawing/2014/main" id="{0518E53C-4831-38FB-2933-BF0CF16EB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4590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11289" name="Line 75">
            <a:extLst>
              <a:ext uri="{FF2B5EF4-FFF2-40B4-BE49-F238E27FC236}">
                <a16:creationId xmlns:a16="http://schemas.microsoft.com/office/drawing/2014/main" id="{FB76150E-4D81-0F40-2247-8A235EB37D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8963" y="2697163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90" name="Text Box 76">
            <a:extLst>
              <a:ext uri="{FF2B5EF4-FFF2-40B4-BE49-F238E27FC236}">
                <a16:creationId xmlns:a16="http://schemas.microsoft.com/office/drawing/2014/main" id="{C0118BA8-9773-EE47-ABF8-DA70727F4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1838" y="3114675"/>
            <a:ext cx="3168650" cy="404813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는 입고대 방향 확인 후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, </a:t>
            </a:r>
          </a:p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Tracking Area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Write</a:t>
            </a:r>
          </a:p>
        </p:txBody>
      </p:sp>
      <p:sp>
        <p:nvSpPr>
          <p:cNvPr id="11291" name="Line 77">
            <a:extLst>
              <a:ext uri="{FF2B5EF4-FFF2-40B4-BE49-F238E27FC236}">
                <a16:creationId xmlns:a16="http://schemas.microsoft.com/office/drawing/2014/main" id="{0650E558-9EEB-1D1F-EB7F-F4BCD0E89E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3563" y="3738563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438" name="Text Box 78">
            <a:extLst>
              <a:ext uri="{FF2B5EF4-FFF2-40B4-BE49-F238E27FC236}">
                <a16:creationId xmlns:a16="http://schemas.microsoft.com/office/drawing/2014/main" id="{F8170BED-4EDE-9AC5-1FAB-5971214D1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4288" y="3522663"/>
            <a:ext cx="21590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en-US" altLang="ko-KR" sz="1000" b="0" strike="sngStrike" dirty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Direction Mode Check(M0249)</a:t>
            </a:r>
          </a:p>
        </p:txBody>
      </p:sp>
      <p:sp>
        <p:nvSpPr>
          <p:cNvPr id="11293" name="Text Box 79">
            <a:extLst>
              <a:ext uri="{FF2B5EF4-FFF2-40B4-BE49-F238E27FC236}">
                <a16:creationId xmlns:a16="http://schemas.microsoft.com/office/drawing/2014/main" id="{15857E02-A644-7268-FC9B-3E605151C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2575" y="3636963"/>
            <a:ext cx="2016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입고 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ON, 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출고 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OFF</a:t>
            </a:r>
          </a:p>
        </p:txBody>
      </p:sp>
      <p:sp>
        <p:nvSpPr>
          <p:cNvPr id="11294" name="Line 80">
            <a:extLst>
              <a:ext uri="{FF2B5EF4-FFF2-40B4-BE49-F238E27FC236}">
                <a16:creationId xmlns:a16="http://schemas.microsoft.com/office/drawing/2014/main" id="{50A86B87-D47D-B709-90FA-3B2EAF5B9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3563" y="3965575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95" name="Text Box 81">
            <a:extLst>
              <a:ext uri="{FF2B5EF4-FFF2-40B4-BE49-F238E27FC236}">
                <a16:creationId xmlns:a16="http://schemas.microsoft.com/office/drawing/2014/main" id="{B39AD170-502B-D8F4-FCE7-67ECFF296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2575" y="3854450"/>
            <a:ext cx="2016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ON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이 아닐 경우 변경</a:t>
            </a:r>
          </a:p>
        </p:txBody>
      </p:sp>
      <p:sp>
        <p:nvSpPr>
          <p:cNvPr id="17442" name="Text Box 82">
            <a:extLst>
              <a:ext uri="{FF2B5EF4-FFF2-40B4-BE49-F238E27FC236}">
                <a16:creationId xmlns:a16="http://schemas.microsoft.com/office/drawing/2014/main" id="{E0BD07D1-0372-F1B8-AA54-CE30B751D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563" y="3843338"/>
            <a:ext cx="8890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>
              <a:defRPr/>
            </a:pPr>
            <a:r>
              <a:rPr lang="en-US" altLang="ko-KR" sz="1000" b="0" strike="sngStrike" dirty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M0189 ON</a:t>
            </a:r>
          </a:p>
        </p:txBody>
      </p:sp>
      <p:sp>
        <p:nvSpPr>
          <p:cNvPr id="11297" name="AutoShape 83">
            <a:extLst>
              <a:ext uri="{FF2B5EF4-FFF2-40B4-BE49-F238E27FC236}">
                <a16:creationId xmlns:a16="http://schemas.microsoft.com/office/drawing/2014/main" id="{5C6750E9-7275-DF22-9D2A-8C6CD18E9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250" y="4081463"/>
            <a:ext cx="3028950" cy="1714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 (R0020~R0021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11298" name="Freeform 84">
            <a:extLst>
              <a:ext uri="{FF2B5EF4-FFF2-40B4-BE49-F238E27FC236}">
                <a16:creationId xmlns:a16="http://schemas.microsoft.com/office/drawing/2014/main" id="{843505AC-9879-FDF2-F15E-26A705A4EEE4}"/>
              </a:ext>
            </a:extLst>
          </p:cNvPr>
          <p:cNvSpPr>
            <a:spLocks/>
          </p:cNvSpPr>
          <p:nvPr/>
        </p:nvSpPr>
        <p:spPr bwMode="auto">
          <a:xfrm flipH="1">
            <a:off x="3108325" y="4051300"/>
            <a:ext cx="3455988" cy="228600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99" name="Text Box 85">
            <a:extLst>
              <a:ext uri="{FF2B5EF4-FFF2-40B4-BE49-F238E27FC236}">
                <a16:creationId xmlns:a16="http://schemas.microsoft.com/office/drawing/2014/main" id="{BA99422E-324C-7880-49E4-0D325871F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5900" y="4084638"/>
            <a:ext cx="2016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Tracking Area 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번지 지정 참조</a:t>
            </a:r>
          </a:p>
        </p:txBody>
      </p:sp>
      <p:sp>
        <p:nvSpPr>
          <p:cNvPr id="11300" name="Text Box 86">
            <a:extLst>
              <a:ext uri="{FF2B5EF4-FFF2-40B4-BE49-F238E27FC236}">
                <a16:creationId xmlns:a16="http://schemas.microsoft.com/office/drawing/2014/main" id="{444DB8CE-A2A2-78D5-5410-0E125C2DA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788" y="4387850"/>
            <a:ext cx="3168650" cy="404813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감지 되고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가 있으므로</a:t>
            </a:r>
          </a:p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CV106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로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Conveyor move</a:t>
            </a:r>
          </a:p>
        </p:txBody>
      </p:sp>
      <p:sp>
        <p:nvSpPr>
          <p:cNvPr id="11301" name="Text Box 87">
            <a:extLst>
              <a:ext uri="{FF2B5EF4-FFF2-40B4-BE49-F238E27FC236}">
                <a16:creationId xmlns:a16="http://schemas.microsoft.com/office/drawing/2014/main" id="{868D8578-BB9C-54B3-C1E7-1EAFCD853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663" y="5132388"/>
            <a:ext cx="3168650" cy="2682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CV106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 Pallet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도착</a:t>
            </a:r>
          </a:p>
        </p:txBody>
      </p:sp>
      <p:sp>
        <p:nvSpPr>
          <p:cNvPr id="11302" name="Text Box 88">
            <a:extLst>
              <a:ext uri="{FF2B5EF4-FFF2-40B4-BE49-F238E27FC236}">
                <a16:creationId xmlns:a16="http://schemas.microsoft.com/office/drawing/2014/main" id="{CCA881AC-F81B-0161-A1F1-56C80BA4D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113" y="539908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CV106</a:t>
            </a:r>
          </a:p>
        </p:txBody>
      </p:sp>
      <p:sp>
        <p:nvSpPr>
          <p:cNvPr id="11303" name="Line 89">
            <a:extLst>
              <a:ext uri="{FF2B5EF4-FFF2-40B4-BE49-F238E27FC236}">
                <a16:creationId xmlns:a16="http://schemas.microsoft.com/office/drawing/2014/main" id="{19B743C9-06B5-F8C0-0A5C-70BEF820AED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7850" y="5622925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304" name="Text Box 90">
            <a:extLst>
              <a:ext uri="{FF2B5EF4-FFF2-40B4-BE49-F238E27FC236}">
                <a16:creationId xmlns:a16="http://schemas.microsoft.com/office/drawing/2014/main" id="{4149B862-741F-1B52-C619-4E0865966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963" y="549116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M0210 ON</a:t>
            </a:r>
          </a:p>
        </p:txBody>
      </p:sp>
      <p:sp>
        <p:nvSpPr>
          <p:cNvPr id="11305" name="Text Box 91">
            <a:extLst>
              <a:ext uri="{FF2B5EF4-FFF2-40B4-BE49-F238E27FC236}">
                <a16:creationId xmlns:a16="http://schemas.microsoft.com/office/drawing/2014/main" id="{12BE4EE9-C522-3836-73EF-5D9F7FBCC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113" y="47958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CV105</a:t>
            </a:r>
          </a:p>
        </p:txBody>
      </p:sp>
      <p:sp>
        <p:nvSpPr>
          <p:cNvPr id="11306" name="Line 92">
            <a:extLst>
              <a:ext uri="{FF2B5EF4-FFF2-40B4-BE49-F238E27FC236}">
                <a16:creationId xmlns:a16="http://schemas.microsoft.com/office/drawing/2014/main" id="{5CB2FEDA-8296-D374-9741-5132980804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7850" y="5059363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307" name="Text Box 93">
            <a:extLst>
              <a:ext uri="{FF2B5EF4-FFF2-40B4-BE49-F238E27FC236}">
                <a16:creationId xmlns:a16="http://schemas.microsoft.com/office/drawing/2014/main" id="{7D4EB3A3-8CC0-2C90-361B-D68475378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963" y="492760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M0211 OFF</a:t>
            </a:r>
          </a:p>
        </p:txBody>
      </p:sp>
      <p:sp>
        <p:nvSpPr>
          <p:cNvPr id="11308" name="Text Box 94">
            <a:extLst>
              <a:ext uri="{FF2B5EF4-FFF2-40B4-BE49-F238E27FC236}">
                <a16:creationId xmlns:a16="http://schemas.microsoft.com/office/drawing/2014/main" id="{CDE26225-4D08-E789-2058-FF6090CCE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663" y="5707063"/>
            <a:ext cx="3168650" cy="4302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ID Shift  </a:t>
            </a:r>
          </a:p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CV105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영역에서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CV106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영역으로</a:t>
            </a:r>
          </a:p>
        </p:txBody>
      </p:sp>
      <p:sp>
        <p:nvSpPr>
          <p:cNvPr id="11309" name="Freeform 95">
            <a:extLst>
              <a:ext uri="{FF2B5EF4-FFF2-40B4-BE49-F238E27FC236}">
                <a16:creationId xmlns:a16="http://schemas.microsoft.com/office/drawing/2014/main" id="{D9F4D63B-341D-FD9C-6E71-0636734B5980}"/>
              </a:ext>
            </a:extLst>
          </p:cNvPr>
          <p:cNvSpPr>
            <a:spLocks/>
          </p:cNvSpPr>
          <p:nvPr/>
        </p:nvSpPr>
        <p:spPr bwMode="auto">
          <a:xfrm>
            <a:off x="3135313" y="6249988"/>
            <a:ext cx="3455987" cy="198437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310" name="AutoShape 96">
            <a:extLst>
              <a:ext uri="{FF2B5EF4-FFF2-40B4-BE49-F238E27FC236}">
                <a16:creationId xmlns:a16="http://schemas.microsoft.com/office/drawing/2014/main" id="{C691900B-E68D-BD58-DA8D-922DE676E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238" y="6261100"/>
            <a:ext cx="3028950" cy="1714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NO(R0022~R0023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11311" name="Text Box 97">
            <a:extLst>
              <a:ext uri="{FF2B5EF4-FFF2-40B4-BE49-F238E27FC236}">
                <a16:creationId xmlns:a16="http://schemas.microsoft.com/office/drawing/2014/main" id="{1532BCCF-3CF1-A25E-4EC7-A3A4C8C53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25" y="5556250"/>
            <a:ext cx="1609725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※ Exist Bit 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변경 이후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ECS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에서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0.5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초 이내에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읽어 가므로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PLC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는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Data Move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 무결성 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을 보장 해야 함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11312" name="AutoShape 58">
            <a:extLst>
              <a:ext uri="{FF2B5EF4-FFF2-40B4-BE49-F238E27FC236}">
                <a16:creationId xmlns:a16="http://schemas.microsoft.com/office/drawing/2014/main" id="{548E64FB-7DF3-E302-513F-D04B96E8848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807450" y="615950"/>
            <a:ext cx="179388" cy="179388"/>
          </a:xfrm>
          <a:prstGeom prst="flowChartExtra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36B4CC-7A87-B96C-938B-89A469ACD435}"/>
              </a:ext>
            </a:extLst>
          </p:cNvPr>
          <p:cNvSpPr txBox="1"/>
          <p:nvPr/>
        </p:nvSpPr>
        <p:spPr>
          <a:xfrm>
            <a:off x="6008688" y="3497263"/>
            <a:ext cx="1420261" cy="1692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FF0000"/>
                </a:solidFill>
              </a:rPr>
              <a:t>[</a:t>
            </a:r>
            <a:r>
              <a:rPr lang="ko-KR" altLang="en-US" sz="1100">
                <a:solidFill>
                  <a:srgbClr val="FF0000"/>
                </a:solidFill>
              </a:rPr>
              <a:t>양방향 트랙이 아님</a:t>
            </a:r>
            <a:r>
              <a:rPr lang="en-US" altLang="ko-KR" sz="1100">
                <a:solidFill>
                  <a:srgbClr val="FF0000"/>
                </a:solidFill>
              </a:rPr>
              <a:t>?]</a:t>
            </a:r>
            <a:endParaRPr lang="ko-KR" altLang="en-US" sz="1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>
            <a:extLst>
              <a:ext uri="{FF2B5EF4-FFF2-40B4-BE49-F238E27FC236}">
                <a16:creationId xmlns:a16="http://schemas.microsoft.com/office/drawing/2014/main" id="{0A2C0C9F-BC51-9D24-D37E-815416CEC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428307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(SC_2 </a:t>
            </a:r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출고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CV105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CV106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)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4B6F32EF-B8D7-3DEB-55F6-558EE1DDF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450850"/>
            <a:ext cx="9113837" cy="6337300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7C6C106A-BF69-C60E-59AF-0EE7CE422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6825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30D3D78D-BFE4-B9C9-2B79-46B2A821F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813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12294" name="Group 6">
            <a:extLst>
              <a:ext uri="{FF2B5EF4-FFF2-40B4-BE49-F238E27FC236}">
                <a16:creationId xmlns:a16="http://schemas.microsoft.com/office/drawing/2014/main" id="{3F64EE0F-724B-0008-3A62-7989A45E42D0}"/>
              </a:ext>
            </a:extLst>
          </p:cNvPr>
          <p:cNvGrpSpPr>
            <a:grpSpLocks/>
          </p:cNvGrpSpPr>
          <p:nvPr/>
        </p:nvGrpSpPr>
        <p:grpSpPr bwMode="auto">
          <a:xfrm>
            <a:off x="3116263" y="900113"/>
            <a:ext cx="3443287" cy="4375150"/>
            <a:chOff x="1125" y="1346"/>
            <a:chExt cx="2169" cy="4722"/>
          </a:xfrm>
        </p:grpSpPr>
        <p:sp>
          <p:nvSpPr>
            <p:cNvPr id="12326" name="Line 7">
              <a:extLst>
                <a:ext uri="{FF2B5EF4-FFF2-40B4-BE49-F238E27FC236}">
                  <a16:creationId xmlns:a16="http://schemas.microsoft.com/office/drawing/2014/main" id="{648FE6E3-A807-BEC4-30F0-1BE3F7B16F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12327" name="Line 8">
              <a:extLst>
                <a:ext uri="{FF2B5EF4-FFF2-40B4-BE49-F238E27FC236}">
                  <a16:creationId xmlns:a16="http://schemas.microsoft.com/office/drawing/2014/main" id="{1E1A9A79-CC8C-1C37-E8E4-1A0157B5A1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12295" name="Text Box 14">
            <a:extLst>
              <a:ext uri="{FF2B5EF4-FFF2-40B4-BE49-F238E27FC236}">
                <a16:creationId xmlns:a16="http://schemas.microsoft.com/office/drawing/2014/main" id="{4E5ECA6D-A7A0-9D69-0FD7-52E06E6E4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888" y="666750"/>
            <a:ext cx="2349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12296" name="Text Box 35">
            <a:extLst>
              <a:ext uri="{FF2B5EF4-FFF2-40B4-BE49-F238E27FC236}">
                <a16:creationId xmlns:a16="http://schemas.microsoft.com/office/drawing/2014/main" id="{336D48A6-0935-469A-407B-8B4AA0064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588" y="1027113"/>
            <a:ext cx="3168650" cy="2682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RGV Call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을 위해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W.O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보고</a:t>
            </a:r>
          </a:p>
        </p:txBody>
      </p:sp>
      <p:sp>
        <p:nvSpPr>
          <p:cNvPr id="12297" name="Text Box 36">
            <a:extLst>
              <a:ext uri="{FF2B5EF4-FFF2-40B4-BE49-F238E27FC236}">
                <a16:creationId xmlns:a16="http://schemas.microsoft.com/office/drawing/2014/main" id="{5453426D-A75B-1BA0-7540-41C7CFFB2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2309813"/>
            <a:ext cx="3168650" cy="31273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RGV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이 도착하여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12298" name="Line 37">
            <a:extLst>
              <a:ext uri="{FF2B5EF4-FFF2-40B4-BE49-F238E27FC236}">
                <a16:creationId xmlns:a16="http://schemas.microsoft.com/office/drawing/2014/main" id="{A02A7972-040D-0CB6-4876-86315445B7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347980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9" name="Text Box 38">
            <a:extLst>
              <a:ext uri="{FF2B5EF4-FFF2-40B4-BE49-F238E27FC236}">
                <a16:creationId xmlns:a16="http://schemas.microsoft.com/office/drawing/2014/main" id="{29CA1C19-DA6D-B262-968B-1CB7ED5ED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32353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M0202 ON</a:t>
            </a:r>
          </a:p>
        </p:txBody>
      </p:sp>
      <p:sp>
        <p:nvSpPr>
          <p:cNvPr id="12300" name="Text Box 39">
            <a:extLst>
              <a:ext uri="{FF2B5EF4-FFF2-40B4-BE49-F238E27FC236}">
                <a16:creationId xmlns:a16="http://schemas.microsoft.com/office/drawing/2014/main" id="{F60FC7A9-4AB4-586B-B9C8-E1D230E13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324167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12301" name="Line 40">
            <a:extLst>
              <a:ext uri="{FF2B5EF4-FFF2-40B4-BE49-F238E27FC236}">
                <a16:creationId xmlns:a16="http://schemas.microsoft.com/office/drawing/2014/main" id="{1A90EA2F-4804-7308-8A63-06D14C6F88A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382905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302" name="Text Box 41">
            <a:extLst>
              <a:ext uri="{FF2B5EF4-FFF2-40B4-BE49-F238E27FC236}">
                <a16:creationId xmlns:a16="http://schemas.microsoft.com/office/drawing/2014/main" id="{77C637B0-C5ED-64A9-FAE8-2EAECC79F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4300" y="369093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M0821 ON</a:t>
            </a:r>
          </a:p>
        </p:txBody>
      </p:sp>
      <p:sp>
        <p:nvSpPr>
          <p:cNvPr id="12303" name="Text Box 42">
            <a:extLst>
              <a:ext uri="{FF2B5EF4-FFF2-40B4-BE49-F238E27FC236}">
                <a16:creationId xmlns:a16="http://schemas.microsoft.com/office/drawing/2014/main" id="{C6275147-1FC5-6B2B-BA66-44CB8E3B2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359092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12304" name="Line 43">
            <a:extLst>
              <a:ext uri="{FF2B5EF4-FFF2-40B4-BE49-F238E27FC236}">
                <a16:creationId xmlns:a16="http://schemas.microsoft.com/office/drawing/2014/main" id="{AE8D90C4-FA81-C9B6-FE74-D7BDFC1F47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0075" y="4491038"/>
            <a:ext cx="34528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305" name="Text Box 44">
            <a:extLst>
              <a:ext uri="{FF2B5EF4-FFF2-40B4-BE49-F238E27FC236}">
                <a16:creationId xmlns:a16="http://schemas.microsoft.com/office/drawing/2014/main" id="{4EEB73CA-2766-0368-9246-895D1E410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7263" y="42894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M0821 OFF</a:t>
            </a:r>
          </a:p>
        </p:txBody>
      </p:sp>
      <p:sp>
        <p:nvSpPr>
          <p:cNvPr id="12306" name="Text Box 45">
            <a:extLst>
              <a:ext uri="{FF2B5EF4-FFF2-40B4-BE49-F238E27FC236}">
                <a16:creationId xmlns:a16="http://schemas.microsoft.com/office/drawing/2014/main" id="{501AC744-756D-BCF3-2D7C-6CD4361B9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428942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12307" name="Text Box 46">
            <a:extLst>
              <a:ext uri="{FF2B5EF4-FFF2-40B4-BE49-F238E27FC236}">
                <a16:creationId xmlns:a16="http://schemas.microsoft.com/office/drawing/2014/main" id="{D2B75F11-5EF8-0BCC-7CC2-32F555F83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2698750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CV106</a:t>
            </a:r>
          </a:p>
        </p:txBody>
      </p:sp>
      <p:sp>
        <p:nvSpPr>
          <p:cNvPr id="12308" name="Line 47">
            <a:extLst>
              <a:ext uri="{FF2B5EF4-FFF2-40B4-BE49-F238E27FC236}">
                <a16:creationId xmlns:a16="http://schemas.microsoft.com/office/drawing/2014/main" id="{82001408-A45D-6D4C-4035-3128CD72E2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2962275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309" name="Text Box 48">
            <a:extLst>
              <a:ext uri="{FF2B5EF4-FFF2-40B4-BE49-F238E27FC236}">
                <a16:creationId xmlns:a16="http://schemas.microsoft.com/office/drawing/2014/main" id="{EDA6F88F-22D5-A419-616B-21A515151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283051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M0210 OFF</a:t>
            </a:r>
          </a:p>
        </p:txBody>
      </p:sp>
      <p:sp>
        <p:nvSpPr>
          <p:cNvPr id="12310" name="Line 49">
            <a:extLst>
              <a:ext uri="{FF2B5EF4-FFF2-40B4-BE49-F238E27FC236}">
                <a16:creationId xmlns:a16="http://schemas.microsoft.com/office/drawing/2014/main" id="{FAF60FD0-C477-1519-57DB-6EEBAD83DD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4887913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311" name="Text Box 50">
            <a:extLst>
              <a:ext uri="{FF2B5EF4-FFF2-40B4-BE49-F238E27FC236}">
                <a16:creationId xmlns:a16="http://schemas.microsoft.com/office/drawing/2014/main" id="{FFE505CE-C53B-ABA9-F328-36BEA10C4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46704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M0206 OFF</a:t>
            </a:r>
          </a:p>
        </p:txBody>
      </p:sp>
      <p:sp>
        <p:nvSpPr>
          <p:cNvPr id="12312" name="Text Box 51">
            <a:extLst>
              <a:ext uri="{FF2B5EF4-FFF2-40B4-BE49-F238E27FC236}">
                <a16:creationId xmlns:a16="http://schemas.microsoft.com/office/drawing/2014/main" id="{1B46412B-F89E-08CC-4149-EBBCC848C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4643438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12313" name="Text Box 52">
            <a:extLst>
              <a:ext uri="{FF2B5EF4-FFF2-40B4-BE49-F238E27FC236}">
                <a16:creationId xmlns:a16="http://schemas.microsoft.com/office/drawing/2014/main" id="{AB4A3A7E-1FD9-9327-2BA1-3FD0F0DE6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394335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M0202 OFF</a:t>
            </a:r>
          </a:p>
        </p:txBody>
      </p:sp>
      <p:sp>
        <p:nvSpPr>
          <p:cNvPr id="12314" name="Text Box 53">
            <a:extLst>
              <a:ext uri="{FF2B5EF4-FFF2-40B4-BE49-F238E27FC236}">
                <a16:creationId xmlns:a16="http://schemas.microsoft.com/office/drawing/2014/main" id="{2ED01AE1-260E-FE3B-76E7-8E8BCF496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3949700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12315" name="Line 54">
            <a:extLst>
              <a:ext uri="{FF2B5EF4-FFF2-40B4-BE49-F238E27FC236}">
                <a16:creationId xmlns:a16="http://schemas.microsoft.com/office/drawing/2014/main" id="{A1B6649C-D42F-B129-2E48-068096D9FC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0075" y="4187825"/>
            <a:ext cx="34528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316" name="Freeform 55">
            <a:extLst>
              <a:ext uri="{FF2B5EF4-FFF2-40B4-BE49-F238E27FC236}">
                <a16:creationId xmlns:a16="http://schemas.microsoft.com/office/drawing/2014/main" id="{CA9E478A-43BC-5BD3-A973-18B9A9E662CA}"/>
              </a:ext>
            </a:extLst>
          </p:cNvPr>
          <p:cNvSpPr>
            <a:spLocks/>
          </p:cNvSpPr>
          <p:nvPr/>
        </p:nvSpPr>
        <p:spPr bwMode="auto">
          <a:xfrm>
            <a:off x="3095625" y="1866900"/>
            <a:ext cx="3455988" cy="198438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317" name="AutoShape 56">
            <a:extLst>
              <a:ext uri="{FF2B5EF4-FFF2-40B4-BE49-F238E27FC236}">
                <a16:creationId xmlns:a16="http://schemas.microsoft.com/office/drawing/2014/main" id="{B50F31CA-A0D8-03A5-0D37-2DBB97EF5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550" y="1878013"/>
            <a:ext cx="3028950" cy="1714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 (R0022~R0023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12318" name="Line 57">
            <a:extLst>
              <a:ext uri="{FF2B5EF4-FFF2-40B4-BE49-F238E27FC236}">
                <a16:creationId xmlns:a16="http://schemas.microsoft.com/office/drawing/2014/main" id="{482D4702-0B81-0C8B-3232-C9F8D9FA6D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9275" y="1624013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319" name="Text Box 58">
            <a:extLst>
              <a:ext uri="{FF2B5EF4-FFF2-40B4-BE49-F238E27FC236}">
                <a16:creationId xmlns:a16="http://schemas.microsoft.com/office/drawing/2014/main" id="{60FB093E-FF38-A3E3-E27F-73984528E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8" y="14065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M0206 ON</a:t>
            </a:r>
          </a:p>
        </p:txBody>
      </p:sp>
      <p:sp>
        <p:nvSpPr>
          <p:cNvPr id="12320" name="Text Box 59">
            <a:extLst>
              <a:ext uri="{FF2B5EF4-FFF2-40B4-BE49-F238E27FC236}">
                <a16:creationId xmlns:a16="http://schemas.microsoft.com/office/drawing/2014/main" id="{EDBB5D8E-4D55-F03B-B36C-14D02FC33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88" y="13795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grpSp>
        <p:nvGrpSpPr>
          <p:cNvPr id="12321" name="Group 54">
            <a:extLst>
              <a:ext uri="{FF2B5EF4-FFF2-40B4-BE49-F238E27FC236}">
                <a16:creationId xmlns:a16="http://schemas.microsoft.com/office/drawing/2014/main" id="{B0C82191-DFC5-E46E-4921-C25900DE35EE}"/>
              </a:ext>
            </a:extLst>
          </p:cNvPr>
          <p:cNvGrpSpPr>
            <a:grpSpLocks/>
          </p:cNvGrpSpPr>
          <p:nvPr/>
        </p:nvGrpSpPr>
        <p:grpSpPr bwMode="auto">
          <a:xfrm>
            <a:off x="9009063" y="595313"/>
            <a:ext cx="360362" cy="719137"/>
            <a:chOff x="995" y="2643"/>
            <a:chExt cx="227" cy="453"/>
          </a:xfrm>
        </p:grpSpPr>
        <p:sp>
          <p:nvSpPr>
            <p:cNvPr id="12324" name="Rectangle 55">
              <a:extLst>
                <a:ext uri="{FF2B5EF4-FFF2-40B4-BE49-F238E27FC236}">
                  <a16:creationId xmlns:a16="http://schemas.microsoft.com/office/drawing/2014/main" id="{5ABE7C75-D87D-065E-ECBC-7FB3723F3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105</a:t>
              </a:r>
            </a:p>
          </p:txBody>
        </p:sp>
        <p:sp>
          <p:nvSpPr>
            <p:cNvPr id="12325" name="Rectangle 56">
              <a:extLst>
                <a:ext uri="{FF2B5EF4-FFF2-40B4-BE49-F238E27FC236}">
                  <a16:creationId xmlns:a16="http://schemas.microsoft.com/office/drawing/2014/main" id="{5B5693B9-D547-5E87-0BF2-26BDCCFC60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106</a:t>
              </a:r>
            </a:p>
          </p:txBody>
        </p:sp>
      </p:grpSp>
      <p:sp>
        <p:nvSpPr>
          <p:cNvPr id="12322" name="Text Box 59">
            <a:extLst>
              <a:ext uri="{FF2B5EF4-FFF2-40B4-BE49-F238E27FC236}">
                <a16:creationId xmlns:a16="http://schemas.microsoft.com/office/drawing/2014/main" id="{2C672621-02AA-C0A8-6549-0EE4C4CF8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3650" y="1314450"/>
            <a:ext cx="5603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/>
              <a:t>C/V #3</a:t>
            </a:r>
          </a:p>
        </p:txBody>
      </p:sp>
      <p:sp>
        <p:nvSpPr>
          <p:cNvPr id="12323" name="AutoShape 58">
            <a:extLst>
              <a:ext uri="{FF2B5EF4-FFF2-40B4-BE49-F238E27FC236}">
                <a16:creationId xmlns:a16="http://schemas.microsoft.com/office/drawing/2014/main" id="{371E0394-A8DD-60BB-CD4F-4DAB96FA287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807450" y="615950"/>
            <a:ext cx="179388" cy="179388"/>
          </a:xfrm>
          <a:prstGeom prst="flowChartExtra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>
            <a:extLst>
              <a:ext uri="{FF2B5EF4-FFF2-40B4-BE49-F238E27FC236}">
                <a16:creationId xmlns:a16="http://schemas.microsoft.com/office/drawing/2014/main" id="{ADE720E5-3D1C-B5CB-80BE-A4733D80F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450850"/>
            <a:ext cx="9113837" cy="6337300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13315" name="Rectangle 4">
            <a:extLst>
              <a:ext uri="{FF2B5EF4-FFF2-40B4-BE49-F238E27FC236}">
                <a16:creationId xmlns:a16="http://schemas.microsoft.com/office/drawing/2014/main" id="{832E912D-41B6-5717-9B84-B68192E21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6825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13316" name="Rectangle 5">
            <a:extLst>
              <a:ext uri="{FF2B5EF4-FFF2-40B4-BE49-F238E27FC236}">
                <a16:creationId xmlns:a16="http://schemas.microsoft.com/office/drawing/2014/main" id="{9A45EBBA-7534-ED57-265F-76F5BEDCD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813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13317" name="Group 6">
            <a:extLst>
              <a:ext uri="{FF2B5EF4-FFF2-40B4-BE49-F238E27FC236}">
                <a16:creationId xmlns:a16="http://schemas.microsoft.com/office/drawing/2014/main" id="{778A394E-0506-4A93-D4B6-23BFEC14E217}"/>
              </a:ext>
            </a:extLst>
          </p:cNvPr>
          <p:cNvGrpSpPr>
            <a:grpSpLocks/>
          </p:cNvGrpSpPr>
          <p:nvPr/>
        </p:nvGrpSpPr>
        <p:grpSpPr bwMode="auto">
          <a:xfrm>
            <a:off x="3116263" y="900113"/>
            <a:ext cx="3443287" cy="5599112"/>
            <a:chOff x="1125" y="1346"/>
            <a:chExt cx="2169" cy="4722"/>
          </a:xfrm>
        </p:grpSpPr>
        <p:sp>
          <p:nvSpPr>
            <p:cNvPr id="13363" name="Line 7">
              <a:extLst>
                <a:ext uri="{FF2B5EF4-FFF2-40B4-BE49-F238E27FC236}">
                  <a16:creationId xmlns:a16="http://schemas.microsoft.com/office/drawing/2014/main" id="{523C2CBC-8F17-D4DD-27A1-92D41D40FA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13364" name="Line 8">
              <a:extLst>
                <a:ext uri="{FF2B5EF4-FFF2-40B4-BE49-F238E27FC236}">
                  <a16:creationId xmlns:a16="http://schemas.microsoft.com/office/drawing/2014/main" id="{979D0068-3F21-3158-1FB0-2399C8895C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13318" name="Text Box 14">
            <a:extLst>
              <a:ext uri="{FF2B5EF4-FFF2-40B4-BE49-F238E27FC236}">
                <a16:creationId xmlns:a16="http://schemas.microsoft.com/office/drawing/2014/main" id="{211C24D7-6334-46AB-E1AA-C45DF5397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888" y="6499225"/>
            <a:ext cx="2349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13319" name="Text Box 53">
            <a:extLst>
              <a:ext uri="{FF2B5EF4-FFF2-40B4-BE49-F238E27FC236}">
                <a16:creationId xmlns:a16="http://schemas.microsoft.com/office/drawing/2014/main" id="{8D41EFA5-91F7-66C8-7E66-0A4DAF7C2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650" y="6499225"/>
            <a:ext cx="2349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grpSp>
        <p:nvGrpSpPr>
          <p:cNvPr id="13320" name="Group 54">
            <a:extLst>
              <a:ext uri="{FF2B5EF4-FFF2-40B4-BE49-F238E27FC236}">
                <a16:creationId xmlns:a16="http://schemas.microsoft.com/office/drawing/2014/main" id="{E1BF61A8-DBBF-F51C-CA57-004A8E21214B}"/>
              </a:ext>
            </a:extLst>
          </p:cNvPr>
          <p:cNvGrpSpPr>
            <a:grpSpLocks/>
          </p:cNvGrpSpPr>
          <p:nvPr/>
        </p:nvGrpSpPr>
        <p:grpSpPr bwMode="auto">
          <a:xfrm>
            <a:off x="9009063" y="595313"/>
            <a:ext cx="360362" cy="719137"/>
            <a:chOff x="995" y="2643"/>
            <a:chExt cx="227" cy="453"/>
          </a:xfrm>
        </p:grpSpPr>
        <p:sp>
          <p:nvSpPr>
            <p:cNvPr id="13361" name="Rectangle 55">
              <a:extLst>
                <a:ext uri="{FF2B5EF4-FFF2-40B4-BE49-F238E27FC236}">
                  <a16:creationId xmlns:a16="http://schemas.microsoft.com/office/drawing/2014/main" id="{0A3AF02F-0A56-8A87-52EE-FEA6C3EEA9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108</a:t>
              </a:r>
            </a:p>
          </p:txBody>
        </p:sp>
        <p:sp>
          <p:nvSpPr>
            <p:cNvPr id="13362" name="Rectangle 56">
              <a:extLst>
                <a:ext uri="{FF2B5EF4-FFF2-40B4-BE49-F238E27FC236}">
                  <a16:creationId xmlns:a16="http://schemas.microsoft.com/office/drawing/2014/main" id="{1DB5485F-1AE2-77D8-F025-857024E23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107</a:t>
              </a:r>
            </a:p>
          </p:txBody>
        </p:sp>
      </p:grpSp>
      <p:sp>
        <p:nvSpPr>
          <p:cNvPr id="13321" name="AutoShape 57">
            <a:extLst>
              <a:ext uri="{FF2B5EF4-FFF2-40B4-BE49-F238E27FC236}">
                <a16:creationId xmlns:a16="http://schemas.microsoft.com/office/drawing/2014/main" id="{D54CD7C2-9570-AE68-0EB1-56B9ABB01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8088" y="1135063"/>
            <a:ext cx="179387" cy="179387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13322" name="Text Box 59">
            <a:extLst>
              <a:ext uri="{FF2B5EF4-FFF2-40B4-BE49-F238E27FC236}">
                <a16:creationId xmlns:a16="http://schemas.microsoft.com/office/drawing/2014/main" id="{C1724F58-7BFD-7A97-AAEF-5144A47DF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3650" y="1314450"/>
            <a:ext cx="5603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/>
              <a:t>C/V #4</a:t>
            </a:r>
          </a:p>
        </p:txBody>
      </p:sp>
      <p:sp>
        <p:nvSpPr>
          <p:cNvPr id="13323" name="Text Box 60">
            <a:extLst>
              <a:ext uri="{FF2B5EF4-FFF2-40B4-BE49-F238E27FC236}">
                <a16:creationId xmlns:a16="http://schemas.microsoft.com/office/drawing/2014/main" id="{A0233A2E-7BFA-0629-A7F1-B6AF1D69C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4351338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 SC_2 </a:t>
            </a:r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입고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CV107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CV108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)</a:t>
            </a:r>
          </a:p>
        </p:txBody>
      </p:sp>
      <p:sp>
        <p:nvSpPr>
          <p:cNvPr id="13324" name="Text Box 61">
            <a:extLst>
              <a:ext uri="{FF2B5EF4-FFF2-40B4-BE49-F238E27FC236}">
                <a16:creationId xmlns:a16="http://schemas.microsoft.com/office/drawing/2014/main" id="{67FB3005-716B-FB4B-308A-42D02AFD3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8025" y="1027113"/>
            <a:ext cx="3168650" cy="2682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RGV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도착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CV107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13325" name="Text Box 62">
            <a:extLst>
              <a:ext uri="{FF2B5EF4-FFF2-40B4-BE49-F238E27FC236}">
                <a16:creationId xmlns:a16="http://schemas.microsoft.com/office/drawing/2014/main" id="{E33BF58E-1664-65C9-DC1C-9CBF6EAB1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6525" y="138747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CV107</a:t>
            </a:r>
          </a:p>
        </p:txBody>
      </p:sp>
      <p:sp>
        <p:nvSpPr>
          <p:cNvPr id="13326" name="Line 63">
            <a:extLst>
              <a:ext uri="{FF2B5EF4-FFF2-40B4-BE49-F238E27FC236}">
                <a16:creationId xmlns:a16="http://schemas.microsoft.com/office/drawing/2014/main" id="{AF98EE56-8BFD-DE09-0775-A114A82F13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6263" y="165100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327" name="Text Box 64">
            <a:extLst>
              <a:ext uri="{FF2B5EF4-FFF2-40B4-BE49-F238E27FC236}">
                <a16:creationId xmlns:a16="http://schemas.microsoft.com/office/drawing/2014/main" id="{2099C29F-36E6-46AF-336E-56FB0A111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75" y="151923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M0230 ON</a:t>
            </a:r>
          </a:p>
        </p:txBody>
      </p:sp>
      <p:sp>
        <p:nvSpPr>
          <p:cNvPr id="13328" name="Line 65">
            <a:extLst>
              <a:ext uri="{FF2B5EF4-FFF2-40B4-BE49-F238E27FC236}">
                <a16:creationId xmlns:a16="http://schemas.microsoft.com/office/drawing/2014/main" id="{9095213C-B828-4FA3-A8D2-60257B283C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7375" y="198913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329" name="Text Box 66">
            <a:extLst>
              <a:ext uri="{FF2B5EF4-FFF2-40B4-BE49-F238E27FC236}">
                <a16:creationId xmlns:a16="http://schemas.microsoft.com/office/drawing/2014/main" id="{647CDA86-3D22-1DB5-9268-F01122F46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438" y="174466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M0222 ON</a:t>
            </a:r>
          </a:p>
        </p:txBody>
      </p:sp>
      <p:sp>
        <p:nvSpPr>
          <p:cNvPr id="13330" name="Text Box 67">
            <a:extLst>
              <a:ext uri="{FF2B5EF4-FFF2-40B4-BE49-F238E27FC236}">
                <a16:creationId xmlns:a16="http://schemas.microsoft.com/office/drawing/2014/main" id="{B9583A74-411B-8B26-D15C-ED9EE3407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175101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13331" name="Line 68">
            <a:extLst>
              <a:ext uri="{FF2B5EF4-FFF2-40B4-BE49-F238E27FC236}">
                <a16:creationId xmlns:a16="http://schemas.microsoft.com/office/drawing/2014/main" id="{D7BAC343-CF0B-4DED-F78F-320B03D60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7375" y="233838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332" name="Text Box 69">
            <a:extLst>
              <a:ext uri="{FF2B5EF4-FFF2-40B4-BE49-F238E27FC236}">
                <a16:creationId xmlns:a16="http://schemas.microsoft.com/office/drawing/2014/main" id="{93633A8F-2C0B-9294-69C0-A6FE95BE2F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188" y="209391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M0831 ON</a:t>
            </a:r>
          </a:p>
        </p:txBody>
      </p:sp>
      <p:sp>
        <p:nvSpPr>
          <p:cNvPr id="13333" name="Text Box 70">
            <a:extLst>
              <a:ext uri="{FF2B5EF4-FFF2-40B4-BE49-F238E27FC236}">
                <a16:creationId xmlns:a16="http://schemas.microsoft.com/office/drawing/2014/main" id="{C871455A-ED2C-09CC-064B-EEABB5B74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1002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13334" name="Text Box 71">
            <a:extLst>
              <a:ext uri="{FF2B5EF4-FFF2-40B4-BE49-F238E27FC236}">
                <a16:creationId xmlns:a16="http://schemas.microsoft.com/office/drawing/2014/main" id="{7302E302-BF97-5DAC-5F8D-0C0615EED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150" y="279876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M0831 OFF</a:t>
            </a:r>
          </a:p>
        </p:txBody>
      </p:sp>
      <p:sp>
        <p:nvSpPr>
          <p:cNvPr id="13335" name="Text Box 72">
            <a:extLst>
              <a:ext uri="{FF2B5EF4-FFF2-40B4-BE49-F238E27FC236}">
                <a16:creationId xmlns:a16="http://schemas.microsoft.com/office/drawing/2014/main" id="{A25E5BE8-1B76-87D8-B809-8F4CEDD2B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7987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13336" name="Text Box 73">
            <a:extLst>
              <a:ext uri="{FF2B5EF4-FFF2-40B4-BE49-F238E27FC236}">
                <a16:creationId xmlns:a16="http://schemas.microsoft.com/office/drawing/2014/main" id="{ED3A4EFE-B508-EF7B-5CCD-78F91494C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438" y="245268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M0222 OFF</a:t>
            </a:r>
          </a:p>
        </p:txBody>
      </p:sp>
      <p:sp>
        <p:nvSpPr>
          <p:cNvPr id="13337" name="Text Box 74">
            <a:extLst>
              <a:ext uri="{FF2B5EF4-FFF2-40B4-BE49-F238E27FC236}">
                <a16:creationId xmlns:a16="http://schemas.microsoft.com/office/drawing/2014/main" id="{D25E881E-5966-E836-8FCB-55A30B6D1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4590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13338" name="Line 75">
            <a:extLst>
              <a:ext uri="{FF2B5EF4-FFF2-40B4-BE49-F238E27FC236}">
                <a16:creationId xmlns:a16="http://schemas.microsoft.com/office/drawing/2014/main" id="{6D68288B-E12D-6257-DCA8-07C2F845D8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8963" y="2697163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339" name="Text Box 76">
            <a:extLst>
              <a:ext uri="{FF2B5EF4-FFF2-40B4-BE49-F238E27FC236}">
                <a16:creationId xmlns:a16="http://schemas.microsoft.com/office/drawing/2014/main" id="{C82D0E0D-FDD8-9528-8D22-95EA3C73D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1838" y="3114675"/>
            <a:ext cx="3168650" cy="404813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는 입고대 방향 확인 후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, </a:t>
            </a:r>
          </a:p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Tracking Area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Write</a:t>
            </a:r>
          </a:p>
        </p:txBody>
      </p:sp>
      <p:sp>
        <p:nvSpPr>
          <p:cNvPr id="13340" name="Line 77">
            <a:extLst>
              <a:ext uri="{FF2B5EF4-FFF2-40B4-BE49-F238E27FC236}">
                <a16:creationId xmlns:a16="http://schemas.microsoft.com/office/drawing/2014/main" id="{4DA2DCB4-6913-D9E3-302A-10FCB396E3C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3563" y="3738563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438" name="Text Box 78">
            <a:extLst>
              <a:ext uri="{FF2B5EF4-FFF2-40B4-BE49-F238E27FC236}">
                <a16:creationId xmlns:a16="http://schemas.microsoft.com/office/drawing/2014/main" id="{6EA63A22-B3D0-A75A-D88E-C6F8A2E59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4288" y="3522663"/>
            <a:ext cx="21590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en-US" altLang="ko-KR" sz="1000" b="0" strike="sngStrike" dirty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Direction Mode Check(M0249)</a:t>
            </a:r>
          </a:p>
        </p:txBody>
      </p:sp>
      <p:sp>
        <p:nvSpPr>
          <p:cNvPr id="13342" name="Text Box 79">
            <a:extLst>
              <a:ext uri="{FF2B5EF4-FFF2-40B4-BE49-F238E27FC236}">
                <a16:creationId xmlns:a16="http://schemas.microsoft.com/office/drawing/2014/main" id="{2313F61A-82BF-0CEC-356D-6EF633F85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2575" y="3636963"/>
            <a:ext cx="2016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입고 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ON, 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출고 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OFF</a:t>
            </a:r>
          </a:p>
        </p:txBody>
      </p:sp>
      <p:sp>
        <p:nvSpPr>
          <p:cNvPr id="13343" name="Line 80">
            <a:extLst>
              <a:ext uri="{FF2B5EF4-FFF2-40B4-BE49-F238E27FC236}">
                <a16:creationId xmlns:a16="http://schemas.microsoft.com/office/drawing/2014/main" id="{E2DB18D3-EF48-3A01-1DFD-D72FBD8768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3563" y="3965575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344" name="Text Box 81">
            <a:extLst>
              <a:ext uri="{FF2B5EF4-FFF2-40B4-BE49-F238E27FC236}">
                <a16:creationId xmlns:a16="http://schemas.microsoft.com/office/drawing/2014/main" id="{E9B03690-A06B-E932-8024-CE09E32BC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2575" y="3854450"/>
            <a:ext cx="2016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ON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이 아닐 경우 변경</a:t>
            </a:r>
          </a:p>
        </p:txBody>
      </p:sp>
      <p:sp>
        <p:nvSpPr>
          <p:cNvPr id="17442" name="Text Box 82">
            <a:extLst>
              <a:ext uri="{FF2B5EF4-FFF2-40B4-BE49-F238E27FC236}">
                <a16:creationId xmlns:a16="http://schemas.microsoft.com/office/drawing/2014/main" id="{A6562F1D-F48C-447D-98E7-BA5CE603F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563" y="3843338"/>
            <a:ext cx="8890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>
              <a:defRPr/>
            </a:pPr>
            <a:r>
              <a:rPr lang="en-US" altLang="ko-KR" sz="1000" b="0" strike="sngStrike" dirty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M0189 ON</a:t>
            </a:r>
          </a:p>
        </p:txBody>
      </p:sp>
      <p:sp>
        <p:nvSpPr>
          <p:cNvPr id="13346" name="AutoShape 83">
            <a:extLst>
              <a:ext uri="{FF2B5EF4-FFF2-40B4-BE49-F238E27FC236}">
                <a16:creationId xmlns:a16="http://schemas.microsoft.com/office/drawing/2014/main" id="{EB33CEE8-9D05-9EC5-1E92-D9CF28158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250" y="4081463"/>
            <a:ext cx="3028950" cy="1714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 (R0030~R0031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13347" name="Freeform 84">
            <a:extLst>
              <a:ext uri="{FF2B5EF4-FFF2-40B4-BE49-F238E27FC236}">
                <a16:creationId xmlns:a16="http://schemas.microsoft.com/office/drawing/2014/main" id="{6969FD22-4692-1AC2-DE7F-BF59989F07AB}"/>
              </a:ext>
            </a:extLst>
          </p:cNvPr>
          <p:cNvSpPr>
            <a:spLocks/>
          </p:cNvSpPr>
          <p:nvPr/>
        </p:nvSpPr>
        <p:spPr bwMode="auto">
          <a:xfrm flipH="1">
            <a:off x="3108325" y="4051300"/>
            <a:ext cx="3455988" cy="228600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348" name="Text Box 85">
            <a:extLst>
              <a:ext uri="{FF2B5EF4-FFF2-40B4-BE49-F238E27FC236}">
                <a16:creationId xmlns:a16="http://schemas.microsoft.com/office/drawing/2014/main" id="{AF17DF6A-3919-E9F5-4161-AD10F0207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5900" y="4084638"/>
            <a:ext cx="2016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Tracking Area 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번지 지정 참조</a:t>
            </a:r>
          </a:p>
        </p:txBody>
      </p:sp>
      <p:sp>
        <p:nvSpPr>
          <p:cNvPr id="13349" name="Text Box 86">
            <a:extLst>
              <a:ext uri="{FF2B5EF4-FFF2-40B4-BE49-F238E27FC236}">
                <a16:creationId xmlns:a16="http://schemas.microsoft.com/office/drawing/2014/main" id="{B3A5F332-C019-5EC6-037C-E307CEB02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788" y="4387850"/>
            <a:ext cx="3168650" cy="404813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감지 되고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가 있으므로</a:t>
            </a:r>
          </a:p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CV108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로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Conveyor move</a:t>
            </a:r>
          </a:p>
        </p:txBody>
      </p:sp>
      <p:sp>
        <p:nvSpPr>
          <p:cNvPr id="13350" name="Text Box 87">
            <a:extLst>
              <a:ext uri="{FF2B5EF4-FFF2-40B4-BE49-F238E27FC236}">
                <a16:creationId xmlns:a16="http://schemas.microsoft.com/office/drawing/2014/main" id="{D162E3E5-9D86-05DB-49A9-EC3E1384F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663" y="5132388"/>
            <a:ext cx="3168650" cy="2682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CV108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 Pallet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도착</a:t>
            </a:r>
          </a:p>
        </p:txBody>
      </p:sp>
      <p:sp>
        <p:nvSpPr>
          <p:cNvPr id="13351" name="Text Box 88">
            <a:extLst>
              <a:ext uri="{FF2B5EF4-FFF2-40B4-BE49-F238E27FC236}">
                <a16:creationId xmlns:a16="http://schemas.microsoft.com/office/drawing/2014/main" id="{E938C2FD-1A29-D9B9-4032-969B675F7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113" y="539908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CV108</a:t>
            </a:r>
          </a:p>
        </p:txBody>
      </p:sp>
      <p:sp>
        <p:nvSpPr>
          <p:cNvPr id="13352" name="Line 89">
            <a:extLst>
              <a:ext uri="{FF2B5EF4-FFF2-40B4-BE49-F238E27FC236}">
                <a16:creationId xmlns:a16="http://schemas.microsoft.com/office/drawing/2014/main" id="{048B59B9-6553-AB03-DA71-E34D0ADD6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7850" y="5622925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353" name="Text Box 90">
            <a:extLst>
              <a:ext uri="{FF2B5EF4-FFF2-40B4-BE49-F238E27FC236}">
                <a16:creationId xmlns:a16="http://schemas.microsoft.com/office/drawing/2014/main" id="{ADE84793-FD14-F907-DCB3-48E94D166A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963" y="549116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M0231 ON</a:t>
            </a:r>
          </a:p>
        </p:txBody>
      </p:sp>
      <p:sp>
        <p:nvSpPr>
          <p:cNvPr id="13354" name="Text Box 91">
            <a:extLst>
              <a:ext uri="{FF2B5EF4-FFF2-40B4-BE49-F238E27FC236}">
                <a16:creationId xmlns:a16="http://schemas.microsoft.com/office/drawing/2014/main" id="{5845ACD8-6333-902D-3460-FF1410B5C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113" y="47958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CV107</a:t>
            </a:r>
          </a:p>
        </p:txBody>
      </p:sp>
      <p:sp>
        <p:nvSpPr>
          <p:cNvPr id="13355" name="Line 92">
            <a:extLst>
              <a:ext uri="{FF2B5EF4-FFF2-40B4-BE49-F238E27FC236}">
                <a16:creationId xmlns:a16="http://schemas.microsoft.com/office/drawing/2014/main" id="{1EC37EF5-A981-57C4-8A20-ADAE5E5905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7850" y="5059363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356" name="Text Box 93">
            <a:extLst>
              <a:ext uri="{FF2B5EF4-FFF2-40B4-BE49-F238E27FC236}">
                <a16:creationId xmlns:a16="http://schemas.microsoft.com/office/drawing/2014/main" id="{E555875D-3551-5116-7BC5-263EB79AB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963" y="492760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M0230 OFF</a:t>
            </a:r>
          </a:p>
        </p:txBody>
      </p:sp>
      <p:sp>
        <p:nvSpPr>
          <p:cNvPr id="13357" name="Text Box 94">
            <a:extLst>
              <a:ext uri="{FF2B5EF4-FFF2-40B4-BE49-F238E27FC236}">
                <a16:creationId xmlns:a16="http://schemas.microsoft.com/office/drawing/2014/main" id="{23BA4CD9-3343-B3FD-3790-B79F8B1477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663" y="5707063"/>
            <a:ext cx="3168650" cy="4302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ID Shift  </a:t>
            </a:r>
          </a:p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CV107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영역에서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CV108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영역으로</a:t>
            </a:r>
          </a:p>
        </p:txBody>
      </p:sp>
      <p:sp>
        <p:nvSpPr>
          <p:cNvPr id="13358" name="Freeform 95">
            <a:extLst>
              <a:ext uri="{FF2B5EF4-FFF2-40B4-BE49-F238E27FC236}">
                <a16:creationId xmlns:a16="http://schemas.microsoft.com/office/drawing/2014/main" id="{E2858408-5CDB-1198-C977-29637D380134}"/>
              </a:ext>
            </a:extLst>
          </p:cNvPr>
          <p:cNvSpPr>
            <a:spLocks/>
          </p:cNvSpPr>
          <p:nvPr/>
        </p:nvSpPr>
        <p:spPr bwMode="auto">
          <a:xfrm>
            <a:off x="3135313" y="6249988"/>
            <a:ext cx="3455987" cy="198437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359" name="AutoShape 96">
            <a:extLst>
              <a:ext uri="{FF2B5EF4-FFF2-40B4-BE49-F238E27FC236}">
                <a16:creationId xmlns:a16="http://schemas.microsoft.com/office/drawing/2014/main" id="{0341B27C-7D4E-F47E-6188-108754180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238" y="6261100"/>
            <a:ext cx="3028950" cy="1714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NO(R0032~R0033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13360" name="Text Box 97">
            <a:extLst>
              <a:ext uri="{FF2B5EF4-FFF2-40B4-BE49-F238E27FC236}">
                <a16:creationId xmlns:a16="http://schemas.microsoft.com/office/drawing/2014/main" id="{3B594E52-C0F0-0F8A-9727-C53ECE2C8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25" y="5556250"/>
            <a:ext cx="1609725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※ Exist Bit 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변경 이후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ECS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에서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0.5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초 이내에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읽어 가므로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PLC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는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Data Move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 무결성 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을 보장 해야 함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F4A8E0-C6D7-29A1-0894-62B3875AC833}"/>
              </a:ext>
            </a:extLst>
          </p:cNvPr>
          <p:cNvSpPr txBox="1"/>
          <p:nvPr/>
        </p:nvSpPr>
        <p:spPr>
          <a:xfrm>
            <a:off x="6008688" y="3497263"/>
            <a:ext cx="1420261" cy="1692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FF0000"/>
                </a:solidFill>
              </a:rPr>
              <a:t>[</a:t>
            </a:r>
            <a:r>
              <a:rPr lang="ko-KR" altLang="en-US" sz="1100">
                <a:solidFill>
                  <a:srgbClr val="FF0000"/>
                </a:solidFill>
              </a:rPr>
              <a:t>양방향 트랙이 아님</a:t>
            </a:r>
            <a:r>
              <a:rPr lang="en-US" altLang="ko-KR" sz="1100">
                <a:solidFill>
                  <a:srgbClr val="FF0000"/>
                </a:solidFill>
              </a:rPr>
              <a:t>?]</a:t>
            </a:r>
            <a:endParaRPr lang="ko-KR" altLang="en-US" sz="1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>
            <a:extLst>
              <a:ext uri="{FF2B5EF4-FFF2-40B4-BE49-F238E27FC236}">
                <a16:creationId xmlns:a16="http://schemas.microsoft.com/office/drawing/2014/main" id="{476C5F2C-3857-B588-C523-EC91F1A25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428307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(SC_2 </a:t>
            </a:r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입고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CV107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CV108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)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8B8A2B6C-5305-B594-E6AA-3766B1358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450850"/>
            <a:ext cx="9113837" cy="6337300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1ED44AC3-51CC-BB36-2EA6-4537BE100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6825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7058842A-BC76-C687-0310-EA65DB6C7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813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14342" name="Group 6">
            <a:extLst>
              <a:ext uri="{FF2B5EF4-FFF2-40B4-BE49-F238E27FC236}">
                <a16:creationId xmlns:a16="http://schemas.microsoft.com/office/drawing/2014/main" id="{3175E5D1-023B-0035-1899-CD0FF603F265}"/>
              </a:ext>
            </a:extLst>
          </p:cNvPr>
          <p:cNvGrpSpPr>
            <a:grpSpLocks/>
          </p:cNvGrpSpPr>
          <p:nvPr/>
        </p:nvGrpSpPr>
        <p:grpSpPr bwMode="auto">
          <a:xfrm>
            <a:off x="3116263" y="900113"/>
            <a:ext cx="3443287" cy="4375150"/>
            <a:chOff x="1125" y="1346"/>
            <a:chExt cx="2169" cy="4722"/>
          </a:xfrm>
        </p:grpSpPr>
        <p:sp>
          <p:nvSpPr>
            <p:cNvPr id="14374" name="Line 7">
              <a:extLst>
                <a:ext uri="{FF2B5EF4-FFF2-40B4-BE49-F238E27FC236}">
                  <a16:creationId xmlns:a16="http://schemas.microsoft.com/office/drawing/2014/main" id="{AB26FBF4-039A-B065-21E6-1B48B7A7C2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14375" name="Line 8">
              <a:extLst>
                <a:ext uri="{FF2B5EF4-FFF2-40B4-BE49-F238E27FC236}">
                  <a16:creationId xmlns:a16="http://schemas.microsoft.com/office/drawing/2014/main" id="{E3CB03FF-ED1E-9C49-9C47-3295926B0F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14343" name="Text Box 14">
            <a:extLst>
              <a:ext uri="{FF2B5EF4-FFF2-40B4-BE49-F238E27FC236}">
                <a16:creationId xmlns:a16="http://schemas.microsoft.com/office/drawing/2014/main" id="{4342FAB7-C2A7-909C-7E5D-6E0ABC63C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888" y="666750"/>
            <a:ext cx="2349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14344" name="Text Box 35">
            <a:extLst>
              <a:ext uri="{FF2B5EF4-FFF2-40B4-BE49-F238E27FC236}">
                <a16:creationId xmlns:a16="http://schemas.microsoft.com/office/drawing/2014/main" id="{4C259AFF-07AF-5E05-EA6E-39782C3BF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588" y="1027113"/>
            <a:ext cx="3168650" cy="2682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S/C Call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을 위해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W.O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보고</a:t>
            </a:r>
          </a:p>
        </p:txBody>
      </p:sp>
      <p:sp>
        <p:nvSpPr>
          <p:cNvPr id="14345" name="Text Box 36">
            <a:extLst>
              <a:ext uri="{FF2B5EF4-FFF2-40B4-BE49-F238E27FC236}">
                <a16:creationId xmlns:a16="http://schemas.microsoft.com/office/drawing/2014/main" id="{AD9BA470-397E-076D-A1C3-656108FB8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2309813"/>
            <a:ext cx="3168650" cy="31273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S/C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이 도착하여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14346" name="Line 37">
            <a:extLst>
              <a:ext uri="{FF2B5EF4-FFF2-40B4-BE49-F238E27FC236}">
                <a16:creationId xmlns:a16="http://schemas.microsoft.com/office/drawing/2014/main" id="{0C5AE90A-3B14-4735-EA2B-57D7B849AC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347980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347" name="Text Box 38">
            <a:extLst>
              <a:ext uri="{FF2B5EF4-FFF2-40B4-BE49-F238E27FC236}">
                <a16:creationId xmlns:a16="http://schemas.microsoft.com/office/drawing/2014/main" id="{758083FB-02CD-D58A-F2A1-DD02CA92A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32353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M0223 ON</a:t>
            </a:r>
          </a:p>
        </p:txBody>
      </p:sp>
      <p:sp>
        <p:nvSpPr>
          <p:cNvPr id="14348" name="Text Box 39">
            <a:extLst>
              <a:ext uri="{FF2B5EF4-FFF2-40B4-BE49-F238E27FC236}">
                <a16:creationId xmlns:a16="http://schemas.microsoft.com/office/drawing/2014/main" id="{152DF6DC-3D0B-7898-05F6-2189BB146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324167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14349" name="Line 40">
            <a:extLst>
              <a:ext uri="{FF2B5EF4-FFF2-40B4-BE49-F238E27FC236}">
                <a16:creationId xmlns:a16="http://schemas.microsoft.com/office/drawing/2014/main" id="{0352174D-7C61-16AA-FD4A-F52DA9C4CE3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382905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350" name="Text Box 41">
            <a:extLst>
              <a:ext uri="{FF2B5EF4-FFF2-40B4-BE49-F238E27FC236}">
                <a16:creationId xmlns:a16="http://schemas.microsoft.com/office/drawing/2014/main" id="{848461CC-FED8-747F-B41D-6A3088DA3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4300" y="369093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M0833 ON</a:t>
            </a:r>
          </a:p>
        </p:txBody>
      </p:sp>
      <p:sp>
        <p:nvSpPr>
          <p:cNvPr id="14351" name="Text Box 42">
            <a:extLst>
              <a:ext uri="{FF2B5EF4-FFF2-40B4-BE49-F238E27FC236}">
                <a16:creationId xmlns:a16="http://schemas.microsoft.com/office/drawing/2014/main" id="{F9A29100-7BD1-9A44-8C33-42A217C92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359092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14352" name="Line 43">
            <a:extLst>
              <a:ext uri="{FF2B5EF4-FFF2-40B4-BE49-F238E27FC236}">
                <a16:creationId xmlns:a16="http://schemas.microsoft.com/office/drawing/2014/main" id="{6E1A7351-7F77-F3C6-E52C-DFA1A42E65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0075" y="4491038"/>
            <a:ext cx="34528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353" name="Text Box 44">
            <a:extLst>
              <a:ext uri="{FF2B5EF4-FFF2-40B4-BE49-F238E27FC236}">
                <a16:creationId xmlns:a16="http://schemas.microsoft.com/office/drawing/2014/main" id="{44EC3F9A-634F-EB80-3170-06991490D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7263" y="42894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M0833 OFF</a:t>
            </a:r>
          </a:p>
        </p:txBody>
      </p:sp>
      <p:sp>
        <p:nvSpPr>
          <p:cNvPr id="14354" name="Text Box 45">
            <a:extLst>
              <a:ext uri="{FF2B5EF4-FFF2-40B4-BE49-F238E27FC236}">
                <a16:creationId xmlns:a16="http://schemas.microsoft.com/office/drawing/2014/main" id="{EB9269DC-9E64-7AB3-AAAF-5E5E54B33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428942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14355" name="Text Box 46">
            <a:extLst>
              <a:ext uri="{FF2B5EF4-FFF2-40B4-BE49-F238E27FC236}">
                <a16:creationId xmlns:a16="http://schemas.microsoft.com/office/drawing/2014/main" id="{701D4563-63F5-0BA5-7A38-3CCA4B5C9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2698750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CV108</a:t>
            </a:r>
          </a:p>
        </p:txBody>
      </p:sp>
      <p:sp>
        <p:nvSpPr>
          <p:cNvPr id="14356" name="Line 47">
            <a:extLst>
              <a:ext uri="{FF2B5EF4-FFF2-40B4-BE49-F238E27FC236}">
                <a16:creationId xmlns:a16="http://schemas.microsoft.com/office/drawing/2014/main" id="{7FFD902A-1DFD-462A-1F3B-5FE66A38C57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2962275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357" name="Text Box 48">
            <a:extLst>
              <a:ext uri="{FF2B5EF4-FFF2-40B4-BE49-F238E27FC236}">
                <a16:creationId xmlns:a16="http://schemas.microsoft.com/office/drawing/2014/main" id="{3DA67758-D60F-D1F7-D65D-38BA030AB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283051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M0231 OFF</a:t>
            </a:r>
          </a:p>
        </p:txBody>
      </p:sp>
      <p:sp>
        <p:nvSpPr>
          <p:cNvPr id="14358" name="Line 49">
            <a:extLst>
              <a:ext uri="{FF2B5EF4-FFF2-40B4-BE49-F238E27FC236}">
                <a16:creationId xmlns:a16="http://schemas.microsoft.com/office/drawing/2014/main" id="{1522E082-4069-C0CE-3375-5493BA63ED3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4887913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359" name="Text Box 50">
            <a:extLst>
              <a:ext uri="{FF2B5EF4-FFF2-40B4-BE49-F238E27FC236}">
                <a16:creationId xmlns:a16="http://schemas.microsoft.com/office/drawing/2014/main" id="{6EBF16B2-42C1-531E-30DC-366D64A50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46704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M0226 OFF</a:t>
            </a:r>
          </a:p>
        </p:txBody>
      </p:sp>
      <p:sp>
        <p:nvSpPr>
          <p:cNvPr id="14360" name="Text Box 51">
            <a:extLst>
              <a:ext uri="{FF2B5EF4-FFF2-40B4-BE49-F238E27FC236}">
                <a16:creationId xmlns:a16="http://schemas.microsoft.com/office/drawing/2014/main" id="{3723EFFC-E2AE-E0D3-A3A0-D759E5B4B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4643438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14361" name="Text Box 52">
            <a:extLst>
              <a:ext uri="{FF2B5EF4-FFF2-40B4-BE49-F238E27FC236}">
                <a16:creationId xmlns:a16="http://schemas.microsoft.com/office/drawing/2014/main" id="{A24922CE-9B44-5969-102A-48678A0CE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394335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M0223 OFF</a:t>
            </a:r>
          </a:p>
        </p:txBody>
      </p:sp>
      <p:sp>
        <p:nvSpPr>
          <p:cNvPr id="14362" name="Text Box 53">
            <a:extLst>
              <a:ext uri="{FF2B5EF4-FFF2-40B4-BE49-F238E27FC236}">
                <a16:creationId xmlns:a16="http://schemas.microsoft.com/office/drawing/2014/main" id="{C958E991-D6CD-90E3-529B-52980B0F2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3949700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14363" name="Line 54">
            <a:extLst>
              <a:ext uri="{FF2B5EF4-FFF2-40B4-BE49-F238E27FC236}">
                <a16:creationId xmlns:a16="http://schemas.microsoft.com/office/drawing/2014/main" id="{C5D5F84C-2E79-56DE-2E3F-C1490D6C940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0075" y="4187825"/>
            <a:ext cx="34528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364" name="Freeform 55">
            <a:extLst>
              <a:ext uri="{FF2B5EF4-FFF2-40B4-BE49-F238E27FC236}">
                <a16:creationId xmlns:a16="http://schemas.microsoft.com/office/drawing/2014/main" id="{111F4EBA-2999-CEEE-69FB-F3BA8E931D45}"/>
              </a:ext>
            </a:extLst>
          </p:cNvPr>
          <p:cNvSpPr>
            <a:spLocks/>
          </p:cNvSpPr>
          <p:nvPr/>
        </p:nvSpPr>
        <p:spPr bwMode="auto">
          <a:xfrm>
            <a:off x="3095625" y="1866900"/>
            <a:ext cx="3455988" cy="198438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365" name="AutoShape 56">
            <a:extLst>
              <a:ext uri="{FF2B5EF4-FFF2-40B4-BE49-F238E27FC236}">
                <a16:creationId xmlns:a16="http://schemas.microsoft.com/office/drawing/2014/main" id="{757BC224-4805-A218-6ABA-6A9011826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550" y="1878013"/>
            <a:ext cx="3028950" cy="1714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 (R0032~R0033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14366" name="Line 57">
            <a:extLst>
              <a:ext uri="{FF2B5EF4-FFF2-40B4-BE49-F238E27FC236}">
                <a16:creationId xmlns:a16="http://schemas.microsoft.com/office/drawing/2014/main" id="{34AD53D8-10C7-1024-7A20-85D5D00032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9275" y="1624013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367" name="Text Box 58">
            <a:extLst>
              <a:ext uri="{FF2B5EF4-FFF2-40B4-BE49-F238E27FC236}">
                <a16:creationId xmlns:a16="http://schemas.microsoft.com/office/drawing/2014/main" id="{3EC1DC25-CCC3-3ADA-C027-E53FB1E76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8" y="14065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M0226 ON</a:t>
            </a:r>
          </a:p>
        </p:txBody>
      </p:sp>
      <p:sp>
        <p:nvSpPr>
          <p:cNvPr id="14368" name="Text Box 59">
            <a:extLst>
              <a:ext uri="{FF2B5EF4-FFF2-40B4-BE49-F238E27FC236}">
                <a16:creationId xmlns:a16="http://schemas.microsoft.com/office/drawing/2014/main" id="{3A6DADE3-4292-114E-8106-EFF5B9ABF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88" y="13795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grpSp>
        <p:nvGrpSpPr>
          <p:cNvPr id="14369" name="Group 54">
            <a:extLst>
              <a:ext uri="{FF2B5EF4-FFF2-40B4-BE49-F238E27FC236}">
                <a16:creationId xmlns:a16="http://schemas.microsoft.com/office/drawing/2014/main" id="{B70A6602-F0C3-348B-52D4-2E02BE9F0310}"/>
              </a:ext>
            </a:extLst>
          </p:cNvPr>
          <p:cNvGrpSpPr>
            <a:grpSpLocks/>
          </p:cNvGrpSpPr>
          <p:nvPr/>
        </p:nvGrpSpPr>
        <p:grpSpPr bwMode="auto">
          <a:xfrm>
            <a:off x="9009063" y="595313"/>
            <a:ext cx="360362" cy="719137"/>
            <a:chOff x="995" y="2643"/>
            <a:chExt cx="227" cy="453"/>
          </a:xfrm>
        </p:grpSpPr>
        <p:sp>
          <p:nvSpPr>
            <p:cNvPr id="14372" name="Rectangle 55">
              <a:extLst>
                <a:ext uri="{FF2B5EF4-FFF2-40B4-BE49-F238E27FC236}">
                  <a16:creationId xmlns:a16="http://schemas.microsoft.com/office/drawing/2014/main" id="{81F2B643-1D1A-A738-B35C-56AB92566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108</a:t>
              </a:r>
            </a:p>
          </p:txBody>
        </p:sp>
        <p:sp>
          <p:nvSpPr>
            <p:cNvPr id="14373" name="Rectangle 56">
              <a:extLst>
                <a:ext uri="{FF2B5EF4-FFF2-40B4-BE49-F238E27FC236}">
                  <a16:creationId xmlns:a16="http://schemas.microsoft.com/office/drawing/2014/main" id="{64156DB3-B5EF-7BF0-834A-EFE2AD95D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107</a:t>
              </a:r>
            </a:p>
          </p:txBody>
        </p:sp>
      </p:grpSp>
      <p:sp>
        <p:nvSpPr>
          <p:cNvPr id="14370" name="AutoShape 57">
            <a:extLst>
              <a:ext uri="{FF2B5EF4-FFF2-40B4-BE49-F238E27FC236}">
                <a16:creationId xmlns:a16="http://schemas.microsoft.com/office/drawing/2014/main" id="{ECF1C16D-EC59-9ACB-4AB9-9E799E6D0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8088" y="1135063"/>
            <a:ext cx="179387" cy="179387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14371" name="Text Box 59">
            <a:extLst>
              <a:ext uri="{FF2B5EF4-FFF2-40B4-BE49-F238E27FC236}">
                <a16:creationId xmlns:a16="http://schemas.microsoft.com/office/drawing/2014/main" id="{E194C7A7-2E4E-51C0-3419-D32668217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3650" y="1314450"/>
            <a:ext cx="5603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/>
              <a:t>C/V #4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>
            <a:extLst>
              <a:ext uri="{FF2B5EF4-FFF2-40B4-BE49-F238E27FC236}">
                <a16:creationId xmlns:a16="http://schemas.microsoft.com/office/drawing/2014/main" id="{70AAB172-8476-9877-599A-403517EF6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" y="595313"/>
            <a:ext cx="9648825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SC_3 </a:t>
            </a:r>
            <a:r>
              <a:rPr lang="ko-KR" altLang="en-US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</a:t>
            </a:r>
            <a:endParaRPr lang="en-US" altLang="ko-KR" sz="40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>
            <a:extLst>
              <a:ext uri="{FF2B5EF4-FFF2-40B4-BE49-F238E27FC236}">
                <a16:creationId xmlns:a16="http://schemas.microsoft.com/office/drawing/2014/main" id="{FCD90A8E-ADE5-4814-5481-5329FF21D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450850"/>
            <a:ext cx="9113837" cy="6337300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16387" name="Rectangle 4">
            <a:extLst>
              <a:ext uri="{FF2B5EF4-FFF2-40B4-BE49-F238E27FC236}">
                <a16:creationId xmlns:a16="http://schemas.microsoft.com/office/drawing/2014/main" id="{A2A4590C-114F-5640-D2F9-D3A8AA48A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6825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6A386C56-0BA1-2DD1-6152-48F3D8507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813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16389" name="Group 6">
            <a:extLst>
              <a:ext uri="{FF2B5EF4-FFF2-40B4-BE49-F238E27FC236}">
                <a16:creationId xmlns:a16="http://schemas.microsoft.com/office/drawing/2014/main" id="{B9FD3A55-DC9C-ACFB-631B-F0DC5F4BD1E7}"/>
              </a:ext>
            </a:extLst>
          </p:cNvPr>
          <p:cNvGrpSpPr>
            <a:grpSpLocks/>
          </p:cNvGrpSpPr>
          <p:nvPr/>
        </p:nvGrpSpPr>
        <p:grpSpPr bwMode="auto">
          <a:xfrm>
            <a:off x="3116263" y="900113"/>
            <a:ext cx="3443287" cy="5599112"/>
            <a:chOff x="1125" y="1346"/>
            <a:chExt cx="2169" cy="4722"/>
          </a:xfrm>
        </p:grpSpPr>
        <p:sp>
          <p:nvSpPr>
            <p:cNvPr id="16435" name="Line 7">
              <a:extLst>
                <a:ext uri="{FF2B5EF4-FFF2-40B4-BE49-F238E27FC236}">
                  <a16:creationId xmlns:a16="http://schemas.microsoft.com/office/drawing/2014/main" id="{5002D9FF-9178-E38C-84F6-110E9065BA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16436" name="Line 8">
              <a:extLst>
                <a:ext uri="{FF2B5EF4-FFF2-40B4-BE49-F238E27FC236}">
                  <a16:creationId xmlns:a16="http://schemas.microsoft.com/office/drawing/2014/main" id="{9B9490B2-C694-D7A1-D952-BE6288C02C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16390" name="Text Box 14">
            <a:extLst>
              <a:ext uri="{FF2B5EF4-FFF2-40B4-BE49-F238E27FC236}">
                <a16:creationId xmlns:a16="http://schemas.microsoft.com/office/drawing/2014/main" id="{E9E1FCFA-2AB9-D363-7A2F-B82179E4F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888" y="6499225"/>
            <a:ext cx="2349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16391" name="Text Box 53">
            <a:extLst>
              <a:ext uri="{FF2B5EF4-FFF2-40B4-BE49-F238E27FC236}">
                <a16:creationId xmlns:a16="http://schemas.microsoft.com/office/drawing/2014/main" id="{B5A7DF70-77E8-EEFE-5A5E-312D4F48D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650" y="6499225"/>
            <a:ext cx="2349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grpSp>
        <p:nvGrpSpPr>
          <p:cNvPr id="16392" name="Group 54">
            <a:extLst>
              <a:ext uri="{FF2B5EF4-FFF2-40B4-BE49-F238E27FC236}">
                <a16:creationId xmlns:a16="http://schemas.microsoft.com/office/drawing/2014/main" id="{F6125E3C-E65C-55C7-C0D3-49238DC653FF}"/>
              </a:ext>
            </a:extLst>
          </p:cNvPr>
          <p:cNvGrpSpPr>
            <a:grpSpLocks/>
          </p:cNvGrpSpPr>
          <p:nvPr/>
        </p:nvGrpSpPr>
        <p:grpSpPr bwMode="auto">
          <a:xfrm>
            <a:off x="9009063" y="595313"/>
            <a:ext cx="360362" cy="719137"/>
            <a:chOff x="995" y="2643"/>
            <a:chExt cx="227" cy="453"/>
          </a:xfrm>
        </p:grpSpPr>
        <p:sp>
          <p:nvSpPr>
            <p:cNvPr id="16433" name="Rectangle 55">
              <a:extLst>
                <a:ext uri="{FF2B5EF4-FFF2-40B4-BE49-F238E27FC236}">
                  <a16:creationId xmlns:a16="http://schemas.microsoft.com/office/drawing/2014/main" id="{77E72A72-9768-FD72-147E-FE9F3EEF1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109</a:t>
              </a:r>
            </a:p>
          </p:txBody>
        </p:sp>
        <p:sp>
          <p:nvSpPr>
            <p:cNvPr id="16434" name="Rectangle 56">
              <a:extLst>
                <a:ext uri="{FF2B5EF4-FFF2-40B4-BE49-F238E27FC236}">
                  <a16:creationId xmlns:a16="http://schemas.microsoft.com/office/drawing/2014/main" id="{16450CE4-6FF4-B46A-554C-977C93D90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110</a:t>
              </a:r>
            </a:p>
          </p:txBody>
        </p:sp>
      </p:grpSp>
      <p:sp>
        <p:nvSpPr>
          <p:cNvPr id="16393" name="Text Box 59">
            <a:extLst>
              <a:ext uri="{FF2B5EF4-FFF2-40B4-BE49-F238E27FC236}">
                <a16:creationId xmlns:a16="http://schemas.microsoft.com/office/drawing/2014/main" id="{1677F678-A02A-1670-3E9B-54F40A699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3650" y="1314450"/>
            <a:ext cx="5603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/>
              <a:t>C/V #5</a:t>
            </a:r>
          </a:p>
        </p:txBody>
      </p:sp>
      <p:sp>
        <p:nvSpPr>
          <p:cNvPr id="16394" name="Text Box 60">
            <a:extLst>
              <a:ext uri="{FF2B5EF4-FFF2-40B4-BE49-F238E27FC236}">
                <a16:creationId xmlns:a16="http://schemas.microsoft.com/office/drawing/2014/main" id="{DC119B0B-4412-2147-AB2C-A670EDE22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4351338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 SC_3 </a:t>
            </a:r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출고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CV109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CV110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)</a:t>
            </a:r>
          </a:p>
        </p:txBody>
      </p:sp>
      <p:sp>
        <p:nvSpPr>
          <p:cNvPr id="16395" name="Text Box 61">
            <a:extLst>
              <a:ext uri="{FF2B5EF4-FFF2-40B4-BE49-F238E27FC236}">
                <a16:creationId xmlns:a16="http://schemas.microsoft.com/office/drawing/2014/main" id="{E869C90B-D0DD-CB5B-9E88-1B9C6F41D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8025" y="1027113"/>
            <a:ext cx="3168650" cy="2682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CV109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16396" name="Text Box 62">
            <a:extLst>
              <a:ext uri="{FF2B5EF4-FFF2-40B4-BE49-F238E27FC236}">
                <a16:creationId xmlns:a16="http://schemas.microsoft.com/office/drawing/2014/main" id="{1462A69C-6037-37D1-590C-8AA35FE16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6525" y="138747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CV109</a:t>
            </a:r>
          </a:p>
        </p:txBody>
      </p:sp>
      <p:sp>
        <p:nvSpPr>
          <p:cNvPr id="16397" name="Line 63">
            <a:extLst>
              <a:ext uri="{FF2B5EF4-FFF2-40B4-BE49-F238E27FC236}">
                <a16:creationId xmlns:a16="http://schemas.microsoft.com/office/drawing/2014/main" id="{38CE09BE-8145-0F27-5257-34FB3514E3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6263" y="165100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398" name="Text Box 64">
            <a:extLst>
              <a:ext uri="{FF2B5EF4-FFF2-40B4-BE49-F238E27FC236}">
                <a16:creationId xmlns:a16="http://schemas.microsoft.com/office/drawing/2014/main" id="{DD282A70-7084-4DC7-BA4E-550D18A683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75" y="151923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M0251 ON</a:t>
            </a:r>
          </a:p>
        </p:txBody>
      </p:sp>
      <p:sp>
        <p:nvSpPr>
          <p:cNvPr id="16399" name="Line 65">
            <a:extLst>
              <a:ext uri="{FF2B5EF4-FFF2-40B4-BE49-F238E27FC236}">
                <a16:creationId xmlns:a16="http://schemas.microsoft.com/office/drawing/2014/main" id="{634D7ABE-BA30-CF72-7054-FE124CECDA9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7375" y="198913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400" name="Text Box 66">
            <a:extLst>
              <a:ext uri="{FF2B5EF4-FFF2-40B4-BE49-F238E27FC236}">
                <a16:creationId xmlns:a16="http://schemas.microsoft.com/office/drawing/2014/main" id="{AA4DFBA5-97AD-5344-9BC7-57456DE63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438" y="174466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M0244 ON</a:t>
            </a:r>
          </a:p>
        </p:txBody>
      </p:sp>
      <p:sp>
        <p:nvSpPr>
          <p:cNvPr id="16401" name="Text Box 67">
            <a:extLst>
              <a:ext uri="{FF2B5EF4-FFF2-40B4-BE49-F238E27FC236}">
                <a16:creationId xmlns:a16="http://schemas.microsoft.com/office/drawing/2014/main" id="{A26034A8-CF36-1533-1127-392A81161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175101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16402" name="Line 68">
            <a:extLst>
              <a:ext uri="{FF2B5EF4-FFF2-40B4-BE49-F238E27FC236}">
                <a16:creationId xmlns:a16="http://schemas.microsoft.com/office/drawing/2014/main" id="{E549B141-042F-B631-11BE-3DDBDA1730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7375" y="233838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403" name="Text Box 69">
            <a:extLst>
              <a:ext uri="{FF2B5EF4-FFF2-40B4-BE49-F238E27FC236}">
                <a16:creationId xmlns:a16="http://schemas.microsoft.com/office/drawing/2014/main" id="{DAF22F0A-9197-2D9B-5F11-14EC057AC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188" y="209391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M0844 ON</a:t>
            </a:r>
          </a:p>
        </p:txBody>
      </p:sp>
      <p:sp>
        <p:nvSpPr>
          <p:cNvPr id="16404" name="Text Box 70">
            <a:extLst>
              <a:ext uri="{FF2B5EF4-FFF2-40B4-BE49-F238E27FC236}">
                <a16:creationId xmlns:a16="http://schemas.microsoft.com/office/drawing/2014/main" id="{E960A3BB-D059-601C-A8AB-0706CA3F0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1002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16405" name="Text Box 71">
            <a:extLst>
              <a:ext uri="{FF2B5EF4-FFF2-40B4-BE49-F238E27FC236}">
                <a16:creationId xmlns:a16="http://schemas.microsoft.com/office/drawing/2014/main" id="{9CEF6C0C-876C-B16E-6B5C-A1BA4B40C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150" y="279876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M0844 OFF</a:t>
            </a:r>
          </a:p>
        </p:txBody>
      </p:sp>
      <p:sp>
        <p:nvSpPr>
          <p:cNvPr id="16406" name="Text Box 72">
            <a:extLst>
              <a:ext uri="{FF2B5EF4-FFF2-40B4-BE49-F238E27FC236}">
                <a16:creationId xmlns:a16="http://schemas.microsoft.com/office/drawing/2014/main" id="{8216BE63-C053-3B90-5010-6DC585572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7987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16407" name="Text Box 73">
            <a:extLst>
              <a:ext uri="{FF2B5EF4-FFF2-40B4-BE49-F238E27FC236}">
                <a16:creationId xmlns:a16="http://schemas.microsoft.com/office/drawing/2014/main" id="{04A0ED32-667C-30ED-9EE2-CFDCD73B6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438" y="245268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M0244 OFF</a:t>
            </a:r>
          </a:p>
        </p:txBody>
      </p:sp>
      <p:sp>
        <p:nvSpPr>
          <p:cNvPr id="16408" name="Text Box 74">
            <a:extLst>
              <a:ext uri="{FF2B5EF4-FFF2-40B4-BE49-F238E27FC236}">
                <a16:creationId xmlns:a16="http://schemas.microsoft.com/office/drawing/2014/main" id="{6E526E81-8EB3-89C1-5AE3-E26B0F070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4590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16409" name="Line 75">
            <a:extLst>
              <a:ext uri="{FF2B5EF4-FFF2-40B4-BE49-F238E27FC236}">
                <a16:creationId xmlns:a16="http://schemas.microsoft.com/office/drawing/2014/main" id="{14A23ADA-5B0E-73FD-0372-C5BCA4581E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8963" y="2697163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410" name="Text Box 76">
            <a:extLst>
              <a:ext uri="{FF2B5EF4-FFF2-40B4-BE49-F238E27FC236}">
                <a16:creationId xmlns:a16="http://schemas.microsoft.com/office/drawing/2014/main" id="{37ADA08A-82B8-7D7F-34F7-E7A05B236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1838" y="3114675"/>
            <a:ext cx="3168650" cy="404813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는 입고대 방향 확인 후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, </a:t>
            </a:r>
          </a:p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Tracking Area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Write</a:t>
            </a:r>
          </a:p>
        </p:txBody>
      </p:sp>
      <p:sp>
        <p:nvSpPr>
          <p:cNvPr id="16411" name="Line 77">
            <a:extLst>
              <a:ext uri="{FF2B5EF4-FFF2-40B4-BE49-F238E27FC236}">
                <a16:creationId xmlns:a16="http://schemas.microsoft.com/office/drawing/2014/main" id="{76E6EC7C-A5B5-A584-CE0D-78119245047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3563" y="3738563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438" name="Text Box 78">
            <a:extLst>
              <a:ext uri="{FF2B5EF4-FFF2-40B4-BE49-F238E27FC236}">
                <a16:creationId xmlns:a16="http://schemas.microsoft.com/office/drawing/2014/main" id="{E097E9AB-7B9C-4708-529C-B1835D06D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4288" y="3522663"/>
            <a:ext cx="21590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en-US" altLang="ko-KR" sz="1000" b="0" strike="sngStrike" dirty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Direction Mode Check(M0249)</a:t>
            </a:r>
          </a:p>
        </p:txBody>
      </p:sp>
      <p:sp>
        <p:nvSpPr>
          <p:cNvPr id="16413" name="Text Box 79">
            <a:extLst>
              <a:ext uri="{FF2B5EF4-FFF2-40B4-BE49-F238E27FC236}">
                <a16:creationId xmlns:a16="http://schemas.microsoft.com/office/drawing/2014/main" id="{95C47A08-1C35-7582-1096-9FD33EF7F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2575" y="3636963"/>
            <a:ext cx="2016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입고 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ON, 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출고 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OFF</a:t>
            </a:r>
          </a:p>
        </p:txBody>
      </p:sp>
      <p:sp>
        <p:nvSpPr>
          <p:cNvPr id="16414" name="Line 80">
            <a:extLst>
              <a:ext uri="{FF2B5EF4-FFF2-40B4-BE49-F238E27FC236}">
                <a16:creationId xmlns:a16="http://schemas.microsoft.com/office/drawing/2014/main" id="{3F25EA26-4935-092A-08AE-81AECE778E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3563" y="3965575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415" name="Text Box 81">
            <a:extLst>
              <a:ext uri="{FF2B5EF4-FFF2-40B4-BE49-F238E27FC236}">
                <a16:creationId xmlns:a16="http://schemas.microsoft.com/office/drawing/2014/main" id="{75B03708-BE73-6C7A-69D1-38BCFC0C22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2575" y="3854450"/>
            <a:ext cx="2016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ON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이 아닐 경우 변경</a:t>
            </a:r>
          </a:p>
        </p:txBody>
      </p:sp>
      <p:sp>
        <p:nvSpPr>
          <p:cNvPr id="17442" name="Text Box 82">
            <a:extLst>
              <a:ext uri="{FF2B5EF4-FFF2-40B4-BE49-F238E27FC236}">
                <a16:creationId xmlns:a16="http://schemas.microsoft.com/office/drawing/2014/main" id="{2A169BB6-CC76-933E-CFF4-BFE774EA6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563" y="3843338"/>
            <a:ext cx="8890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>
              <a:defRPr/>
            </a:pPr>
            <a:r>
              <a:rPr lang="en-US" altLang="ko-KR" sz="1000" b="0" strike="sngStrike" dirty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M0189 ON</a:t>
            </a:r>
          </a:p>
        </p:txBody>
      </p:sp>
      <p:sp>
        <p:nvSpPr>
          <p:cNvPr id="16417" name="AutoShape 83">
            <a:extLst>
              <a:ext uri="{FF2B5EF4-FFF2-40B4-BE49-F238E27FC236}">
                <a16:creationId xmlns:a16="http://schemas.microsoft.com/office/drawing/2014/main" id="{5BB7FE28-AD2A-DD72-70F7-C6134D4F0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250" y="4081463"/>
            <a:ext cx="3028950" cy="1714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 (R0040~R0041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16418" name="Freeform 84">
            <a:extLst>
              <a:ext uri="{FF2B5EF4-FFF2-40B4-BE49-F238E27FC236}">
                <a16:creationId xmlns:a16="http://schemas.microsoft.com/office/drawing/2014/main" id="{EFFDADF5-2663-1B0F-17E4-66FF7AA32DDE}"/>
              </a:ext>
            </a:extLst>
          </p:cNvPr>
          <p:cNvSpPr>
            <a:spLocks/>
          </p:cNvSpPr>
          <p:nvPr/>
        </p:nvSpPr>
        <p:spPr bwMode="auto">
          <a:xfrm flipH="1">
            <a:off x="3108325" y="4051300"/>
            <a:ext cx="3455988" cy="228600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419" name="Text Box 85">
            <a:extLst>
              <a:ext uri="{FF2B5EF4-FFF2-40B4-BE49-F238E27FC236}">
                <a16:creationId xmlns:a16="http://schemas.microsoft.com/office/drawing/2014/main" id="{805C104E-B9F2-64A7-FC76-89684399F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5900" y="4084638"/>
            <a:ext cx="2016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Tracking Area 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번지 지정 참조</a:t>
            </a:r>
          </a:p>
        </p:txBody>
      </p:sp>
      <p:sp>
        <p:nvSpPr>
          <p:cNvPr id="16420" name="Text Box 86">
            <a:extLst>
              <a:ext uri="{FF2B5EF4-FFF2-40B4-BE49-F238E27FC236}">
                <a16:creationId xmlns:a16="http://schemas.microsoft.com/office/drawing/2014/main" id="{BFD84507-A691-57C2-BA81-29F05A752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788" y="4387850"/>
            <a:ext cx="3168650" cy="404813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감지 되고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가 있으므로</a:t>
            </a:r>
          </a:p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CV110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로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Conveyor move</a:t>
            </a:r>
          </a:p>
        </p:txBody>
      </p:sp>
      <p:sp>
        <p:nvSpPr>
          <p:cNvPr id="16421" name="Text Box 87">
            <a:extLst>
              <a:ext uri="{FF2B5EF4-FFF2-40B4-BE49-F238E27FC236}">
                <a16:creationId xmlns:a16="http://schemas.microsoft.com/office/drawing/2014/main" id="{0759971C-B824-67D4-692D-DBE9DA909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663" y="5132388"/>
            <a:ext cx="3168650" cy="2682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CV110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 Pallet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도착</a:t>
            </a:r>
          </a:p>
        </p:txBody>
      </p:sp>
      <p:sp>
        <p:nvSpPr>
          <p:cNvPr id="16422" name="Text Box 88">
            <a:extLst>
              <a:ext uri="{FF2B5EF4-FFF2-40B4-BE49-F238E27FC236}">
                <a16:creationId xmlns:a16="http://schemas.microsoft.com/office/drawing/2014/main" id="{C3253107-7D2E-3641-AA06-7B49AD794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113" y="539908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CV110</a:t>
            </a:r>
          </a:p>
        </p:txBody>
      </p:sp>
      <p:sp>
        <p:nvSpPr>
          <p:cNvPr id="16423" name="Line 89">
            <a:extLst>
              <a:ext uri="{FF2B5EF4-FFF2-40B4-BE49-F238E27FC236}">
                <a16:creationId xmlns:a16="http://schemas.microsoft.com/office/drawing/2014/main" id="{E8D1B428-00BE-FBD7-6278-6029A837D3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7850" y="5622925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424" name="Text Box 90">
            <a:extLst>
              <a:ext uri="{FF2B5EF4-FFF2-40B4-BE49-F238E27FC236}">
                <a16:creationId xmlns:a16="http://schemas.microsoft.com/office/drawing/2014/main" id="{E04837D0-C001-91AC-3347-7D1E5E746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963" y="549116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M0250 ON</a:t>
            </a:r>
          </a:p>
        </p:txBody>
      </p:sp>
      <p:sp>
        <p:nvSpPr>
          <p:cNvPr id="16425" name="Text Box 91">
            <a:extLst>
              <a:ext uri="{FF2B5EF4-FFF2-40B4-BE49-F238E27FC236}">
                <a16:creationId xmlns:a16="http://schemas.microsoft.com/office/drawing/2014/main" id="{F8D502ED-A42D-880A-EBA6-25E64F56C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113" y="47958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CV109</a:t>
            </a:r>
          </a:p>
        </p:txBody>
      </p:sp>
      <p:sp>
        <p:nvSpPr>
          <p:cNvPr id="16426" name="Line 92">
            <a:extLst>
              <a:ext uri="{FF2B5EF4-FFF2-40B4-BE49-F238E27FC236}">
                <a16:creationId xmlns:a16="http://schemas.microsoft.com/office/drawing/2014/main" id="{F6944116-8440-153B-9ACF-613D045A42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7850" y="5059363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427" name="Text Box 93">
            <a:extLst>
              <a:ext uri="{FF2B5EF4-FFF2-40B4-BE49-F238E27FC236}">
                <a16:creationId xmlns:a16="http://schemas.microsoft.com/office/drawing/2014/main" id="{CAD03BFF-D2CA-4F0E-EE92-65FBB0599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963" y="492760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M0251 OFF</a:t>
            </a:r>
          </a:p>
        </p:txBody>
      </p:sp>
      <p:sp>
        <p:nvSpPr>
          <p:cNvPr id="16428" name="Text Box 94">
            <a:extLst>
              <a:ext uri="{FF2B5EF4-FFF2-40B4-BE49-F238E27FC236}">
                <a16:creationId xmlns:a16="http://schemas.microsoft.com/office/drawing/2014/main" id="{E07B0584-EC27-854C-C650-EB5DF3735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663" y="5707063"/>
            <a:ext cx="3168650" cy="4302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ID Shift  </a:t>
            </a:r>
          </a:p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CV109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영역에서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CV110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영역으로</a:t>
            </a:r>
          </a:p>
        </p:txBody>
      </p:sp>
      <p:sp>
        <p:nvSpPr>
          <p:cNvPr id="16429" name="Freeform 95">
            <a:extLst>
              <a:ext uri="{FF2B5EF4-FFF2-40B4-BE49-F238E27FC236}">
                <a16:creationId xmlns:a16="http://schemas.microsoft.com/office/drawing/2014/main" id="{95DC24D3-1503-E320-47E8-4B32E94493BB}"/>
              </a:ext>
            </a:extLst>
          </p:cNvPr>
          <p:cNvSpPr>
            <a:spLocks/>
          </p:cNvSpPr>
          <p:nvPr/>
        </p:nvSpPr>
        <p:spPr bwMode="auto">
          <a:xfrm>
            <a:off x="3135313" y="6249988"/>
            <a:ext cx="3455987" cy="198437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430" name="AutoShape 96">
            <a:extLst>
              <a:ext uri="{FF2B5EF4-FFF2-40B4-BE49-F238E27FC236}">
                <a16:creationId xmlns:a16="http://schemas.microsoft.com/office/drawing/2014/main" id="{EFBA3B57-E520-E122-E3D5-89897B27A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238" y="6261100"/>
            <a:ext cx="3028950" cy="1714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NO(R0042~R0043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16431" name="Text Box 97">
            <a:extLst>
              <a:ext uri="{FF2B5EF4-FFF2-40B4-BE49-F238E27FC236}">
                <a16:creationId xmlns:a16="http://schemas.microsoft.com/office/drawing/2014/main" id="{9F5B9B63-A89B-8742-A725-61DA44DB1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25" y="5556250"/>
            <a:ext cx="1609725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※ Exist Bit 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변경 이후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ECS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에서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0.5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초 이내에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읽어 가므로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PLC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는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Data Move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 무결성 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을 보장 해야 함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16432" name="AutoShape 58">
            <a:extLst>
              <a:ext uri="{FF2B5EF4-FFF2-40B4-BE49-F238E27FC236}">
                <a16:creationId xmlns:a16="http://schemas.microsoft.com/office/drawing/2014/main" id="{BDC3C017-B14C-0BDB-9264-CBD0322C304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807450" y="615950"/>
            <a:ext cx="179388" cy="179388"/>
          </a:xfrm>
          <a:prstGeom prst="flowChartExtra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5E0692-0BEF-27E0-A837-1E48D8FF4443}"/>
              </a:ext>
            </a:extLst>
          </p:cNvPr>
          <p:cNvSpPr txBox="1"/>
          <p:nvPr/>
        </p:nvSpPr>
        <p:spPr>
          <a:xfrm>
            <a:off x="6008688" y="3497263"/>
            <a:ext cx="1420261" cy="1692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FF0000"/>
                </a:solidFill>
              </a:rPr>
              <a:t>[</a:t>
            </a:r>
            <a:r>
              <a:rPr lang="ko-KR" altLang="en-US" sz="1100">
                <a:solidFill>
                  <a:srgbClr val="FF0000"/>
                </a:solidFill>
              </a:rPr>
              <a:t>양방향 트랙이 아님</a:t>
            </a:r>
            <a:r>
              <a:rPr lang="en-US" altLang="ko-KR" sz="1100">
                <a:solidFill>
                  <a:srgbClr val="FF0000"/>
                </a:solidFill>
              </a:rPr>
              <a:t>?]</a:t>
            </a:r>
            <a:endParaRPr lang="ko-KR" altLang="en-US" sz="1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>
            <a:extLst>
              <a:ext uri="{FF2B5EF4-FFF2-40B4-BE49-F238E27FC236}">
                <a16:creationId xmlns:a16="http://schemas.microsoft.com/office/drawing/2014/main" id="{13FAEDA5-836E-7F51-442E-7E6A4CD93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4351338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 SC_3 </a:t>
            </a:r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출고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CV109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CV110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)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EF3C1CDB-22E5-7F53-3116-DA25E5C25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450850"/>
            <a:ext cx="9113837" cy="6337300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7D453538-2572-7881-83C8-2532F836F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6825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164F6BD3-1676-1EAD-F482-5DE0AC093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813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17414" name="Group 6">
            <a:extLst>
              <a:ext uri="{FF2B5EF4-FFF2-40B4-BE49-F238E27FC236}">
                <a16:creationId xmlns:a16="http://schemas.microsoft.com/office/drawing/2014/main" id="{8CCB7206-E281-AD26-C545-9BDEF6EB6E4E}"/>
              </a:ext>
            </a:extLst>
          </p:cNvPr>
          <p:cNvGrpSpPr>
            <a:grpSpLocks/>
          </p:cNvGrpSpPr>
          <p:nvPr/>
        </p:nvGrpSpPr>
        <p:grpSpPr bwMode="auto">
          <a:xfrm>
            <a:off x="3116263" y="900113"/>
            <a:ext cx="3443287" cy="4375150"/>
            <a:chOff x="1125" y="1346"/>
            <a:chExt cx="2169" cy="4722"/>
          </a:xfrm>
        </p:grpSpPr>
        <p:sp>
          <p:nvSpPr>
            <p:cNvPr id="17446" name="Line 7">
              <a:extLst>
                <a:ext uri="{FF2B5EF4-FFF2-40B4-BE49-F238E27FC236}">
                  <a16:creationId xmlns:a16="http://schemas.microsoft.com/office/drawing/2014/main" id="{15FDD561-EBEE-BBE9-BB60-BD108B3880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17447" name="Line 8">
              <a:extLst>
                <a:ext uri="{FF2B5EF4-FFF2-40B4-BE49-F238E27FC236}">
                  <a16:creationId xmlns:a16="http://schemas.microsoft.com/office/drawing/2014/main" id="{F2640B79-4F98-4A9C-9E98-1035D2EA1F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17415" name="Text Box 14">
            <a:extLst>
              <a:ext uri="{FF2B5EF4-FFF2-40B4-BE49-F238E27FC236}">
                <a16:creationId xmlns:a16="http://schemas.microsoft.com/office/drawing/2014/main" id="{D103972E-BE04-8E94-6491-41C1C05E7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888" y="666750"/>
            <a:ext cx="2349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17416" name="Text Box 35">
            <a:extLst>
              <a:ext uri="{FF2B5EF4-FFF2-40B4-BE49-F238E27FC236}">
                <a16:creationId xmlns:a16="http://schemas.microsoft.com/office/drawing/2014/main" id="{7BC2ADEB-94EF-16F8-12D5-837B54362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588" y="1027113"/>
            <a:ext cx="3168650" cy="2682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RGV Call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을 위해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W.O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보고</a:t>
            </a:r>
          </a:p>
        </p:txBody>
      </p:sp>
      <p:sp>
        <p:nvSpPr>
          <p:cNvPr id="17417" name="Text Box 36">
            <a:extLst>
              <a:ext uri="{FF2B5EF4-FFF2-40B4-BE49-F238E27FC236}">
                <a16:creationId xmlns:a16="http://schemas.microsoft.com/office/drawing/2014/main" id="{8D7D6255-1F33-9B8A-5CDA-CE3C25DFE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2309813"/>
            <a:ext cx="3168650" cy="31273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RGV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이 도착하여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17418" name="Line 37">
            <a:extLst>
              <a:ext uri="{FF2B5EF4-FFF2-40B4-BE49-F238E27FC236}">
                <a16:creationId xmlns:a16="http://schemas.microsoft.com/office/drawing/2014/main" id="{B7B83343-9427-CD32-ACA3-3D37E4C3C0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347980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419" name="Text Box 38">
            <a:extLst>
              <a:ext uri="{FF2B5EF4-FFF2-40B4-BE49-F238E27FC236}">
                <a16:creationId xmlns:a16="http://schemas.microsoft.com/office/drawing/2014/main" id="{08182E7B-8837-1A61-3436-78FF4DD05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32353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M0242 ON</a:t>
            </a:r>
          </a:p>
        </p:txBody>
      </p:sp>
      <p:sp>
        <p:nvSpPr>
          <p:cNvPr id="17420" name="Text Box 39">
            <a:extLst>
              <a:ext uri="{FF2B5EF4-FFF2-40B4-BE49-F238E27FC236}">
                <a16:creationId xmlns:a16="http://schemas.microsoft.com/office/drawing/2014/main" id="{5BC8BCAD-5399-C5E1-C484-20B5B86B9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324167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17421" name="Line 40">
            <a:extLst>
              <a:ext uri="{FF2B5EF4-FFF2-40B4-BE49-F238E27FC236}">
                <a16:creationId xmlns:a16="http://schemas.microsoft.com/office/drawing/2014/main" id="{2CE78223-9E38-4E71-291C-7C8D3F5409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382905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422" name="Text Box 41">
            <a:extLst>
              <a:ext uri="{FF2B5EF4-FFF2-40B4-BE49-F238E27FC236}">
                <a16:creationId xmlns:a16="http://schemas.microsoft.com/office/drawing/2014/main" id="{64F9DDCC-86A1-CE0C-8994-6182B4DF0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4300" y="369093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M0841 ON</a:t>
            </a:r>
          </a:p>
        </p:txBody>
      </p:sp>
      <p:sp>
        <p:nvSpPr>
          <p:cNvPr id="17423" name="Text Box 42">
            <a:extLst>
              <a:ext uri="{FF2B5EF4-FFF2-40B4-BE49-F238E27FC236}">
                <a16:creationId xmlns:a16="http://schemas.microsoft.com/office/drawing/2014/main" id="{0D29C05F-9C49-1A41-3C0C-157674295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359092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17424" name="Line 43">
            <a:extLst>
              <a:ext uri="{FF2B5EF4-FFF2-40B4-BE49-F238E27FC236}">
                <a16:creationId xmlns:a16="http://schemas.microsoft.com/office/drawing/2014/main" id="{E2F38475-57D7-588B-3464-D0A119CD6F7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0075" y="4491038"/>
            <a:ext cx="34528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425" name="Text Box 44">
            <a:extLst>
              <a:ext uri="{FF2B5EF4-FFF2-40B4-BE49-F238E27FC236}">
                <a16:creationId xmlns:a16="http://schemas.microsoft.com/office/drawing/2014/main" id="{B9EFC717-4139-20A0-FCBA-3E2148532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7263" y="42894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M0841 OFF</a:t>
            </a:r>
          </a:p>
        </p:txBody>
      </p:sp>
      <p:sp>
        <p:nvSpPr>
          <p:cNvPr id="17426" name="Text Box 45">
            <a:extLst>
              <a:ext uri="{FF2B5EF4-FFF2-40B4-BE49-F238E27FC236}">
                <a16:creationId xmlns:a16="http://schemas.microsoft.com/office/drawing/2014/main" id="{86081BED-7A8D-3403-6F5F-49FF603BF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428942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17427" name="Text Box 46">
            <a:extLst>
              <a:ext uri="{FF2B5EF4-FFF2-40B4-BE49-F238E27FC236}">
                <a16:creationId xmlns:a16="http://schemas.microsoft.com/office/drawing/2014/main" id="{CFE10389-A30E-8464-CB9D-93640AC13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2698750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CV110</a:t>
            </a:r>
          </a:p>
        </p:txBody>
      </p:sp>
      <p:sp>
        <p:nvSpPr>
          <p:cNvPr id="17428" name="Line 47">
            <a:extLst>
              <a:ext uri="{FF2B5EF4-FFF2-40B4-BE49-F238E27FC236}">
                <a16:creationId xmlns:a16="http://schemas.microsoft.com/office/drawing/2014/main" id="{B5ABCFE0-4CF6-5AD3-E67D-97E5D9F6F76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2962275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429" name="Text Box 48">
            <a:extLst>
              <a:ext uri="{FF2B5EF4-FFF2-40B4-BE49-F238E27FC236}">
                <a16:creationId xmlns:a16="http://schemas.microsoft.com/office/drawing/2014/main" id="{34DA33EC-07D1-09D7-4524-E2BF8210C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283051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M0250 OFF</a:t>
            </a:r>
          </a:p>
        </p:txBody>
      </p:sp>
      <p:sp>
        <p:nvSpPr>
          <p:cNvPr id="17430" name="Line 49">
            <a:extLst>
              <a:ext uri="{FF2B5EF4-FFF2-40B4-BE49-F238E27FC236}">
                <a16:creationId xmlns:a16="http://schemas.microsoft.com/office/drawing/2014/main" id="{83B10A45-5020-3EEC-02C7-6D578C49EB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4887913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431" name="Text Box 50">
            <a:extLst>
              <a:ext uri="{FF2B5EF4-FFF2-40B4-BE49-F238E27FC236}">
                <a16:creationId xmlns:a16="http://schemas.microsoft.com/office/drawing/2014/main" id="{0109FC50-4922-31FF-3139-16B4765F8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46704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M0246 OFF</a:t>
            </a:r>
          </a:p>
        </p:txBody>
      </p:sp>
      <p:sp>
        <p:nvSpPr>
          <p:cNvPr id="17432" name="Text Box 51">
            <a:extLst>
              <a:ext uri="{FF2B5EF4-FFF2-40B4-BE49-F238E27FC236}">
                <a16:creationId xmlns:a16="http://schemas.microsoft.com/office/drawing/2014/main" id="{62282314-D803-618F-689A-C93508702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4643438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17433" name="Text Box 52">
            <a:extLst>
              <a:ext uri="{FF2B5EF4-FFF2-40B4-BE49-F238E27FC236}">
                <a16:creationId xmlns:a16="http://schemas.microsoft.com/office/drawing/2014/main" id="{25712188-5D9E-41E0-12DC-6A2F1E4E1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394335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M0242 OFF</a:t>
            </a:r>
          </a:p>
        </p:txBody>
      </p:sp>
      <p:sp>
        <p:nvSpPr>
          <p:cNvPr id="17434" name="Text Box 53">
            <a:extLst>
              <a:ext uri="{FF2B5EF4-FFF2-40B4-BE49-F238E27FC236}">
                <a16:creationId xmlns:a16="http://schemas.microsoft.com/office/drawing/2014/main" id="{46D37394-D85A-7CB1-DE3C-A1BC9D1A1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3949700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17435" name="Line 54">
            <a:extLst>
              <a:ext uri="{FF2B5EF4-FFF2-40B4-BE49-F238E27FC236}">
                <a16:creationId xmlns:a16="http://schemas.microsoft.com/office/drawing/2014/main" id="{8EC7C809-444D-6DFA-11A1-9637DFA7E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0075" y="4187825"/>
            <a:ext cx="34528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436" name="Freeform 55">
            <a:extLst>
              <a:ext uri="{FF2B5EF4-FFF2-40B4-BE49-F238E27FC236}">
                <a16:creationId xmlns:a16="http://schemas.microsoft.com/office/drawing/2014/main" id="{FA600695-8F19-FC09-E6DE-51FB98AD766C}"/>
              </a:ext>
            </a:extLst>
          </p:cNvPr>
          <p:cNvSpPr>
            <a:spLocks/>
          </p:cNvSpPr>
          <p:nvPr/>
        </p:nvSpPr>
        <p:spPr bwMode="auto">
          <a:xfrm>
            <a:off x="3095625" y="1866900"/>
            <a:ext cx="3455988" cy="198438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437" name="AutoShape 56">
            <a:extLst>
              <a:ext uri="{FF2B5EF4-FFF2-40B4-BE49-F238E27FC236}">
                <a16:creationId xmlns:a16="http://schemas.microsoft.com/office/drawing/2014/main" id="{E135F2F6-A1ED-9133-79CF-FFE0928CD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550" y="1878013"/>
            <a:ext cx="3028950" cy="1714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 (R0042~R0043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17438" name="Line 57">
            <a:extLst>
              <a:ext uri="{FF2B5EF4-FFF2-40B4-BE49-F238E27FC236}">
                <a16:creationId xmlns:a16="http://schemas.microsoft.com/office/drawing/2014/main" id="{19570BAA-9F1D-8B0F-3C20-4FBBFE6803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9275" y="1624013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439" name="Text Box 58">
            <a:extLst>
              <a:ext uri="{FF2B5EF4-FFF2-40B4-BE49-F238E27FC236}">
                <a16:creationId xmlns:a16="http://schemas.microsoft.com/office/drawing/2014/main" id="{D5D133E2-45E8-9C8B-94BA-3DF87A1AF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8" y="14065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M0246 ON</a:t>
            </a:r>
          </a:p>
        </p:txBody>
      </p:sp>
      <p:sp>
        <p:nvSpPr>
          <p:cNvPr id="17440" name="Text Box 59">
            <a:extLst>
              <a:ext uri="{FF2B5EF4-FFF2-40B4-BE49-F238E27FC236}">
                <a16:creationId xmlns:a16="http://schemas.microsoft.com/office/drawing/2014/main" id="{15025747-F9B7-2141-5BFA-3F8C167A7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88" y="13795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grpSp>
        <p:nvGrpSpPr>
          <p:cNvPr id="17441" name="Group 54">
            <a:extLst>
              <a:ext uri="{FF2B5EF4-FFF2-40B4-BE49-F238E27FC236}">
                <a16:creationId xmlns:a16="http://schemas.microsoft.com/office/drawing/2014/main" id="{2328F699-A99F-3F0F-3C74-F6F184EA994A}"/>
              </a:ext>
            </a:extLst>
          </p:cNvPr>
          <p:cNvGrpSpPr>
            <a:grpSpLocks/>
          </p:cNvGrpSpPr>
          <p:nvPr/>
        </p:nvGrpSpPr>
        <p:grpSpPr bwMode="auto">
          <a:xfrm>
            <a:off x="9009063" y="595313"/>
            <a:ext cx="360362" cy="719137"/>
            <a:chOff x="995" y="2643"/>
            <a:chExt cx="227" cy="453"/>
          </a:xfrm>
        </p:grpSpPr>
        <p:sp>
          <p:nvSpPr>
            <p:cNvPr id="17444" name="Rectangle 55">
              <a:extLst>
                <a:ext uri="{FF2B5EF4-FFF2-40B4-BE49-F238E27FC236}">
                  <a16:creationId xmlns:a16="http://schemas.microsoft.com/office/drawing/2014/main" id="{E7B86C38-6150-0884-8EE3-4EB0EA37A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109</a:t>
              </a:r>
            </a:p>
          </p:txBody>
        </p:sp>
        <p:sp>
          <p:nvSpPr>
            <p:cNvPr id="17445" name="Rectangle 56">
              <a:extLst>
                <a:ext uri="{FF2B5EF4-FFF2-40B4-BE49-F238E27FC236}">
                  <a16:creationId xmlns:a16="http://schemas.microsoft.com/office/drawing/2014/main" id="{D62106C8-1500-379F-14F7-B837A50DF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110</a:t>
              </a:r>
            </a:p>
          </p:txBody>
        </p:sp>
      </p:grpSp>
      <p:sp>
        <p:nvSpPr>
          <p:cNvPr id="17442" name="Text Box 59">
            <a:extLst>
              <a:ext uri="{FF2B5EF4-FFF2-40B4-BE49-F238E27FC236}">
                <a16:creationId xmlns:a16="http://schemas.microsoft.com/office/drawing/2014/main" id="{983178F8-26D6-9C76-027E-AD746A3F9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3650" y="1314450"/>
            <a:ext cx="5603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/>
              <a:t>C/V #5</a:t>
            </a:r>
          </a:p>
        </p:txBody>
      </p:sp>
      <p:sp>
        <p:nvSpPr>
          <p:cNvPr id="17443" name="AutoShape 58">
            <a:extLst>
              <a:ext uri="{FF2B5EF4-FFF2-40B4-BE49-F238E27FC236}">
                <a16:creationId xmlns:a16="http://schemas.microsoft.com/office/drawing/2014/main" id="{ECDC3219-C18C-0D4D-471B-3F462A8EB6D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807450" y="615950"/>
            <a:ext cx="179388" cy="179388"/>
          </a:xfrm>
          <a:prstGeom prst="flowChartExtra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>
            <a:extLst>
              <a:ext uri="{FF2B5EF4-FFF2-40B4-BE49-F238E27FC236}">
                <a16:creationId xmlns:a16="http://schemas.microsoft.com/office/drawing/2014/main" id="{A4FA2DC4-4E4D-2BCC-DD86-8ABA07920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450850"/>
            <a:ext cx="9113837" cy="6337300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7A7F557B-17E3-C94C-4E02-6339812E2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6825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18436" name="Rectangle 5">
            <a:extLst>
              <a:ext uri="{FF2B5EF4-FFF2-40B4-BE49-F238E27FC236}">
                <a16:creationId xmlns:a16="http://schemas.microsoft.com/office/drawing/2014/main" id="{F6CEA8BC-967E-86EA-0DBB-C914CFB99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813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18437" name="Group 6">
            <a:extLst>
              <a:ext uri="{FF2B5EF4-FFF2-40B4-BE49-F238E27FC236}">
                <a16:creationId xmlns:a16="http://schemas.microsoft.com/office/drawing/2014/main" id="{0E6F456C-93C5-FF75-40A2-F01209186F53}"/>
              </a:ext>
            </a:extLst>
          </p:cNvPr>
          <p:cNvGrpSpPr>
            <a:grpSpLocks/>
          </p:cNvGrpSpPr>
          <p:nvPr/>
        </p:nvGrpSpPr>
        <p:grpSpPr bwMode="auto">
          <a:xfrm>
            <a:off x="3116263" y="900113"/>
            <a:ext cx="3443287" cy="5599112"/>
            <a:chOff x="1125" y="1346"/>
            <a:chExt cx="2169" cy="4722"/>
          </a:xfrm>
        </p:grpSpPr>
        <p:sp>
          <p:nvSpPr>
            <p:cNvPr id="18483" name="Line 7">
              <a:extLst>
                <a:ext uri="{FF2B5EF4-FFF2-40B4-BE49-F238E27FC236}">
                  <a16:creationId xmlns:a16="http://schemas.microsoft.com/office/drawing/2014/main" id="{34D8647D-6E2D-3B3E-9DB5-DB8E730E69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18484" name="Line 8">
              <a:extLst>
                <a:ext uri="{FF2B5EF4-FFF2-40B4-BE49-F238E27FC236}">
                  <a16:creationId xmlns:a16="http://schemas.microsoft.com/office/drawing/2014/main" id="{F30FC358-4296-6F2F-04F2-61773012B7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18438" name="Text Box 14">
            <a:extLst>
              <a:ext uri="{FF2B5EF4-FFF2-40B4-BE49-F238E27FC236}">
                <a16:creationId xmlns:a16="http://schemas.microsoft.com/office/drawing/2014/main" id="{2A786D42-8303-CA55-662C-68CE3EB54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888" y="6499225"/>
            <a:ext cx="2349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18439" name="Text Box 53">
            <a:extLst>
              <a:ext uri="{FF2B5EF4-FFF2-40B4-BE49-F238E27FC236}">
                <a16:creationId xmlns:a16="http://schemas.microsoft.com/office/drawing/2014/main" id="{90BB6F22-54DD-BBC3-9BD7-821CE6244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650" y="6499225"/>
            <a:ext cx="2349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grpSp>
        <p:nvGrpSpPr>
          <p:cNvPr id="18440" name="Group 54">
            <a:extLst>
              <a:ext uri="{FF2B5EF4-FFF2-40B4-BE49-F238E27FC236}">
                <a16:creationId xmlns:a16="http://schemas.microsoft.com/office/drawing/2014/main" id="{ECB3950B-F719-D257-7436-43D1A33F8208}"/>
              </a:ext>
            </a:extLst>
          </p:cNvPr>
          <p:cNvGrpSpPr>
            <a:grpSpLocks/>
          </p:cNvGrpSpPr>
          <p:nvPr/>
        </p:nvGrpSpPr>
        <p:grpSpPr bwMode="auto">
          <a:xfrm>
            <a:off x="9009063" y="595313"/>
            <a:ext cx="360362" cy="719137"/>
            <a:chOff x="995" y="2643"/>
            <a:chExt cx="227" cy="453"/>
          </a:xfrm>
        </p:grpSpPr>
        <p:sp>
          <p:nvSpPr>
            <p:cNvPr id="18481" name="Rectangle 55">
              <a:extLst>
                <a:ext uri="{FF2B5EF4-FFF2-40B4-BE49-F238E27FC236}">
                  <a16:creationId xmlns:a16="http://schemas.microsoft.com/office/drawing/2014/main" id="{F0AAB99E-D46F-CC47-8A76-77FBD469C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112</a:t>
              </a:r>
            </a:p>
          </p:txBody>
        </p:sp>
        <p:sp>
          <p:nvSpPr>
            <p:cNvPr id="18482" name="Rectangle 56">
              <a:extLst>
                <a:ext uri="{FF2B5EF4-FFF2-40B4-BE49-F238E27FC236}">
                  <a16:creationId xmlns:a16="http://schemas.microsoft.com/office/drawing/2014/main" id="{F2A92A5E-4992-9F02-DEA5-EDF945B92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111</a:t>
              </a:r>
            </a:p>
          </p:txBody>
        </p:sp>
      </p:grpSp>
      <p:sp>
        <p:nvSpPr>
          <p:cNvPr id="18441" name="AutoShape 57">
            <a:extLst>
              <a:ext uri="{FF2B5EF4-FFF2-40B4-BE49-F238E27FC236}">
                <a16:creationId xmlns:a16="http://schemas.microsoft.com/office/drawing/2014/main" id="{6403EF11-03FD-723C-114A-4BA8D4F1B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8088" y="1135063"/>
            <a:ext cx="179387" cy="179387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18442" name="Text Box 59">
            <a:extLst>
              <a:ext uri="{FF2B5EF4-FFF2-40B4-BE49-F238E27FC236}">
                <a16:creationId xmlns:a16="http://schemas.microsoft.com/office/drawing/2014/main" id="{B70E4217-DBCD-1C23-72D4-6517D1F47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3650" y="1314450"/>
            <a:ext cx="5603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/>
              <a:t>C/V #6</a:t>
            </a:r>
          </a:p>
        </p:txBody>
      </p:sp>
      <p:sp>
        <p:nvSpPr>
          <p:cNvPr id="18443" name="Text Box 60">
            <a:extLst>
              <a:ext uri="{FF2B5EF4-FFF2-40B4-BE49-F238E27FC236}">
                <a16:creationId xmlns:a16="http://schemas.microsoft.com/office/drawing/2014/main" id="{52E1769C-B587-079C-F1F5-D613F78D1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4351338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 SC_3 </a:t>
            </a:r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입고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CV111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CV112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)</a:t>
            </a:r>
          </a:p>
        </p:txBody>
      </p:sp>
      <p:sp>
        <p:nvSpPr>
          <p:cNvPr id="18444" name="Text Box 61">
            <a:extLst>
              <a:ext uri="{FF2B5EF4-FFF2-40B4-BE49-F238E27FC236}">
                <a16:creationId xmlns:a16="http://schemas.microsoft.com/office/drawing/2014/main" id="{AFF495B8-C345-38A0-1D65-F91B41B85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8025" y="1027113"/>
            <a:ext cx="3168650" cy="2682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RGV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도착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CV111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18445" name="Text Box 62">
            <a:extLst>
              <a:ext uri="{FF2B5EF4-FFF2-40B4-BE49-F238E27FC236}">
                <a16:creationId xmlns:a16="http://schemas.microsoft.com/office/drawing/2014/main" id="{9CE1C9F3-5D02-CC3C-8EAC-0B97FCE54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6525" y="138747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CV111</a:t>
            </a:r>
          </a:p>
        </p:txBody>
      </p:sp>
      <p:sp>
        <p:nvSpPr>
          <p:cNvPr id="18446" name="Line 63">
            <a:extLst>
              <a:ext uri="{FF2B5EF4-FFF2-40B4-BE49-F238E27FC236}">
                <a16:creationId xmlns:a16="http://schemas.microsoft.com/office/drawing/2014/main" id="{CF099206-86BA-8BEA-8203-9747CF257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6263" y="165100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47" name="Text Box 64">
            <a:extLst>
              <a:ext uri="{FF2B5EF4-FFF2-40B4-BE49-F238E27FC236}">
                <a16:creationId xmlns:a16="http://schemas.microsoft.com/office/drawing/2014/main" id="{15E60B6F-6F90-7AA7-8FE5-8B2674E81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75" y="151923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M0270 ON</a:t>
            </a:r>
          </a:p>
        </p:txBody>
      </p:sp>
      <p:sp>
        <p:nvSpPr>
          <p:cNvPr id="18448" name="Line 65">
            <a:extLst>
              <a:ext uri="{FF2B5EF4-FFF2-40B4-BE49-F238E27FC236}">
                <a16:creationId xmlns:a16="http://schemas.microsoft.com/office/drawing/2014/main" id="{46F1B4AC-E2BC-14D3-6CA9-B5EAF564EC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7375" y="198913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49" name="Text Box 66">
            <a:extLst>
              <a:ext uri="{FF2B5EF4-FFF2-40B4-BE49-F238E27FC236}">
                <a16:creationId xmlns:a16="http://schemas.microsoft.com/office/drawing/2014/main" id="{DCB9740C-D3AB-DE08-3BD6-2D60EA3ED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438" y="174466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M0262 ON</a:t>
            </a:r>
          </a:p>
        </p:txBody>
      </p:sp>
      <p:sp>
        <p:nvSpPr>
          <p:cNvPr id="18450" name="Text Box 67">
            <a:extLst>
              <a:ext uri="{FF2B5EF4-FFF2-40B4-BE49-F238E27FC236}">
                <a16:creationId xmlns:a16="http://schemas.microsoft.com/office/drawing/2014/main" id="{8C54B11B-9A77-9FE8-2AA6-9590E5E1A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175101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18451" name="Line 68">
            <a:extLst>
              <a:ext uri="{FF2B5EF4-FFF2-40B4-BE49-F238E27FC236}">
                <a16:creationId xmlns:a16="http://schemas.microsoft.com/office/drawing/2014/main" id="{C1EF4DA2-3284-B3B3-9F1B-68C0D3BAF4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7375" y="233838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52" name="Text Box 69">
            <a:extLst>
              <a:ext uri="{FF2B5EF4-FFF2-40B4-BE49-F238E27FC236}">
                <a16:creationId xmlns:a16="http://schemas.microsoft.com/office/drawing/2014/main" id="{8424F1A2-7E6E-8F61-94E3-AC5F498B5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188" y="209391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M0851 ON</a:t>
            </a:r>
          </a:p>
        </p:txBody>
      </p:sp>
      <p:sp>
        <p:nvSpPr>
          <p:cNvPr id="18453" name="Text Box 70">
            <a:extLst>
              <a:ext uri="{FF2B5EF4-FFF2-40B4-BE49-F238E27FC236}">
                <a16:creationId xmlns:a16="http://schemas.microsoft.com/office/drawing/2014/main" id="{18FBEF5F-82F2-2BE1-2A55-C6EE61921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1002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18454" name="Text Box 71">
            <a:extLst>
              <a:ext uri="{FF2B5EF4-FFF2-40B4-BE49-F238E27FC236}">
                <a16:creationId xmlns:a16="http://schemas.microsoft.com/office/drawing/2014/main" id="{4D1EA1DA-8FE1-33FF-4BE5-2378175A5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150" y="279876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M0851 OFF</a:t>
            </a:r>
          </a:p>
        </p:txBody>
      </p:sp>
      <p:sp>
        <p:nvSpPr>
          <p:cNvPr id="18455" name="Text Box 72">
            <a:extLst>
              <a:ext uri="{FF2B5EF4-FFF2-40B4-BE49-F238E27FC236}">
                <a16:creationId xmlns:a16="http://schemas.microsoft.com/office/drawing/2014/main" id="{331A077E-0536-D2D6-D68A-8D86F8056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7987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18456" name="Text Box 73">
            <a:extLst>
              <a:ext uri="{FF2B5EF4-FFF2-40B4-BE49-F238E27FC236}">
                <a16:creationId xmlns:a16="http://schemas.microsoft.com/office/drawing/2014/main" id="{F7974C1E-90AE-4575-C6AB-19BBE9065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438" y="245268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M0262 OFF</a:t>
            </a:r>
          </a:p>
        </p:txBody>
      </p:sp>
      <p:sp>
        <p:nvSpPr>
          <p:cNvPr id="18457" name="Text Box 74">
            <a:extLst>
              <a:ext uri="{FF2B5EF4-FFF2-40B4-BE49-F238E27FC236}">
                <a16:creationId xmlns:a16="http://schemas.microsoft.com/office/drawing/2014/main" id="{588DD9EB-C84F-9311-E2C5-82A56B347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4590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18458" name="Line 75">
            <a:extLst>
              <a:ext uri="{FF2B5EF4-FFF2-40B4-BE49-F238E27FC236}">
                <a16:creationId xmlns:a16="http://schemas.microsoft.com/office/drawing/2014/main" id="{216ABB27-D8AE-B42D-4A89-3F005623B04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8963" y="2697163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59" name="Text Box 76">
            <a:extLst>
              <a:ext uri="{FF2B5EF4-FFF2-40B4-BE49-F238E27FC236}">
                <a16:creationId xmlns:a16="http://schemas.microsoft.com/office/drawing/2014/main" id="{FDE70FBF-4FF5-9551-3530-00006DF58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1838" y="3114675"/>
            <a:ext cx="3168650" cy="404813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는 입고대 방향 확인 후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, </a:t>
            </a:r>
          </a:p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Tracking Area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Write</a:t>
            </a:r>
          </a:p>
        </p:txBody>
      </p:sp>
      <p:sp>
        <p:nvSpPr>
          <p:cNvPr id="18460" name="Line 77">
            <a:extLst>
              <a:ext uri="{FF2B5EF4-FFF2-40B4-BE49-F238E27FC236}">
                <a16:creationId xmlns:a16="http://schemas.microsoft.com/office/drawing/2014/main" id="{5922C2F1-BB8C-ED5D-A6DC-8025F84E83D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3563" y="3738563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438" name="Text Box 78">
            <a:extLst>
              <a:ext uri="{FF2B5EF4-FFF2-40B4-BE49-F238E27FC236}">
                <a16:creationId xmlns:a16="http://schemas.microsoft.com/office/drawing/2014/main" id="{00A62A3F-576E-789C-75D0-A06DB0288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4288" y="3522663"/>
            <a:ext cx="21590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en-US" altLang="ko-KR" sz="1000" b="0" strike="sngStrike" dirty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Direction Mode Check(M0249)</a:t>
            </a:r>
          </a:p>
        </p:txBody>
      </p:sp>
      <p:sp>
        <p:nvSpPr>
          <p:cNvPr id="18462" name="Text Box 79">
            <a:extLst>
              <a:ext uri="{FF2B5EF4-FFF2-40B4-BE49-F238E27FC236}">
                <a16:creationId xmlns:a16="http://schemas.microsoft.com/office/drawing/2014/main" id="{4593D2C4-51DF-ACB4-3743-822A7CBEE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2575" y="3636963"/>
            <a:ext cx="2016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입고 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ON, 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출고 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OFF</a:t>
            </a:r>
          </a:p>
        </p:txBody>
      </p:sp>
      <p:sp>
        <p:nvSpPr>
          <p:cNvPr id="18463" name="Line 80">
            <a:extLst>
              <a:ext uri="{FF2B5EF4-FFF2-40B4-BE49-F238E27FC236}">
                <a16:creationId xmlns:a16="http://schemas.microsoft.com/office/drawing/2014/main" id="{A524BABD-6C41-6058-2E12-04DED2903D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3563" y="3965575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64" name="Text Box 81">
            <a:extLst>
              <a:ext uri="{FF2B5EF4-FFF2-40B4-BE49-F238E27FC236}">
                <a16:creationId xmlns:a16="http://schemas.microsoft.com/office/drawing/2014/main" id="{27A4D705-1C08-5201-E245-8AD52B189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2575" y="3854450"/>
            <a:ext cx="2016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ON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이 아닐 경우 변경</a:t>
            </a:r>
          </a:p>
        </p:txBody>
      </p:sp>
      <p:sp>
        <p:nvSpPr>
          <p:cNvPr id="17442" name="Text Box 82">
            <a:extLst>
              <a:ext uri="{FF2B5EF4-FFF2-40B4-BE49-F238E27FC236}">
                <a16:creationId xmlns:a16="http://schemas.microsoft.com/office/drawing/2014/main" id="{DF0490DD-02D2-2FCC-6343-538A1F1A2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563" y="3843338"/>
            <a:ext cx="8890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>
              <a:defRPr/>
            </a:pPr>
            <a:r>
              <a:rPr lang="en-US" altLang="ko-KR" sz="1000" b="0" strike="sngStrike" dirty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M0189 ON</a:t>
            </a:r>
          </a:p>
        </p:txBody>
      </p:sp>
      <p:sp>
        <p:nvSpPr>
          <p:cNvPr id="18466" name="AutoShape 83">
            <a:extLst>
              <a:ext uri="{FF2B5EF4-FFF2-40B4-BE49-F238E27FC236}">
                <a16:creationId xmlns:a16="http://schemas.microsoft.com/office/drawing/2014/main" id="{3063B737-2ACB-EF4A-14F1-7EB5B4ED7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250" y="4081463"/>
            <a:ext cx="3028950" cy="1714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 (R0050~R0051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18467" name="Freeform 84">
            <a:extLst>
              <a:ext uri="{FF2B5EF4-FFF2-40B4-BE49-F238E27FC236}">
                <a16:creationId xmlns:a16="http://schemas.microsoft.com/office/drawing/2014/main" id="{A043841F-A4A1-0C65-0F3E-2B5AD9BFC757}"/>
              </a:ext>
            </a:extLst>
          </p:cNvPr>
          <p:cNvSpPr>
            <a:spLocks/>
          </p:cNvSpPr>
          <p:nvPr/>
        </p:nvSpPr>
        <p:spPr bwMode="auto">
          <a:xfrm flipH="1">
            <a:off x="3108325" y="4051300"/>
            <a:ext cx="3455988" cy="228600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68" name="Text Box 85">
            <a:extLst>
              <a:ext uri="{FF2B5EF4-FFF2-40B4-BE49-F238E27FC236}">
                <a16:creationId xmlns:a16="http://schemas.microsoft.com/office/drawing/2014/main" id="{15DCC42C-074C-75C9-4C72-46EA63B5C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5900" y="4084638"/>
            <a:ext cx="2016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Tracking Area 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번지 지정 참조</a:t>
            </a:r>
          </a:p>
        </p:txBody>
      </p:sp>
      <p:sp>
        <p:nvSpPr>
          <p:cNvPr id="18469" name="Text Box 86">
            <a:extLst>
              <a:ext uri="{FF2B5EF4-FFF2-40B4-BE49-F238E27FC236}">
                <a16:creationId xmlns:a16="http://schemas.microsoft.com/office/drawing/2014/main" id="{E46A34BF-6BD7-766E-186E-F11E772AB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788" y="4387850"/>
            <a:ext cx="3168650" cy="404813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감지 되고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가 있으므로</a:t>
            </a:r>
          </a:p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CV112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로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Conveyor move</a:t>
            </a:r>
          </a:p>
        </p:txBody>
      </p:sp>
      <p:sp>
        <p:nvSpPr>
          <p:cNvPr id="18470" name="Text Box 87">
            <a:extLst>
              <a:ext uri="{FF2B5EF4-FFF2-40B4-BE49-F238E27FC236}">
                <a16:creationId xmlns:a16="http://schemas.microsoft.com/office/drawing/2014/main" id="{65BBDDCE-8126-D581-AB96-AF77CB111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663" y="5132388"/>
            <a:ext cx="3168650" cy="2682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CV112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 Pallet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도착</a:t>
            </a:r>
          </a:p>
        </p:txBody>
      </p:sp>
      <p:sp>
        <p:nvSpPr>
          <p:cNvPr id="18471" name="Text Box 88">
            <a:extLst>
              <a:ext uri="{FF2B5EF4-FFF2-40B4-BE49-F238E27FC236}">
                <a16:creationId xmlns:a16="http://schemas.microsoft.com/office/drawing/2014/main" id="{AE0AC176-C7E8-29A9-321D-BA5F22351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113" y="539908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CV112</a:t>
            </a:r>
          </a:p>
        </p:txBody>
      </p:sp>
      <p:sp>
        <p:nvSpPr>
          <p:cNvPr id="18472" name="Line 89">
            <a:extLst>
              <a:ext uri="{FF2B5EF4-FFF2-40B4-BE49-F238E27FC236}">
                <a16:creationId xmlns:a16="http://schemas.microsoft.com/office/drawing/2014/main" id="{1ADEB900-D6BB-5D49-5BAD-E023E57769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7850" y="5622925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73" name="Text Box 90">
            <a:extLst>
              <a:ext uri="{FF2B5EF4-FFF2-40B4-BE49-F238E27FC236}">
                <a16:creationId xmlns:a16="http://schemas.microsoft.com/office/drawing/2014/main" id="{A2C27B62-D161-C5B8-0F35-CCC8160B7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963" y="549116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M0271 ON</a:t>
            </a:r>
          </a:p>
        </p:txBody>
      </p:sp>
      <p:sp>
        <p:nvSpPr>
          <p:cNvPr id="18474" name="Text Box 91">
            <a:extLst>
              <a:ext uri="{FF2B5EF4-FFF2-40B4-BE49-F238E27FC236}">
                <a16:creationId xmlns:a16="http://schemas.microsoft.com/office/drawing/2014/main" id="{886A6978-207A-EFAD-14EA-702A38C15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113" y="47958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CV111</a:t>
            </a:r>
          </a:p>
        </p:txBody>
      </p:sp>
      <p:sp>
        <p:nvSpPr>
          <p:cNvPr id="18475" name="Line 92">
            <a:extLst>
              <a:ext uri="{FF2B5EF4-FFF2-40B4-BE49-F238E27FC236}">
                <a16:creationId xmlns:a16="http://schemas.microsoft.com/office/drawing/2014/main" id="{9325F97B-6F00-9175-DC66-81DA2108A4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7850" y="5059363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76" name="Text Box 93">
            <a:extLst>
              <a:ext uri="{FF2B5EF4-FFF2-40B4-BE49-F238E27FC236}">
                <a16:creationId xmlns:a16="http://schemas.microsoft.com/office/drawing/2014/main" id="{3B0F913A-6ED0-9DAC-46EF-E63649D40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963" y="492760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M0270 OFF</a:t>
            </a:r>
          </a:p>
        </p:txBody>
      </p:sp>
      <p:sp>
        <p:nvSpPr>
          <p:cNvPr id="18477" name="Text Box 94">
            <a:extLst>
              <a:ext uri="{FF2B5EF4-FFF2-40B4-BE49-F238E27FC236}">
                <a16:creationId xmlns:a16="http://schemas.microsoft.com/office/drawing/2014/main" id="{93C3DB20-AF2B-BCAE-C501-538E1554A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663" y="5707063"/>
            <a:ext cx="3168650" cy="4302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ID Shift  </a:t>
            </a:r>
          </a:p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CV111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영역에서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CV112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영역으로</a:t>
            </a:r>
          </a:p>
        </p:txBody>
      </p:sp>
      <p:sp>
        <p:nvSpPr>
          <p:cNvPr id="18478" name="Freeform 95">
            <a:extLst>
              <a:ext uri="{FF2B5EF4-FFF2-40B4-BE49-F238E27FC236}">
                <a16:creationId xmlns:a16="http://schemas.microsoft.com/office/drawing/2014/main" id="{58AF3076-5978-50FC-0D5A-52BED556ECFD}"/>
              </a:ext>
            </a:extLst>
          </p:cNvPr>
          <p:cNvSpPr>
            <a:spLocks/>
          </p:cNvSpPr>
          <p:nvPr/>
        </p:nvSpPr>
        <p:spPr bwMode="auto">
          <a:xfrm>
            <a:off x="3135313" y="6249988"/>
            <a:ext cx="3455987" cy="198437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79" name="AutoShape 96">
            <a:extLst>
              <a:ext uri="{FF2B5EF4-FFF2-40B4-BE49-F238E27FC236}">
                <a16:creationId xmlns:a16="http://schemas.microsoft.com/office/drawing/2014/main" id="{82C66757-EEC5-E87C-E6E6-4FC3E6B55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238" y="6261100"/>
            <a:ext cx="3028950" cy="1714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NO(R0052~R0053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18480" name="Text Box 97">
            <a:extLst>
              <a:ext uri="{FF2B5EF4-FFF2-40B4-BE49-F238E27FC236}">
                <a16:creationId xmlns:a16="http://schemas.microsoft.com/office/drawing/2014/main" id="{355F965C-2C8B-277D-DC24-DEDBC0B82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25" y="5556250"/>
            <a:ext cx="1609725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※ Exist Bit 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변경 이후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ECS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에서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0.5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초 이내에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읽어 가므로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PLC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는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Data Move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 무결성 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을 보장 해야 함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EBE77B-995E-E16F-6299-0F1B3E81A429}"/>
              </a:ext>
            </a:extLst>
          </p:cNvPr>
          <p:cNvSpPr txBox="1"/>
          <p:nvPr/>
        </p:nvSpPr>
        <p:spPr>
          <a:xfrm>
            <a:off x="6008688" y="3497263"/>
            <a:ext cx="1420261" cy="1692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FF0000"/>
                </a:solidFill>
              </a:rPr>
              <a:t>[</a:t>
            </a:r>
            <a:r>
              <a:rPr lang="ko-KR" altLang="en-US" sz="1100">
                <a:solidFill>
                  <a:srgbClr val="FF0000"/>
                </a:solidFill>
              </a:rPr>
              <a:t>양방향 트랙이 아님</a:t>
            </a:r>
            <a:r>
              <a:rPr lang="en-US" altLang="ko-KR" sz="1100">
                <a:solidFill>
                  <a:srgbClr val="FF0000"/>
                </a:solidFill>
              </a:rPr>
              <a:t>?]</a:t>
            </a:r>
            <a:endParaRPr lang="ko-KR" altLang="en-US" sz="1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>
            <a:extLst>
              <a:ext uri="{FF2B5EF4-FFF2-40B4-BE49-F238E27FC236}">
                <a16:creationId xmlns:a16="http://schemas.microsoft.com/office/drawing/2014/main" id="{2C24D4DF-4967-517C-D820-5BFCF123E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428307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(SC_3 </a:t>
            </a:r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입고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CV111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CV112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)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809EC6D6-6444-84B5-BF13-F3877AAA0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450850"/>
            <a:ext cx="9113837" cy="6337300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6EF099C0-D41A-D97D-AA41-DDC8C7FFC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6825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5CC62DBD-A977-55AB-B6E6-B36141958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813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19462" name="Group 6">
            <a:extLst>
              <a:ext uri="{FF2B5EF4-FFF2-40B4-BE49-F238E27FC236}">
                <a16:creationId xmlns:a16="http://schemas.microsoft.com/office/drawing/2014/main" id="{2F396084-39BF-A7F1-C30A-F55538071DF4}"/>
              </a:ext>
            </a:extLst>
          </p:cNvPr>
          <p:cNvGrpSpPr>
            <a:grpSpLocks/>
          </p:cNvGrpSpPr>
          <p:nvPr/>
        </p:nvGrpSpPr>
        <p:grpSpPr bwMode="auto">
          <a:xfrm>
            <a:off x="3116263" y="900113"/>
            <a:ext cx="3443287" cy="4375150"/>
            <a:chOff x="1125" y="1346"/>
            <a:chExt cx="2169" cy="4722"/>
          </a:xfrm>
        </p:grpSpPr>
        <p:sp>
          <p:nvSpPr>
            <p:cNvPr id="19494" name="Line 7">
              <a:extLst>
                <a:ext uri="{FF2B5EF4-FFF2-40B4-BE49-F238E27FC236}">
                  <a16:creationId xmlns:a16="http://schemas.microsoft.com/office/drawing/2014/main" id="{4BEA6440-8669-E21E-7FE6-EF5385B41D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19495" name="Line 8">
              <a:extLst>
                <a:ext uri="{FF2B5EF4-FFF2-40B4-BE49-F238E27FC236}">
                  <a16:creationId xmlns:a16="http://schemas.microsoft.com/office/drawing/2014/main" id="{A9AFB901-9A56-43C0-9997-01687BD44E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19463" name="Text Box 14">
            <a:extLst>
              <a:ext uri="{FF2B5EF4-FFF2-40B4-BE49-F238E27FC236}">
                <a16:creationId xmlns:a16="http://schemas.microsoft.com/office/drawing/2014/main" id="{64BC75D3-D4AD-CCEC-C5D6-C0CF49645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888" y="666750"/>
            <a:ext cx="2349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19464" name="Text Box 35">
            <a:extLst>
              <a:ext uri="{FF2B5EF4-FFF2-40B4-BE49-F238E27FC236}">
                <a16:creationId xmlns:a16="http://schemas.microsoft.com/office/drawing/2014/main" id="{5EC1A8C6-97B2-7701-D544-FF8AA2749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588" y="1027113"/>
            <a:ext cx="3168650" cy="2682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S/C Call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을 위해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W.O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보고</a:t>
            </a:r>
          </a:p>
        </p:txBody>
      </p:sp>
      <p:sp>
        <p:nvSpPr>
          <p:cNvPr id="19465" name="Text Box 36">
            <a:extLst>
              <a:ext uri="{FF2B5EF4-FFF2-40B4-BE49-F238E27FC236}">
                <a16:creationId xmlns:a16="http://schemas.microsoft.com/office/drawing/2014/main" id="{31E6E31B-9F70-3CFF-4955-D8BA1BDA4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2309813"/>
            <a:ext cx="3168650" cy="31273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S/C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이 도착하여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19466" name="Line 37">
            <a:extLst>
              <a:ext uri="{FF2B5EF4-FFF2-40B4-BE49-F238E27FC236}">
                <a16:creationId xmlns:a16="http://schemas.microsoft.com/office/drawing/2014/main" id="{4B57B3ED-40CB-353A-8353-C905ABC437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347980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9467" name="Text Box 38">
            <a:extLst>
              <a:ext uri="{FF2B5EF4-FFF2-40B4-BE49-F238E27FC236}">
                <a16:creationId xmlns:a16="http://schemas.microsoft.com/office/drawing/2014/main" id="{B89A4144-2A82-0420-A7BF-28475C911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32353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M0263 ON</a:t>
            </a:r>
          </a:p>
        </p:txBody>
      </p:sp>
      <p:sp>
        <p:nvSpPr>
          <p:cNvPr id="19468" name="Text Box 39">
            <a:extLst>
              <a:ext uri="{FF2B5EF4-FFF2-40B4-BE49-F238E27FC236}">
                <a16:creationId xmlns:a16="http://schemas.microsoft.com/office/drawing/2014/main" id="{D0635E51-7263-F2C8-664B-E475E017C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324167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19469" name="Line 40">
            <a:extLst>
              <a:ext uri="{FF2B5EF4-FFF2-40B4-BE49-F238E27FC236}">
                <a16:creationId xmlns:a16="http://schemas.microsoft.com/office/drawing/2014/main" id="{340D34CF-85C0-E7C5-4B8A-C78E4444C3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382905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9470" name="Text Box 41">
            <a:extLst>
              <a:ext uri="{FF2B5EF4-FFF2-40B4-BE49-F238E27FC236}">
                <a16:creationId xmlns:a16="http://schemas.microsoft.com/office/drawing/2014/main" id="{AFAAF80D-6C28-B60B-AA45-82A46B364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4300" y="369093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M0853 ON</a:t>
            </a:r>
          </a:p>
        </p:txBody>
      </p:sp>
      <p:sp>
        <p:nvSpPr>
          <p:cNvPr id="19471" name="Text Box 42">
            <a:extLst>
              <a:ext uri="{FF2B5EF4-FFF2-40B4-BE49-F238E27FC236}">
                <a16:creationId xmlns:a16="http://schemas.microsoft.com/office/drawing/2014/main" id="{1FECC66A-433B-20E5-AFB7-435A020BE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359092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19472" name="Line 43">
            <a:extLst>
              <a:ext uri="{FF2B5EF4-FFF2-40B4-BE49-F238E27FC236}">
                <a16:creationId xmlns:a16="http://schemas.microsoft.com/office/drawing/2014/main" id="{151CE22C-6E94-1AD8-EE0A-F308274FA5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0075" y="4491038"/>
            <a:ext cx="34528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9473" name="Text Box 44">
            <a:extLst>
              <a:ext uri="{FF2B5EF4-FFF2-40B4-BE49-F238E27FC236}">
                <a16:creationId xmlns:a16="http://schemas.microsoft.com/office/drawing/2014/main" id="{5731A652-D79C-D822-84E9-3EB83649E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7263" y="42894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M0853 OFF</a:t>
            </a:r>
          </a:p>
        </p:txBody>
      </p:sp>
      <p:sp>
        <p:nvSpPr>
          <p:cNvPr id="19474" name="Text Box 45">
            <a:extLst>
              <a:ext uri="{FF2B5EF4-FFF2-40B4-BE49-F238E27FC236}">
                <a16:creationId xmlns:a16="http://schemas.microsoft.com/office/drawing/2014/main" id="{7C2F6737-6528-D4E7-63DD-16150041F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428942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19475" name="Text Box 46">
            <a:extLst>
              <a:ext uri="{FF2B5EF4-FFF2-40B4-BE49-F238E27FC236}">
                <a16:creationId xmlns:a16="http://schemas.microsoft.com/office/drawing/2014/main" id="{4F9C037E-FC99-1C28-5FD8-C54A4F07B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2698750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CV112</a:t>
            </a:r>
          </a:p>
        </p:txBody>
      </p:sp>
      <p:sp>
        <p:nvSpPr>
          <p:cNvPr id="19476" name="Line 47">
            <a:extLst>
              <a:ext uri="{FF2B5EF4-FFF2-40B4-BE49-F238E27FC236}">
                <a16:creationId xmlns:a16="http://schemas.microsoft.com/office/drawing/2014/main" id="{5B8D2172-8C53-6EA7-6D0E-EB0C9DCA30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2962275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9477" name="Text Box 48">
            <a:extLst>
              <a:ext uri="{FF2B5EF4-FFF2-40B4-BE49-F238E27FC236}">
                <a16:creationId xmlns:a16="http://schemas.microsoft.com/office/drawing/2014/main" id="{0358E046-D805-4AFA-6441-096FF1E3D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283051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M0271 OFF</a:t>
            </a:r>
          </a:p>
        </p:txBody>
      </p:sp>
      <p:sp>
        <p:nvSpPr>
          <p:cNvPr id="19478" name="Line 49">
            <a:extLst>
              <a:ext uri="{FF2B5EF4-FFF2-40B4-BE49-F238E27FC236}">
                <a16:creationId xmlns:a16="http://schemas.microsoft.com/office/drawing/2014/main" id="{B6E7B930-79CD-2EA8-8E52-F66914B0D8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4887913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9479" name="Text Box 50">
            <a:extLst>
              <a:ext uri="{FF2B5EF4-FFF2-40B4-BE49-F238E27FC236}">
                <a16:creationId xmlns:a16="http://schemas.microsoft.com/office/drawing/2014/main" id="{D8146920-CACA-AAD6-2F6F-403D60F9AC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46704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M0266 OFF</a:t>
            </a:r>
          </a:p>
        </p:txBody>
      </p:sp>
      <p:sp>
        <p:nvSpPr>
          <p:cNvPr id="19480" name="Text Box 51">
            <a:extLst>
              <a:ext uri="{FF2B5EF4-FFF2-40B4-BE49-F238E27FC236}">
                <a16:creationId xmlns:a16="http://schemas.microsoft.com/office/drawing/2014/main" id="{C06EA616-1E41-39B6-98C5-485B2480F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4643438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19481" name="Text Box 52">
            <a:extLst>
              <a:ext uri="{FF2B5EF4-FFF2-40B4-BE49-F238E27FC236}">
                <a16:creationId xmlns:a16="http://schemas.microsoft.com/office/drawing/2014/main" id="{F75BE73B-B29E-A743-D32E-133D90F2D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394335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M0263 OFF</a:t>
            </a:r>
          </a:p>
        </p:txBody>
      </p:sp>
      <p:sp>
        <p:nvSpPr>
          <p:cNvPr id="19482" name="Text Box 53">
            <a:extLst>
              <a:ext uri="{FF2B5EF4-FFF2-40B4-BE49-F238E27FC236}">
                <a16:creationId xmlns:a16="http://schemas.microsoft.com/office/drawing/2014/main" id="{CB6A0D84-E30E-FB55-CFBF-13EACAD50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3949700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19483" name="Line 54">
            <a:extLst>
              <a:ext uri="{FF2B5EF4-FFF2-40B4-BE49-F238E27FC236}">
                <a16:creationId xmlns:a16="http://schemas.microsoft.com/office/drawing/2014/main" id="{A98D5928-5F31-9BCB-4481-4354B51860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0075" y="4187825"/>
            <a:ext cx="34528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9484" name="Freeform 55">
            <a:extLst>
              <a:ext uri="{FF2B5EF4-FFF2-40B4-BE49-F238E27FC236}">
                <a16:creationId xmlns:a16="http://schemas.microsoft.com/office/drawing/2014/main" id="{3A86A9B5-E13F-5A92-7C84-030CAC4E540E}"/>
              </a:ext>
            </a:extLst>
          </p:cNvPr>
          <p:cNvSpPr>
            <a:spLocks/>
          </p:cNvSpPr>
          <p:nvPr/>
        </p:nvSpPr>
        <p:spPr bwMode="auto">
          <a:xfrm>
            <a:off x="3095625" y="1866900"/>
            <a:ext cx="3455988" cy="198438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9485" name="AutoShape 56">
            <a:extLst>
              <a:ext uri="{FF2B5EF4-FFF2-40B4-BE49-F238E27FC236}">
                <a16:creationId xmlns:a16="http://schemas.microsoft.com/office/drawing/2014/main" id="{83211F33-B99B-4BDC-FC33-F8B57B4A6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550" y="1878013"/>
            <a:ext cx="3028950" cy="1714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 (R0052~R0053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19486" name="Line 57">
            <a:extLst>
              <a:ext uri="{FF2B5EF4-FFF2-40B4-BE49-F238E27FC236}">
                <a16:creationId xmlns:a16="http://schemas.microsoft.com/office/drawing/2014/main" id="{9A8272BE-BCD3-3005-A9BD-18848FA123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9275" y="1624013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9487" name="Text Box 58">
            <a:extLst>
              <a:ext uri="{FF2B5EF4-FFF2-40B4-BE49-F238E27FC236}">
                <a16:creationId xmlns:a16="http://schemas.microsoft.com/office/drawing/2014/main" id="{6C75CA3E-39FC-EE30-4405-E96AF3656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8" y="14065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M0266 ON</a:t>
            </a:r>
          </a:p>
        </p:txBody>
      </p:sp>
      <p:sp>
        <p:nvSpPr>
          <p:cNvPr id="19488" name="Text Box 59">
            <a:extLst>
              <a:ext uri="{FF2B5EF4-FFF2-40B4-BE49-F238E27FC236}">
                <a16:creationId xmlns:a16="http://schemas.microsoft.com/office/drawing/2014/main" id="{E9E0A825-A90F-711B-097E-534180563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88" y="13795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grpSp>
        <p:nvGrpSpPr>
          <p:cNvPr id="19489" name="Group 54">
            <a:extLst>
              <a:ext uri="{FF2B5EF4-FFF2-40B4-BE49-F238E27FC236}">
                <a16:creationId xmlns:a16="http://schemas.microsoft.com/office/drawing/2014/main" id="{1DCFC58C-030A-AE8C-3559-C89B800A391E}"/>
              </a:ext>
            </a:extLst>
          </p:cNvPr>
          <p:cNvGrpSpPr>
            <a:grpSpLocks/>
          </p:cNvGrpSpPr>
          <p:nvPr/>
        </p:nvGrpSpPr>
        <p:grpSpPr bwMode="auto">
          <a:xfrm>
            <a:off x="9009063" y="595313"/>
            <a:ext cx="360362" cy="719137"/>
            <a:chOff x="995" y="2643"/>
            <a:chExt cx="227" cy="453"/>
          </a:xfrm>
        </p:grpSpPr>
        <p:sp>
          <p:nvSpPr>
            <p:cNvPr id="19492" name="Rectangle 55">
              <a:extLst>
                <a:ext uri="{FF2B5EF4-FFF2-40B4-BE49-F238E27FC236}">
                  <a16:creationId xmlns:a16="http://schemas.microsoft.com/office/drawing/2014/main" id="{5A9BE0FE-383B-7575-4004-BCA20F34DA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112</a:t>
              </a:r>
            </a:p>
          </p:txBody>
        </p:sp>
        <p:sp>
          <p:nvSpPr>
            <p:cNvPr id="19493" name="Rectangle 56">
              <a:extLst>
                <a:ext uri="{FF2B5EF4-FFF2-40B4-BE49-F238E27FC236}">
                  <a16:creationId xmlns:a16="http://schemas.microsoft.com/office/drawing/2014/main" id="{2C9894C0-85FF-F887-22F2-BF6896A9F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111</a:t>
              </a:r>
            </a:p>
          </p:txBody>
        </p:sp>
      </p:grpSp>
      <p:sp>
        <p:nvSpPr>
          <p:cNvPr id="19490" name="AutoShape 57">
            <a:extLst>
              <a:ext uri="{FF2B5EF4-FFF2-40B4-BE49-F238E27FC236}">
                <a16:creationId xmlns:a16="http://schemas.microsoft.com/office/drawing/2014/main" id="{AA73B98C-3888-2D95-684B-959119639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8088" y="1135063"/>
            <a:ext cx="179387" cy="179387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19491" name="Text Box 59">
            <a:extLst>
              <a:ext uri="{FF2B5EF4-FFF2-40B4-BE49-F238E27FC236}">
                <a16:creationId xmlns:a16="http://schemas.microsoft.com/office/drawing/2014/main" id="{DF9AE183-9721-512F-6874-5E6D03F45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3650" y="1314450"/>
            <a:ext cx="5603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/>
              <a:t>C/V #6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>
            <a:extLst>
              <a:ext uri="{FF2B5EF4-FFF2-40B4-BE49-F238E27FC236}">
                <a16:creationId xmlns:a16="http://schemas.microsoft.com/office/drawing/2014/main" id="{1D622D17-CE2D-A1FD-8423-8012FA0A3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" y="595313"/>
            <a:ext cx="9648825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SC_4 </a:t>
            </a:r>
            <a:r>
              <a:rPr lang="ko-KR" altLang="en-US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</a:t>
            </a:r>
            <a:endParaRPr lang="en-US" altLang="ko-KR" sz="40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>
            <a:extLst>
              <a:ext uri="{FF2B5EF4-FFF2-40B4-BE49-F238E27FC236}">
                <a16:creationId xmlns:a16="http://schemas.microsoft.com/office/drawing/2014/main" id="{D7BC8919-E0B0-C89F-45AC-42D891DB1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450850"/>
            <a:ext cx="9113837" cy="6337300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21507" name="Rectangle 4">
            <a:extLst>
              <a:ext uri="{FF2B5EF4-FFF2-40B4-BE49-F238E27FC236}">
                <a16:creationId xmlns:a16="http://schemas.microsoft.com/office/drawing/2014/main" id="{5521A9F9-7576-8713-E5F2-E493B4ED2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6825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21508" name="Rectangle 5">
            <a:extLst>
              <a:ext uri="{FF2B5EF4-FFF2-40B4-BE49-F238E27FC236}">
                <a16:creationId xmlns:a16="http://schemas.microsoft.com/office/drawing/2014/main" id="{F2F0A6CD-702D-313F-4AC1-59B792233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813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21509" name="Group 6">
            <a:extLst>
              <a:ext uri="{FF2B5EF4-FFF2-40B4-BE49-F238E27FC236}">
                <a16:creationId xmlns:a16="http://schemas.microsoft.com/office/drawing/2014/main" id="{D15FECAF-073C-972D-D035-1D1F0E1DF2EB}"/>
              </a:ext>
            </a:extLst>
          </p:cNvPr>
          <p:cNvGrpSpPr>
            <a:grpSpLocks/>
          </p:cNvGrpSpPr>
          <p:nvPr/>
        </p:nvGrpSpPr>
        <p:grpSpPr bwMode="auto">
          <a:xfrm>
            <a:off x="3116263" y="900113"/>
            <a:ext cx="3443287" cy="5599112"/>
            <a:chOff x="1125" y="1346"/>
            <a:chExt cx="2169" cy="4722"/>
          </a:xfrm>
        </p:grpSpPr>
        <p:sp>
          <p:nvSpPr>
            <p:cNvPr id="21555" name="Line 7">
              <a:extLst>
                <a:ext uri="{FF2B5EF4-FFF2-40B4-BE49-F238E27FC236}">
                  <a16:creationId xmlns:a16="http://schemas.microsoft.com/office/drawing/2014/main" id="{C3B92289-75EF-A1ED-6004-C93BBD5961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21556" name="Line 8">
              <a:extLst>
                <a:ext uri="{FF2B5EF4-FFF2-40B4-BE49-F238E27FC236}">
                  <a16:creationId xmlns:a16="http://schemas.microsoft.com/office/drawing/2014/main" id="{A7379C32-4120-9E3B-8CB0-6B754AF8B9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21510" name="Text Box 14">
            <a:extLst>
              <a:ext uri="{FF2B5EF4-FFF2-40B4-BE49-F238E27FC236}">
                <a16:creationId xmlns:a16="http://schemas.microsoft.com/office/drawing/2014/main" id="{6E570400-7CCE-835D-A67D-8C252FAEE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888" y="6499225"/>
            <a:ext cx="2349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21511" name="Text Box 53">
            <a:extLst>
              <a:ext uri="{FF2B5EF4-FFF2-40B4-BE49-F238E27FC236}">
                <a16:creationId xmlns:a16="http://schemas.microsoft.com/office/drawing/2014/main" id="{7392D2D7-37A7-D594-9B62-FB80292D6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650" y="6499225"/>
            <a:ext cx="2349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grpSp>
        <p:nvGrpSpPr>
          <p:cNvPr id="21512" name="Group 54">
            <a:extLst>
              <a:ext uri="{FF2B5EF4-FFF2-40B4-BE49-F238E27FC236}">
                <a16:creationId xmlns:a16="http://schemas.microsoft.com/office/drawing/2014/main" id="{26071247-BE5A-9AE0-4B76-4209BFEF5953}"/>
              </a:ext>
            </a:extLst>
          </p:cNvPr>
          <p:cNvGrpSpPr>
            <a:grpSpLocks/>
          </p:cNvGrpSpPr>
          <p:nvPr/>
        </p:nvGrpSpPr>
        <p:grpSpPr bwMode="auto">
          <a:xfrm>
            <a:off x="9009063" y="595313"/>
            <a:ext cx="360362" cy="719137"/>
            <a:chOff x="995" y="2643"/>
            <a:chExt cx="227" cy="453"/>
          </a:xfrm>
        </p:grpSpPr>
        <p:sp>
          <p:nvSpPr>
            <p:cNvPr id="21553" name="Rectangle 55">
              <a:extLst>
                <a:ext uri="{FF2B5EF4-FFF2-40B4-BE49-F238E27FC236}">
                  <a16:creationId xmlns:a16="http://schemas.microsoft.com/office/drawing/2014/main" id="{4498E63C-5275-8496-630C-A630A021F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113</a:t>
              </a:r>
            </a:p>
          </p:txBody>
        </p:sp>
        <p:sp>
          <p:nvSpPr>
            <p:cNvPr id="21554" name="Rectangle 56">
              <a:extLst>
                <a:ext uri="{FF2B5EF4-FFF2-40B4-BE49-F238E27FC236}">
                  <a16:creationId xmlns:a16="http://schemas.microsoft.com/office/drawing/2014/main" id="{967409E3-F17B-1361-E4F9-98110D900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114</a:t>
              </a:r>
            </a:p>
          </p:txBody>
        </p:sp>
      </p:grpSp>
      <p:sp>
        <p:nvSpPr>
          <p:cNvPr id="21513" name="Text Box 59">
            <a:extLst>
              <a:ext uri="{FF2B5EF4-FFF2-40B4-BE49-F238E27FC236}">
                <a16:creationId xmlns:a16="http://schemas.microsoft.com/office/drawing/2014/main" id="{EAD38C46-1A6C-53EF-167C-45F7C5115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3650" y="1314450"/>
            <a:ext cx="5603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/>
              <a:t>C/V #7</a:t>
            </a:r>
          </a:p>
        </p:txBody>
      </p:sp>
      <p:sp>
        <p:nvSpPr>
          <p:cNvPr id="21514" name="Text Box 60">
            <a:extLst>
              <a:ext uri="{FF2B5EF4-FFF2-40B4-BE49-F238E27FC236}">
                <a16:creationId xmlns:a16="http://schemas.microsoft.com/office/drawing/2014/main" id="{9090A0A4-5C6E-3533-C130-2C33BA33A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4351338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 SC_4 </a:t>
            </a:r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출고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CV113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CV114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)</a:t>
            </a:r>
          </a:p>
        </p:txBody>
      </p:sp>
      <p:sp>
        <p:nvSpPr>
          <p:cNvPr id="21515" name="Text Box 61">
            <a:extLst>
              <a:ext uri="{FF2B5EF4-FFF2-40B4-BE49-F238E27FC236}">
                <a16:creationId xmlns:a16="http://schemas.microsoft.com/office/drawing/2014/main" id="{ED2B0614-6C81-55AF-BAB3-B55F7A594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8025" y="1027113"/>
            <a:ext cx="3168650" cy="2682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CV113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21516" name="Text Box 62">
            <a:extLst>
              <a:ext uri="{FF2B5EF4-FFF2-40B4-BE49-F238E27FC236}">
                <a16:creationId xmlns:a16="http://schemas.microsoft.com/office/drawing/2014/main" id="{E03FF11D-4364-386B-F1A9-CD21B3BB5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6525" y="138747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CV113</a:t>
            </a:r>
          </a:p>
        </p:txBody>
      </p:sp>
      <p:sp>
        <p:nvSpPr>
          <p:cNvPr id="21517" name="Line 63">
            <a:extLst>
              <a:ext uri="{FF2B5EF4-FFF2-40B4-BE49-F238E27FC236}">
                <a16:creationId xmlns:a16="http://schemas.microsoft.com/office/drawing/2014/main" id="{360EF2A9-5F69-29A5-B98E-07A3EDFA54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6263" y="165100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18" name="Text Box 64">
            <a:extLst>
              <a:ext uri="{FF2B5EF4-FFF2-40B4-BE49-F238E27FC236}">
                <a16:creationId xmlns:a16="http://schemas.microsoft.com/office/drawing/2014/main" id="{B1514B6B-2107-B6B7-71CB-F4BA0DEAB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75" y="151923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M0291 ON</a:t>
            </a:r>
          </a:p>
        </p:txBody>
      </p:sp>
      <p:sp>
        <p:nvSpPr>
          <p:cNvPr id="21519" name="Line 65">
            <a:extLst>
              <a:ext uri="{FF2B5EF4-FFF2-40B4-BE49-F238E27FC236}">
                <a16:creationId xmlns:a16="http://schemas.microsoft.com/office/drawing/2014/main" id="{9625B2FB-76A6-AC19-B6C3-DAF912A1D7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7375" y="198913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20" name="Text Box 66">
            <a:extLst>
              <a:ext uri="{FF2B5EF4-FFF2-40B4-BE49-F238E27FC236}">
                <a16:creationId xmlns:a16="http://schemas.microsoft.com/office/drawing/2014/main" id="{B305BDA5-82D8-A2B3-3F28-034A31C93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438" y="174466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M0284 ON</a:t>
            </a:r>
          </a:p>
        </p:txBody>
      </p:sp>
      <p:sp>
        <p:nvSpPr>
          <p:cNvPr id="21521" name="Text Box 67">
            <a:extLst>
              <a:ext uri="{FF2B5EF4-FFF2-40B4-BE49-F238E27FC236}">
                <a16:creationId xmlns:a16="http://schemas.microsoft.com/office/drawing/2014/main" id="{A9D0A04F-DE2E-1168-34B0-5A4D372FF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175101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21522" name="Line 68">
            <a:extLst>
              <a:ext uri="{FF2B5EF4-FFF2-40B4-BE49-F238E27FC236}">
                <a16:creationId xmlns:a16="http://schemas.microsoft.com/office/drawing/2014/main" id="{B8C5D99B-36F8-041C-5CCA-4F0A8E7D64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7375" y="233838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23" name="Text Box 69">
            <a:extLst>
              <a:ext uri="{FF2B5EF4-FFF2-40B4-BE49-F238E27FC236}">
                <a16:creationId xmlns:a16="http://schemas.microsoft.com/office/drawing/2014/main" id="{6A120397-7071-C85A-A4A0-0C4AA3FF6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188" y="209391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M0864 ON</a:t>
            </a:r>
          </a:p>
        </p:txBody>
      </p:sp>
      <p:sp>
        <p:nvSpPr>
          <p:cNvPr id="21524" name="Text Box 70">
            <a:extLst>
              <a:ext uri="{FF2B5EF4-FFF2-40B4-BE49-F238E27FC236}">
                <a16:creationId xmlns:a16="http://schemas.microsoft.com/office/drawing/2014/main" id="{804859E9-E639-E461-3C23-D9D58D58F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1002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21525" name="Text Box 71">
            <a:extLst>
              <a:ext uri="{FF2B5EF4-FFF2-40B4-BE49-F238E27FC236}">
                <a16:creationId xmlns:a16="http://schemas.microsoft.com/office/drawing/2014/main" id="{E4BFD88E-2999-6013-EF5B-8C641BAA5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150" y="279876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M0864 OFF</a:t>
            </a:r>
          </a:p>
        </p:txBody>
      </p:sp>
      <p:sp>
        <p:nvSpPr>
          <p:cNvPr id="21526" name="Text Box 72">
            <a:extLst>
              <a:ext uri="{FF2B5EF4-FFF2-40B4-BE49-F238E27FC236}">
                <a16:creationId xmlns:a16="http://schemas.microsoft.com/office/drawing/2014/main" id="{59D8944C-F7E1-6F85-7D83-59E698E2D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7987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21527" name="Text Box 73">
            <a:extLst>
              <a:ext uri="{FF2B5EF4-FFF2-40B4-BE49-F238E27FC236}">
                <a16:creationId xmlns:a16="http://schemas.microsoft.com/office/drawing/2014/main" id="{D476C533-BB15-793F-5F68-4D1E13111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438" y="245268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M0284 OFF</a:t>
            </a:r>
          </a:p>
        </p:txBody>
      </p:sp>
      <p:sp>
        <p:nvSpPr>
          <p:cNvPr id="21528" name="Text Box 74">
            <a:extLst>
              <a:ext uri="{FF2B5EF4-FFF2-40B4-BE49-F238E27FC236}">
                <a16:creationId xmlns:a16="http://schemas.microsoft.com/office/drawing/2014/main" id="{E130278B-74F6-C586-C9E9-43292239A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4590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21529" name="Line 75">
            <a:extLst>
              <a:ext uri="{FF2B5EF4-FFF2-40B4-BE49-F238E27FC236}">
                <a16:creationId xmlns:a16="http://schemas.microsoft.com/office/drawing/2014/main" id="{26CF0320-F133-4DDC-845A-02133166C8B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8963" y="2697163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30" name="Text Box 76">
            <a:extLst>
              <a:ext uri="{FF2B5EF4-FFF2-40B4-BE49-F238E27FC236}">
                <a16:creationId xmlns:a16="http://schemas.microsoft.com/office/drawing/2014/main" id="{7577C02A-239C-C03D-B232-2E069CDF5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1838" y="3114675"/>
            <a:ext cx="3168650" cy="404813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는 입고대 방향 확인 후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, </a:t>
            </a:r>
          </a:p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Tracking Area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Write</a:t>
            </a:r>
          </a:p>
        </p:txBody>
      </p:sp>
      <p:sp>
        <p:nvSpPr>
          <p:cNvPr id="21531" name="Line 77">
            <a:extLst>
              <a:ext uri="{FF2B5EF4-FFF2-40B4-BE49-F238E27FC236}">
                <a16:creationId xmlns:a16="http://schemas.microsoft.com/office/drawing/2014/main" id="{BAC30BD1-31DE-B074-078E-91D8CD8906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3563" y="3738563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438" name="Text Box 78">
            <a:extLst>
              <a:ext uri="{FF2B5EF4-FFF2-40B4-BE49-F238E27FC236}">
                <a16:creationId xmlns:a16="http://schemas.microsoft.com/office/drawing/2014/main" id="{4D7B0408-02BD-766E-63B7-AA8B042AF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4288" y="3522663"/>
            <a:ext cx="21590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en-US" altLang="ko-KR" sz="1000" b="0" strike="sngStrike" dirty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Direction Mode Check(M0249)</a:t>
            </a:r>
          </a:p>
        </p:txBody>
      </p:sp>
      <p:sp>
        <p:nvSpPr>
          <p:cNvPr id="21533" name="Text Box 79">
            <a:extLst>
              <a:ext uri="{FF2B5EF4-FFF2-40B4-BE49-F238E27FC236}">
                <a16:creationId xmlns:a16="http://schemas.microsoft.com/office/drawing/2014/main" id="{3F18BDD0-2F9C-5A0F-91CE-47191D9F0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2575" y="3636963"/>
            <a:ext cx="2016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입고 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ON, 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출고 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OFF</a:t>
            </a:r>
          </a:p>
        </p:txBody>
      </p:sp>
      <p:sp>
        <p:nvSpPr>
          <p:cNvPr id="21534" name="Line 80">
            <a:extLst>
              <a:ext uri="{FF2B5EF4-FFF2-40B4-BE49-F238E27FC236}">
                <a16:creationId xmlns:a16="http://schemas.microsoft.com/office/drawing/2014/main" id="{44F68856-0D4A-FC0D-B59E-73DEBD7B6A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3563" y="3965575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35" name="Text Box 81">
            <a:extLst>
              <a:ext uri="{FF2B5EF4-FFF2-40B4-BE49-F238E27FC236}">
                <a16:creationId xmlns:a16="http://schemas.microsoft.com/office/drawing/2014/main" id="{5BAC1E91-0901-5ED9-5B6C-22FB01680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2575" y="3854450"/>
            <a:ext cx="2016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ON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이 아닐 경우 변경</a:t>
            </a:r>
          </a:p>
        </p:txBody>
      </p:sp>
      <p:sp>
        <p:nvSpPr>
          <p:cNvPr id="17442" name="Text Box 82">
            <a:extLst>
              <a:ext uri="{FF2B5EF4-FFF2-40B4-BE49-F238E27FC236}">
                <a16:creationId xmlns:a16="http://schemas.microsoft.com/office/drawing/2014/main" id="{731ED6A9-3573-488A-F49D-9AD34C976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563" y="3843338"/>
            <a:ext cx="8890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>
              <a:defRPr/>
            </a:pPr>
            <a:r>
              <a:rPr lang="en-US" altLang="ko-KR" sz="1000" b="0" strike="sngStrike" dirty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M0189 ON</a:t>
            </a:r>
          </a:p>
        </p:txBody>
      </p:sp>
      <p:sp>
        <p:nvSpPr>
          <p:cNvPr id="21537" name="AutoShape 83">
            <a:extLst>
              <a:ext uri="{FF2B5EF4-FFF2-40B4-BE49-F238E27FC236}">
                <a16:creationId xmlns:a16="http://schemas.microsoft.com/office/drawing/2014/main" id="{E453C31A-71A3-915D-5C7F-93A490281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250" y="4081463"/>
            <a:ext cx="3028950" cy="1714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 (R0060~R0061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21538" name="Freeform 84">
            <a:extLst>
              <a:ext uri="{FF2B5EF4-FFF2-40B4-BE49-F238E27FC236}">
                <a16:creationId xmlns:a16="http://schemas.microsoft.com/office/drawing/2014/main" id="{E72AB492-E154-CC0C-42CC-8F9C95D6D4AE}"/>
              </a:ext>
            </a:extLst>
          </p:cNvPr>
          <p:cNvSpPr>
            <a:spLocks/>
          </p:cNvSpPr>
          <p:nvPr/>
        </p:nvSpPr>
        <p:spPr bwMode="auto">
          <a:xfrm flipH="1">
            <a:off x="3108325" y="4051300"/>
            <a:ext cx="3455988" cy="228600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39" name="Text Box 85">
            <a:extLst>
              <a:ext uri="{FF2B5EF4-FFF2-40B4-BE49-F238E27FC236}">
                <a16:creationId xmlns:a16="http://schemas.microsoft.com/office/drawing/2014/main" id="{DFBBC288-D106-9ED5-9FEF-77BD28344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5900" y="4084638"/>
            <a:ext cx="2016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Tracking Area 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번지 지정 참조</a:t>
            </a:r>
          </a:p>
        </p:txBody>
      </p:sp>
      <p:sp>
        <p:nvSpPr>
          <p:cNvPr id="21540" name="Text Box 86">
            <a:extLst>
              <a:ext uri="{FF2B5EF4-FFF2-40B4-BE49-F238E27FC236}">
                <a16:creationId xmlns:a16="http://schemas.microsoft.com/office/drawing/2014/main" id="{4B142492-AE04-D8A2-FAB3-9FD46F326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788" y="4387850"/>
            <a:ext cx="3168650" cy="404813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감지 되고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가 있으므로</a:t>
            </a:r>
          </a:p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CV114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로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Conveyor move</a:t>
            </a:r>
          </a:p>
        </p:txBody>
      </p:sp>
      <p:sp>
        <p:nvSpPr>
          <p:cNvPr id="21541" name="Text Box 87">
            <a:extLst>
              <a:ext uri="{FF2B5EF4-FFF2-40B4-BE49-F238E27FC236}">
                <a16:creationId xmlns:a16="http://schemas.microsoft.com/office/drawing/2014/main" id="{E57C709D-C42F-D1BA-FE81-62CCE4B70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663" y="5132388"/>
            <a:ext cx="3168650" cy="2682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CV114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 Pallet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도착</a:t>
            </a:r>
          </a:p>
        </p:txBody>
      </p:sp>
      <p:sp>
        <p:nvSpPr>
          <p:cNvPr id="21542" name="Text Box 88">
            <a:extLst>
              <a:ext uri="{FF2B5EF4-FFF2-40B4-BE49-F238E27FC236}">
                <a16:creationId xmlns:a16="http://schemas.microsoft.com/office/drawing/2014/main" id="{CF6A4FBF-EA89-F8CD-B470-BD13ADFBB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113" y="539908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CV114</a:t>
            </a:r>
          </a:p>
        </p:txBody>
      </p:sp>
      <p:sp>
        <p:nvSpPr>
          <p:cNvPr id="21543" name="Line 89">
            <a:extLst>
              <a:ext uri="{FF2B5EF4-FFF2-40B4-BE49-F238E27FC236}">
                <a16:creationId xmlns:a16="http://schemas.microsoft.com/office/drawing/2014/main" id="{9CD59982-50ED-9E79-B570-F6DA70D001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7850" y="5622925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44" name="Text Box 90">
            <a:extLst>
              <a:ext uri="{FF2B5EF4-FFF2-40B4-BE49-F238E27FC236}">
                <a16:creationId xmlns:a16="http://schemas.microsoft.com/office/drawing/2014/main" id="{90FD4C4F-337C-6F40-B593-CE1E4C6ED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963" y="549116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M0290 ON</a:t>
            </a:r>
          </a:p>
        </p:txBody>
      </p:sp>
      <p:sp>
        <p:nvSpPr>
          <p:cNvPr id="21545" name="Text Box 91">
            <a:extLst>
              <a:ext uri="{FF2B5EF4-FFF2-40B4-BE49-F238E27FC236}">
                <a16:creationId xmlns:a16="http://schemas.microsoft.com/office/drawing/2014/main" id="{A23C9B88-2C45-0B4D-7A62-5C019D625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113" y="47958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CV113</a:t>
            </a:r>
          </a:p>
        </p:txBody>
      </p:sp>
      <p:sp>
        <p:nvSpPr>
          <p:cNvPr id="21546" name="Line 92">
            <a:extLst>
              <a:ext uri="{FF2B5EF4-FFF2-40B4-BE49-F238E27FC236}">
                <a16:creationId xmlns:a16="http://schemas.microsoft.com/office/drawing/2014/main" id="{C64BEF8D-4733-53E0-2DE4-8695FF12C1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7850" y="5059363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47" name="Text Box 93">
            <a:extLst>
              <a:ext uri="{FF2B5EF4-FFF2-40B4-BE49-F238E27FC236}">
                <a16:creationId xmlns:a16="http://schemas.microsoft.com/office/drawing/2014/main" id="{FE24A017-8C20-DAA0-886E-4AEA0743D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963" y="492760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M0291 OFF</a:t>
            </a:r>
          </a:p>
        </p:txBody>
      </p:sp>
      <p:sp>
        <p:nvSpPr>
          <p:cNvPr id="21548" name="Text Box 94">
            <a:extLst>
              <a:ext uri="{FF2B5EF4-FFF2-40B4-BE49-F238E27FC236}">
                <a16:creationId xmlns:a16="http://schemas.microsoft.com/office/drawing/2014/main" id="{AFF11E89-E478-3A5D-1583-6EC24F1AE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663" y="5707063"/>
            <a:ext cx="3168650" cy="4302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ID Shift  </a:t>
            </a:r>
          </a:p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CV113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영역에서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CV114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영역으로</a:t>
            </a:r>
          </a:p>
        </p:txBody>
      </p:sp>
      <p:sp>
        <p:nvSpPr>
          <p:cNvPr id="21549" name="Freeform 95">
            <a:extLst>
              <a:ext uri="{FF2B5EF4-FFF2-40B4-BE49-F238E27FC236}">
                <a16:creationId xmlns:a16="http://schemas.microsoft.com/office/drawing/2014/main" id="{83028A04-7FC2-2134-07BE-43C6A1CEC914}"/>
              </a:ext>
            </a:extLst>
          </p:cNvPr>
          <p:cNvSpPr>
            <a:spLocks/>
          </p:cNvSpPr>
          <p:nvPr/>
        </p:nvSpPr>
        <p:spPr bwMode="auto">
          <a:xfrm>
            <a:off x="3135313" y="6249988"/>
            <a:ext cx="3455987" cy="198437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50" name="AutoShape 96">
            <a:extLst>
              <a:ext uri="{FF2B5EF4-FFF2-40B4-BE49-F238E27FC236}">
                <a16:creationId xmlns:a16="http://schemas.microsoft.com/office/drawing/2014/main" id="{9A5945C5-84EE-B584-4CA7-888023DB3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238" y="6261100"/>
            <a:ext cx="3028950" cy="1714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NO(R0062~R0063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21551" name="Text Box 97">
            <a:extLst>
              <a:ext uri="{FF2B5EF4-FFF2-40B4-BE49-F238E27FC236}">
                <a16:creationId xmlns:a16="http://schemas.microsoft.com/office/drawing/2014/main" id="{98CB4EE2-7606-834C-4011-7B37B8CC2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25" y="5556250"/>
            <a:ext cx="1609725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※ Exist Bit 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변경 이후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ECS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에서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0.5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초 이내에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읽어 가므로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PLC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는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Data Move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 무결성 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을 보장 해야 함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21552" name="AutoShape 58">
            <a:extLst>
              <a:ext uri="{FF2B5EF4-FFF2-40B4-BE49-F238E27FC236}">
                <a16:creationId xmlns:a16="http://schemas.microsoft.com/office/drawing/2014/main" id="{9E88D533-1DB8-6B6E-21B6-6827895AC65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807450" y="615950"/>
            <a:ext cx="179388" cy="179388"/>
          </a:xfrm>
          <a:prstGeom prst="flowChartExtra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03CE36-F3BF-DC11-2DB3-82E3D609FE29}"/>
              </a:ext>
            </a:extLst>
          </p:cNvPr>
          <p:cNvSpPr txBox="1"/>
          <p:nvPr/>
        </p:nvSpPr>
        <p:spPr>
          <a:xfrm>
            <a:off x="6008688" y="3497263"/>
            <a:ext cx="1420261" cy="1692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FF0000"/>
                </a:solidFill>
              </a:rPr>
              <a:t>[</a:t>
            </a:r>
            <a:r>
              <a:rPr lang="ko-KR" altLang="en-US" sz="1100">
                <a:solidFill>
                  <a:srgbClr val="FF0000"/>
                </a:solidFill>
              </a:rPr>
              <a:t>양방향 트랙이 아님</a:t>
            </a:r>
            <a:r>
              <a:rPr lang="en-US" altLang="ko-KR" sz="1100">
                <a:solidFill>
                  <a:srgbClr val="FF0000"/>
                </a:solidFill>
              </a:rPr>
              <a:t>?]</a:t>
            </a:r>
            <a:endParaRPr lang="ko-KR" altLang="en-US" sz="1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>
            <a:extLst>
              <a:ext uri="{FF2B5EF4-FFF2-40B4-BE49-F238E27FC236}">
                <a16:creationId xmlns:a16="http://schemas.microsoft.com/office/drawing/2014/main" id="{E2A53DB3-5E55-4ABF-87E4-A862D41AC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4351338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 SC_4 </a:t>
            </a:r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출고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CV113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CV114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)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9A0E5B06-B658-F6A7-3930-D885958B1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450850"/>
            <a:ext cx="9113837" cy="6337300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ECEF3813-5245-9205-E204-75784B2F2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6825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25060CE5-9EDE-1315-3CFE-F42525B54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813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22534" name="Group 6">
            <a:extLst>
              <a:ext uri="{FF2B5EF4-FFF2-40B4-BE49-F238E27FC236}">
                <a16:creationId xmlns:a16="http://schemas.microsoft.com/office/drawing/2014/main" id="{2460B5B0-4536-AE9B-0CEF-D8211A47AD6A}"/>
              </a:ext>
            </a:extLst>
          </p:cNvPr>
          <p:cNvGrpSpPr>
            <a:grpSpLocks/>
          </p:cNvGrpSpPr>
          <p:nvPr/>
        </p:nvGrpSpPr>
        <p:grpSpPr bwMode="auto">
          <a:xfrm>
            <a:off x="3116263" y="900113"/>
            <a:ext cx="3443287" cy="4375150"/>
            <a:chOff x="1125" y="1346"/>
            <a:chExt cx="2169" cy="4722"/>
          </a:xfrm>
        </p:grpSpPr>
        <p:sp>
          <p:nvSpPr>
            <p:cNvPr id="22566" name="Line 7">
              <a:extLst>
                <a:ext uri="{FF2B5EF4-FFF2-40B4-BE49-F238E27FC236}">
                  <a16:creationId xmlns:a16="http://schemas.microsoft.com/office/drawing/2014/main" id="{D0A1E378-31C0-EAE6-48B2-D886B64527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22567" name="Line 8">
              <a:extLst>
                <a:ext uri="{FF2B5EF4-FFF2-40B4-BE49-F238E27FC236}">
                  <a16:creationId xmlns:a16="http://schemas.microsoft.com/office/drawing/2014/main" id="{C4112CA0-AEE8-74BF-F7D7-01B3ECFE2E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22535" name="Text Box 14">
            <a:extLst>
              <a:ext uri="{FF2B5EF4-FFF2-40B4-BE49-F238E27FC236}">
                <a16:creationId xmlns:a16="http://schemas.microsoft.com/office/drawing/2014/main" id="{A7AD8DC7-C2F1-58A2-2951-11C3DBAF9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888" y="666750"/>
            <a:ext cx="2349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22536" name="Text Box 35">
            <a:extLst>
              <a:ext uri="{FF2B5EF4-FFF2-40B4-BE49-F238E27FC236}">
                <a16:creationId xmlns:a16="http://schemas.microsoft.com/office/drawing/2014/main" id="{A8D2E432-4D39-EF6E-517B-6FEE3BFE1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588" y="1027113"/>
            <a:ext cx="3168650" cy="2682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RGV Call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을 위해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W.O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보고</a:t>
            </a:r>
          </a:p>
        </p:txBody>
      </p:sp>
      <p:sp>
        <p:nvSpPr>
          <p:cNvPr id="22537" name="Text Box 36">
            <a:extLst>
              <a:ext uri="{FF2B5EF4-FFF2-40B4-BE49-F238E27FC236}">
                <a16:creationId xmlns:a16="http://schemas.microsoft.com/office/drawing/2014/main" id="{17DA1567-80DB-98FE-1A6D-96B5C3482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2309813"/>
            <a:ext cx="3168650" cy="31273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RGV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이 도착하여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22538" name="Line 37">
            <a:extLst>
              <a:ext uri="{FF2B5EF4-FFF2-40B4-BE49-F238E27FC236}">
                <a16:creationId xmlns:a16="http://schemas.microsoft.com/office/drawing/2014/main" id="{320DDD82-1FE4-2CF5-2D24-4E23914729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347980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39" name="Text Box 38">
            <a:extLst>
              <a:ext uri="{FF2B5EF4-FFF2-40B4-BE49-F238E27FC236}">
                <a16:creationId xmlns:a16="http://schemas.microsoft.com/office/drawing/2014/main" id="{E28311C7-C8A5-0F95-EE47-AF86F0DA0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32353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M0282 ON</a:t>
            </a:r>
          </a:p>
        </p:txBody>
      </p:sp>
      <p:sp>
        <p:nvSpPr>
          <p:cNvPr id="22540" name="Text Box 39">
            <a:extLst>
              <a:ext uri="{FF2B5EF4-FFF2-40B4-BE49-F238E27FC236}">
                <a16:creationId xmlns:a16="http://schemas.microsoft.com/office/drawing/2014/main" id="{82E7AA4F-58D9-062F-4C9B-6792862D2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324167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22541" name="Line 40">
            <a:extLst>
              <a:ext uri="{FF2B5EF4-FFF2-40B4-BE49-F238E27FC236}">
                <a16:creationId xmlns:a16="http://schemas.microsoft.com/office/drawing/2014/main" id="{7F79429B-CFAC-0685-E9E5-0D022B3D46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382905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42" name="Text Box 41">
            <a:extLst>
              <a:ext uri="{FF2B5EF4-FFF2-40B4-BE49-F238E27FC236}">
                <a16:creationId xmlns:a16="http://schemas.microsoft.com/office/drawing/2014/main" id="{0581D916-0A02-AB4F-5866-A8A120BAD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4300" y="369093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M0861 ON</a:t>
            </a:r>
          </a:p>
        </p:txBody>
      </p:sp>
      <p:sp>
        <p:nvSpPr>
          <p:cNvPr id="22543" name="Text Box 42">
            <a:extLst>
              <a:ext uri="{FF2B5EF4-FFF2-40B4-BE49-F238E27FC236}">
                <a16:creationId xmlns:a16="http://schemas.microsoft.com/office/drawing/2014/main" id="{F00916A0-A234-8A70-8893-7E3224B16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359092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22544" name="Line 43">
            <a:extLst>
              <a:ext uri="{FF2B5EF4-FFF2-40B4-BE49-F238E27FC236}">
                <a16:creationId xmlns:a16="http://schemas.microsoft.com/office/drawing/2014/main" id="{C9A1157F-90F9-54F7-CDEC-BE3A4DA49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0075" y="4491038"/>
            <a:ext cx="34528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45" name="Text Box 44">
            <a:extLst>
              <a:ext uri="{FF2B5EF4-FFF2-40B4-BE49-F238E27FC236}">
                <a16:creationId xmlns:a16="http://schemas.microsoft.com/office/drawing/2014/main" id="{535CC6E0-3F5F-16DA-AC74-A625220348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7263" y="42894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M0861 OFF</a:t>
            </a:r>
          </a:p>
        </p:txBody>
      </p:sp>
      <p:sp>
        <p:nvSpPr>
          <p:cNvPr id="22546" name="Text Box 45">
            <a:extLst>
              <a:ext uri="{FF2B5EF4-FFF2-40B4-BE49-F238E27FC236}">
                <a16:creationId xmlns:a16="http://schemas.microsoft.com/office/drawing/2014/main" id="{692C7FAE-9BEB-DAC0-49AC-79643E658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428942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22547" name="Text Box 46">
            <a:extLst>
              <a:ext uri="{FF2B5EF4-FFF2-40B4-BE49-F238E27FC236}">
                <a16:creationId xmlns:a16="http://schemas.microsoft.com/office/drawing/2014/main" id="{A055A410-232A-4625-0A8A-357701CA3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2698750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CV114</a:t>
            </a:r>
          </a:p>
        </p:txBody>
      </p:sp>
      <p:sp>
        <p:nvSpPr>
          <p:cNvPr id="22548" name="Line 47">
            <a:extLst>
              <a:ext uri="{FF2B5EF4-FFF2-40B4-BE49-F238E27FC236}">
                <a16:creationId xmlns:a16="http://schemas.microsoft.com/office/drawing/2014/main" id="{FD8A586B-5A9A-9274-524A-176A76DCFB7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2962275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49" name="Text Box 48">
            <a:extLst>
              <a:ext uri="{FF2B5EF4-FFF2-40B4-BE49-F238E27FC236}">
                <a16:creationId xmlns:a16="http://schemas.microsoft.com/office/drawing/2014/main" id="{06368BDE-35DA-4752-DB76-4034C06CC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283051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M0290 OFF</a:t>
            </a:r>
          </a:p>
        </p:txBody>
      </p:sp>
      <p:sp>
        <p:nvSpPr>
          <p:cNvPr id="22550" name="Line 49">
            <a:extLst>
              <a:ext uri="{FF2B5EF4-FFF2-40B4-BE49-F238E27FC236}">
                <a16:creationId xmlns:a16="http://schemas.microsoft.com/office/drawing/2014/main" id="{F619DE14-1584-74CB-EF33-85D6956976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4887913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51" name="Text Box 50">
            <a:extLst>
              <a:ext uri="{FF2B5EF4-FFF2-40B4-BE49-F238E27FC236}">
                <a16:creationId xmlns:a16="http://schemas.microsoft.com/office/drawing/2014/main" id="{502239E8-9471-9DD6-0B25-037486E76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46704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M0286 OFF</a:t>
            </a:r>
          </a:p>
        </p:txBody>
      </p:sp>
      <p:sp>
        <p:nvSpPr>
          <p:cNvPr id="22552" name="Text Box 51">
            <a:extLst>
              <a:ext uri="{FF2B5EF4-FFF2-40B4-BE49-F238E27FC236}">
                <a16:creationId xmlns:a16="http://schemas.microsoft.com/office/drawing/2014/main" id="{5C6B0F48-0870-345C-0840-86AAE56BC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4643438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22553" name="Text Box 52">
            <a:extLst>
              <a:ext uri="{FF2B5EF4-FFF2-40B4-BE49-F238E27FC236}">
                <a16:creationId xmlns:a16="http://schemas.microsoft.com/office/drawing/2014/main" id="{092C84BF-FA1D-85FB-4B1B-A1EB1C557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394335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M0282 OFF</a:t>
            </a:r>
          </a:p>
        </p:txBody>
      </p:sp>
      <p:sp>
        <p:nvSpPr>
          <p:cNvPr id="22554" name="Text Box 53">
            <a:extLst>
              <a:ext uri="{FF2B5EF4-FFF2-40B4-BE49-F238E27FC236}">
                <a16:creationId xmlns:a16="http://schemas.microsoft.com/office/drawing/2014/main" id="{7EF3BB8A-686A-39E0-1499-73E83FFD2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3949700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22555" name="Line 54">
            <a:extLst>
              <a:ext uri="{FF2B5EF4-FFF2-40B4-BE49-F238E27FC236}">
                <a16:creationId xmlns:a16="http://schemas.microsoft.com/office/drawing/2014/main" id="{BFDCB71E-33B2-4E8C-DD66-42DFDFE864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0075" y="4187825"/>
            <a:ext cx="34528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56" name="Freeform 55">
            <a:extLst>
              <a:ext uri="{FF2B5EF4-FFF2-40B4-BE49-F238E27FC236}">
                <a16:creationId xmlns:a16="http://schemas.microsoft.com/office/drawing/2014/main" id="{DAAFA8E6-AA22-A6D4-31F9-3C2008623115}"/>
              </a:ext>
            </a:extLst>
          </p:cNvPr>
          <p:cNvSpPr>
            <a:spLocks/>
          </p:cNvSpPr>
          <p:nvPr/>
        </p:nvSpPr>
        <p:spPr bwMode="auto">
          <a:xfrm>
            <a:off x="3095625" y="1866900"/>
            <a:ext cx="3455988" cy="198438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57" name="AutoShape 56">
            <a:extLst>
              <a:ext uri="{FF2B5EF4-FFF2-40B4-BE49-F238E27FC236}">
                <a16:creationId xmlns:a16="http://schemas.microsoft.com/office/drawing/2014/main" id="{53B7E493-C6CD-9C26-DD2A-F26A9AE65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550" y="1878013"/>
            <a:ext cx="3028950" cy="1714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 (R0062~R0063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22558" name="Line 57">
            <a:extLst>
              <a:ext uri="{FF2B5EF4-FFF2-40B4-BE49-F238E27FC236}">
                <a16:creationId xmlns:a16="http://schemas.microsoft.com/office/drawing/2014/main" id="{BF2EFE92-1EBC-930E-70C3-090EFD6E14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9275" y="1624013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59" name="Text Box 58">
            <a:extLst>
              <a:ext uri="{FF2B5EF4-FFF2-40B4-BE49-F238E27FC236}">
                <a16:creationId xmlns:a16="http://schemas.microsoft.com/office/drawing/2014/main" id="{0AA04F59-1FB8-5E21-3407-75F6E17F0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8" y="14065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M0286 ON</a:t>
            </a:r>
          </a:p>
        </p:txBody>
      </p:sp>
      <p:sp>
        <p:nvSpPr>
          <p:cNvPr id="22560" name="Text Box 59">
            <a:extLst>
              <a:ext uri="{FF2B5EF4-FFF2-40B4-BE49-F238E27FC236}">
                <a16:creationId xmlns:a16="http://schemas.microsoft.com/office/drawing/2014/main" id="{20109423-B569-F3D8-3F79-A636C85FC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88" y="13795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grpSp>
        <p:nvGrpSpPr>
          <p:cNvPr id="22561" name="Group 54">
            <a:extLst>
              <a:ext uri="{FF2B5EF4-FFF2-40B4-BE49-F238E27FC236}">
                <a16:creationId xmlns:a16="http://schemas.microsoft.com/office/drawing/2014/main" id="{3E6C59F9-16C2-FC44-6B90-05E2C853F8C1}"/>
              </a:ext>
            </a:extLst>
          </p:cNvPr>
          <p:cNvGrpSpPr>
            <a:grpSpLocks/>
          </p:cNvGrpSpPr>
          <p:nvPr/>
        </p:nvGrpSpPr>
        <p:grpSpPr bwMode="auto">
          <a:xfrm>
            <a:off x="9009063" y="595313"/>
            <a:ext cx="360362" cy="719137"/>
            <a:chOff x="995" y="2643"/>
            <a:chExt cx="227" cy="453"/>
          </a:xfrm>
        </p:grpSpPr>
        <p:sp>
          <p:nvSpPr>
            <p:cNvPr id="22564" name="Rectangle 55">
              <a:extLst>
                <a:ext uri="{FF2B5EF4-FFF2-40B4-BE49-F238E27FC236}">
                  <a16:creationId xmlns:a16="http://schemas.microsoft.com/office/drawing/2014/main" id="{93AA5ABB-7FEC-2B80-7EBD-C9BB66149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113</a:t>
              </a:r>
            </a:p>
          </p:txBody>
        </p:sp>
        <p:sp>
          <p:nvSpPr>
            <p:cNvPr id="22565" name="Rectangle 56">
              <a:extLst>
                <a:ext uri="{FF2B5EF4-FFF2-40B4-BE49-F238E27FC236}">
                  <a16:creationId xmlns:a16="http://schemas.microsoft.com/office/drawing/2014/main" id="{989F3B15-8F9B-2EF2-3AFA-63AF4E654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114</a:t>
              </a:r>
            </a:p>
          </p:txBody>
        </p:sp>
      </p:grpSp>
      <p:sp>
        <p:nvSpPr>
          <p:cNvPr id="22562" name="Text Box 59">
            <a:extLst>
              <a:ext uri="{FF2B5EF4-FFF2-40B4-BE49-F238E27FC236}">
                <a16:creationId xmlns:a16="http://schemas.microsoft.com/office/drawing/2014/main" id="{1FFE2BF5-6CC7-D789-0C38-94F63AF7A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3650" y="1314450"/>
            <a:ext cx="5603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/>
              <a:t>C/V #7</a:t>
            </a:r>
          </a:p>
        </p:txBody>
      </p:sp>
      <p:sp>
        <p:nvSpPr>
          <p:cNvPr id="22563" name="AutoShape 58">
            <a:extLst>
              <a:ext uri="{FF2B5EF4-FFF2-40B4-BE49-F238E27FC236}">
                <a16:creationId xmlns:a16="http://schemas.microsoft.com/office/drawing/2014/main" id="{A3FA633F-0973-EE7D-B8CE-EB654E64816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807450" y="615950"/>
            <a:ext cx="179388" cy="179388"/>
          </a:xfrm>
          <a:prstGeom prst="flowChartExtra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>
            <a:extLst>
              <a:ext uri="{FF2B5EF4-FFF2-40B4-BE49-F238E27FC236}">
                <a16:creationId xmlns:a16="http://schemas.microsoft.com/office/drawing/2014/main" id="{0E00F665-3140-3D97-CB61-059D7B717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450850"/>
            <a:ext cx="9113837" cy="6337300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23555" name="Rectangle 4">
            <a:extLst>
              <a:ext uri="{FF2B5EF4-FFF2-40B4-BE49-F238E27FC236}">
                <a16:creationId xmlns:a16="http://schemas.microsoft.com/office/drawing/2014/main" id="{9CC1EF3B-9794-7D99-8066-14F9975B4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6825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23556" name="Rectangle 5">
            <a:extLst>
              <a:ext uri="{FF2B5EF4-FFF2-40B4-BE49-F238E27FC236}">
                <a16:creationId xmlns:a16="http://schemas.microsoft.com/office/drawing/2014/main" id="{AB743EC2-252D-C4A8-1139-CF8DC64D1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813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23557" name="Group 6">
            <a:extLst>
              <a:ext uri="{FF2B5EF4-FFF2-40B4-BE49-F238E27FC236}">
                <a16:creationId xmlns:a16="http://schemas.microsoft.com/office/drawing/2014/main" id="{17B8C7DF-09CE-AD91-84BC-B43D2CB35936}"/>
              </a:ext>
            </a:extLst>
          </p:cNvPr>
          <p:cNvGrpSpPr>
            <a:grpSpLocks/>
          </p:cNvGrpSpPr>
          <p:nvPr/>
        </p:nvGrpSpPr>
        <p:grpSpPr bwMode="auto">
          <a:xfrm>
            <a:off x="3116263" y="900113"/>
            <a:ext cx="3443287" cy="5599112"/>
            <a:chOff x="1125" y="1346"/>
            <a:chExt cx="2169" cy="4722"/>
          </a:xfrm>
        </p:grpSpPr>
        <p:sp>
          <p:nvSpPr>
            <p:cNvPr id="23603" name="Line 7">
              <a:extLst>
                <a:ext uri="{FF2B5EF4-FFF2-40B4-BE49-F238E27FC236}">
                  <a16:creationId xmlns:a16="http://schemas.microsoft.com/office/drawing/2014/main" id="{42049D61-D4B7-B249-22A6-C1764ED843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23604" name="Line 8">
              <a:extLst>
                <a:ext uri="{FF2B5EF4-FFF2-40B4-BE49-F238E27FC236}">
                  <a16:creationId xmlns:a16="http://schemas.microsoft.com/office/drawing/2014/main" id="{BE36A567-2A30-0D12-7DC3-DB2961D7AA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23558" name="Text Box 14">
            <a:extLst>
              <a:ext uri="{FF2B5EF4-FFF2-40B4-BE49-F238E27FC236}">
                <a16:creationId xmlns:a16="http://schemas.microsoft.com/office/drawing/2014/main" id="{05743F8A-E963-353C-53E5-A86ABB30C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888" y="6499225"/>
            <a:ext cx="2349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23559" name="Text Box 53">
            <a:extLst>
              <a:ext uri="{FF2B5EF4-FFF2-40B4-BE49-F238E27FC236}">
                <a16:creationId xmlns:a16="http://schemas.microsoft.com/office/drawing/2014/main" id="{2C23898B-C818-3BFA-A563-AD3C19C44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650" y="6499225"/>
            <a:ext cx="2349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grpSp>
        <p:nvGrpSpPr>
          <p:cNvPr id="23560" name="Group 54">
            <a:extLst>
              <a:ext uri="{FF2B5EF4-FFF2-40B4-BE49-F238E27FC236}">
                <a16:creationId xmlns:a16="http://schemas.microsoft.com/office/drawing/2014/main" id="{402E14B6-4427-9E89-E659-F8F30BA03341}"/>
              </a:ext>
            </a:extLst>
          </p:cNvPr>
          <p:cNvGrpSpPr>
            <a:grpSpLocks/>
          </p:cNvGrpSpPr>
          <p:nvPr/>
        </p:nvGrpSpPr>
        <p:grpSpPr bwMode="auto">
          <a:xfrm>
            <a:off x="9009063" y="595313"/>
            <a:ext cx="360362" cy="719137"/>
            <a:chOff x="995" y="2643"/>
            <a:chExt cx="227" cy="453"/>
          </a:xfrm>
        </p:grpSpPr>
        <p:sp>
          <p:nvSpPr>
            <p:cNvPr id="23601" name="Rectangle 55">
              <a:extLst>
                <a:ext uri="{FF2B5EF4-FFF2-40B4-BE49-F238E27FC236}">
                  <a16:creationId xmlns:a16="http://schemas.microsoft.com/office/drawing/2014/main" id="{1DD4C577-50D0-828A-95E7-A36F960F4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116</a:t>
              </a:r>
            </a:p>
          </p:txBody>
        </p:sp>
        <p:sp>
          <p:nvSpPr>
            <p:cNvPr id="23602" name="Rectangle 56">
              <a:extLst>
                <a:ext uri="{FF2B5EF4-FFF2-40B4-BE49-F238E27FC236}">
                  <a16:creationId xmlns:a16="http://schemas.microsoft.com/office/drawing/2014/main" id="{F8347328-19DA-91C7-481C-9CDCB4D03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115</a:t>
              </a:r>
            </a:p>
          </p:txBody>
        </p:sp>
      </p:grpSp>
      <p:sp>
        <p:nvSpPr>
          <p:cNvPr id="23561" name="AutoShape 57">
            <a:extLst>
              <a:ext uri="{FF2B5EF4-FFF2-40B4-BE49-F238E27FC236}">
                <a16:creationId xmlns:a16="http://schemas.microsoft.com/office/drawing/2014/main" id="{B906C050-71CC-7616-E157-A902FA35B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8088" y="1135063"/>
            <a:ext cx="179387" cy="179387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23562" name="Text Box 59">
            <a:extLst>
              <a:ext uri="{FF2B5EF4-FFF2-40B4-BE49-F238E27FC236}">
                <a16:creationId xmlns:a16="http://schemas.microsoft.com/office/drawing/2014/main" id="{24BB2F22-7C5A-4D45-95FA-185DE19C5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3650" y="1314450"/>
            <a:ext cx="5603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/>
              <a:t>C/V #8</a:t>
            </a:r>
          </a:p>
        </p:txBody>
      </p:sp>
      <p:sp>
        <p:nvSpPr>
          <p:cNvPr id="23563" name="Text Box 60">
            <a:extLst>
              <a:ext uri="{FF2B5EF4-FFF2-40B4-BE49-F238E27FC236}">
                <a16:creationId xmlns:a16="http://schemas.microsoft.com/office/drawing/2014/main" id="{799F66B8-086F-73E1-B837-21D184B1B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4351338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 SC_4 </a:t>
            </a:r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입고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CV115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CV116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)</a:t>
            </a:r>
          </a:p>
        </p:txBody>
      </p:sp>
      <p:sp>
        <p:nvSpPr>
          <p:cNvPr id="23564" name="Text Box 61">
            <a:extLst>
              <a:ext uri="{FF2B5EF4-FFF2-40B4-BE49-F238E27FC236}">
                <a16:creationId xmlns:a16="http://schemas.microsoft.com/office/drawing/2014/main" id="{94A46C31-9137-5714-0FAB-6E610436C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8025" y="1027113"/>
            <a:ext cx="3168650" cy="2682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RGV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도착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CV115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23565" name="Text Box 62">
            <a:extLst>
              <a:ext uri="{FF2B5EF4-FFF2-40B4-BE49-F238E27FC236}">
                <a16:creationId xmlns:a16="http://schemas.microsoft.com/office/drawing/2014/main" id="{B8F977C3-5CBB-144B-41F5-D12CA70E3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6525" y="138747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CV115</a:t>
            </a:r>
          </a:p>
        </p:txBody>
      </p:sp>
      <p:sp>
        <p:nvSpPr>
          <p:cNvPr id="23566" name="Line 63">
            <a:extLst>
              <a:ext uri="{FF2B5EF4-FFF2-40B4-BE49-F238E27FC236}">
                <a16:creationId xmlns:a16="http://schemas.microsoft.com/office/drawing/2014/main" id="{E5D78A02-EA80-70D7-16CC-B564028B91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6263" y="165100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3567" name="Text Box 64">
            <a:extLst>
              <a:ext uri="{FF2B5EF4-FFF2-40B4-BE49-F238E27FC236}">
                <a16:creationId xmlns:a16="http://schemas.microsoft.com/office/drawing/2014/main" id="{9FE771D3-716E-1283-7C1E-4C8F8300F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75" y="151923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M0310 ON</a:t>
            </a:r>
          </a:p>
        </p:txBody>
      </p:sp>
      <p:sp>
        <p:nvSpPr>
          <p:cNvPr id="23568" name="Line 65">
            <a:extLst>
              <a:ext uri="{FF2B5EF4-FFF2-40B4-BE49-F238E27FC236}">
                <a16:creationId xmlns:a16="http://schemas.microsoft.com/office/drawing/2014/main" id="{1E280E15-0633-4D05-F237-B53BB82E7D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7375" y="198913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3569" name="Text Box 66">
            <a:extLst>
              <a:ext uri="{FF2B5EF4-FFF2-40B4-BE49-F238E27FC236}">
                <a16:creationId xmlns:a16="http://schemas.microsoft.com/office/drawing/2014/main" id="{C553C7F1-173D-170E-ED49-F5F5B5737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438" y="174466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M0302 ON</a:t>
            </a:r>
          </a:p>
        </p:txBody>
      </p:sp>
      <p:sp>
        <p:nvSpPr>
          <p:cNvPr id="23570" name="Text Box 67">
            <a:extLst>
              <a:ext uri="{FF2B5EF4-FFF2-40B4-BE49-F238E27FC236}">
                <a16:creationId xmlns:a16="http://schemas.microsoft.com/office/drawing/2014/main" id="{9632AE31-5AE9-40A7-5397-529244C9D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175101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23571" name="Line 68">
            <a:extLst>
              <a:ext uri="{FF2B5EF4-FFF2-40B4-BE49-F238E27FC236}">
                <a16:creationId xmlns:a16="http://schemas.microsoft.com/office/drawing/2014/main" id="{E5FEA731-DEC9-33F0-3EFC-8978CC1BD9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7375" y="233838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3572" name="Text Box 69">
            <a:extLst>
              <a:ext uri="{FF2B5EF4-FFF2-40B4-BE49-F238E27FC236}">
                <a16:creationId xmlns:a16="http://schemas.microsoft.com/office/drawing/2014/main" id="{0E45027D-DA7F-901A-3BCC-6808B32B3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188" y="209391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M0871 ON</a:t>
            </a:r>
          </a:p>
        </p:txBody>
      </p:sp>
      <p:sp>
        <p:nvSpPr>
          <p:cNvPr id="23573" name="Text Box 70">
            <a:extLst>
              <a:ext uri="{FF2B5EF4-FFF2-40B4-BE49-F238E27FC236}">
                <a16:creationId xmlns:a16="http://schemas.microsoft.com/office/drawing/2014/main" id="{B4297C88-55D5-0EF5-2497-5BAC993BB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1002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23574" name="Text Box 71">
            <a:extLst>
              <a:ext uri="{FF2B5EF4-FFF2-40B4-BE49-F238E27FC236}">
                <a16:creationId xmlns:a16="http://schemas.microsoft.com/office/drawing/2014/main" id="{3880F27D-E063-6CBA-85C7-C44DADD2E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150" y="279876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M0871 OFF</a:t>
            </a:r>
          </a:p>
        </p:txBody>
      </p:sp>
      <p:sp>
        <p:nvSpPr>
          <p:cNvPr id="23575" name="Text Box 72">
            <a:extLst>
              <a:ext uri="{FF2B5EF4-FFF2-40B4-BE49-F238E27FC236}">
                <a16:creationId xmlns:a16="http://schemas.microsoft.com/office/drawing/2014/main" id="{9767E8B1-6BDE-BB6F-D7A9-F729E2ACB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7987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23576" name="Text Box 73">
            <a:extLst>
              <a:ext uri="{FF2B5EF4-FFF2-40B4-BE49-F238E27FC236}">
                <a16:creationId xmlns:a16="http://schemas.microsoft.com/office/drawing/2014/main" id="{3C0B2EA7-FDE8-A24E-F44C-FA98F2507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438" y="245268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M0302 OFF</a:t>
            </a:r>
          </a:p>
        </p:txBody>
      </p:sp>
      <p:sp>
        <p:nvSpPr>
          <p:cNvPr id="23577" name="Text Box 74">
            <a:extLst>
              <a:ext uri="{FF2B5EF4-FFF2-40B4-BE49-F238E27FC236}">
                <a16:creationId xmlns:a16="http://schemas.microsoft.com/office/drawing/2014/main" id="{D64BFE52-D0FF-CF9E-40C6-D988DECD0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4590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23578" name="Line 75">
            <a:extLst>
              <a:ext uri="{FF2B5EF4-FFF2-40B4-BE49-F238E27FC236}">
                <a16:creationId xmlns:a16="http://schemas.microsoft.com/office/drawing/2014/main" id="{820D9A82-5B10-BFC4-D639-2F1872CD96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8963" y="2697163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3579" name="Text Box 76">
            <a:extLst>
              <a:ext uri="{FF2B5EF4-FFF2-40B4-BE49-F238E27FC236}">
                <a16:creationId xmlns:a16="http://schemas.microsoft.com/office/drawing/2014/main" id="{99CF0BE7-2934-60DB-01E4-9FDDF4FF5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1838" y="3114675"/>
            <a:ext cx="3168650" cy="404813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는 입고대 방향 확인 후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, </a:t>
            </a:r>
          </a:p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Tracking Area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Write</a:t>
            </a:r>
          </a:p>
        </p:txBody>
      </p:sp>
      <p:sp>
        <p:nvSpPr>
          <p:cNvPr id="23580" name="Line 77">
            <a:extLst>
              <a:ext uri="{FF2B5EF4-FFF2-40B4-BE49-F238E27FC236}">
                <a16:creationId xmlns:a16="http://schemas.microsoft.com/office/drawing/2014/main" id="{9A2A1EDB-FFC2-9901-0715-6739B6D833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3563" y="3738563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438" name="Text Box 78">
            <a:extLst>
              <a:ext uri="{FF2B5EF4-FFF2-40B4-BE49-F238E27FC236}">
                <a16:creationId xmlns:a16="http://schemas.microsoft.com/office/drawing/2014/main" id="{E1D41B22-4F00-F5C0-E850-2ACB0B024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4288" y="3522663"/>
            <a:ext cx="21590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en-US" altLang="ko-KR" sz="1000" b="0" strike="sngStrike" dirty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Direction Mode Check(M0249)</a:t>
            </a:r>
          </a:p>
        </p:txBody>
      </p:sp>
      <p:sp>
        <p:nvSpPr>
          <p:cNvPr id="23582" name="Text Box 79">
            <a:extLst>
              <a:ext uri="{FF2B5EF4-FFF2-40B4-BE49-F238E27FC236}">
                <a16:creationId xmlns:a16="http://schemas.microsoft.com/office/drawing/2014/main" id="{475EDE66-F8C6-DF26-2828-DC2BDA9BB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2575" y="3636963"/>
            <a:ext cx="2016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입고 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ON, 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출고 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OFF</a:t>
            </a:r>
          </a:p>
        </p:txBody>
      </p:sp>
      <p:sp>
        <p:nvSpPr>
          <p:cNvPr id="23583" name="Line 80">
            <a:extLst>
              <a:ext uri="{FF2B5EF4-FFF2-40B4-BE49-F238E27FC236}">
                <a16:creationId xmlns:a16="http://schemas.microsoft.com/office/drawing/2014/main" id="{B83DCC37-8552-61E8-8E01-163BAE3197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3563" y="3965575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3584" name="Text Box 81">
            <a:extLst>
              <a:ext uri="{FF2B5EF4-FFF2-40B4-BE49-F238E27FC236}">
                <a16:creationId xmlns:a16="http://schemas.microsoft.com/office/drawing/2014/main" id="{1A7729F4-8DC2-4BB7-6E31-41C51B177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2575" y="3854450"/>
            <a:ext cx="2016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ON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이 아닐 경우 변경</a:t>
            </a:r>
          </a:p>
        </p:txBody>
      </p:sp>
      <p:sp>
        <p:nvSpPr>
          <p:cNvPr id="17442" name="Text Box 82">
            <a:extLst>
              <a:ext uri="{FF2B5EF4-FFF2-40B4-BE49-F238E27FC236}">
                <a16:creationId xmlns:a16="http://schemas.microsoft.com/office/drawing/2014/main" id="{0F0DF8F4-D186-C280-ABFE-FBDD6DC92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563" y="3843338"/>
            <a:ext cx="8890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>
              <a:defRPr/>
            </a:pPr>
            <a:r>
              <a:rPr lang="en-US" altLang="ko-KR" sz="1000" b="0" strike="sngStrike" dirty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M0189 ON</a:t>
            </a:r>
          </a:p>
        </p:txBody>
      </p:sp>
      <p:sp>
        <p:nvSpPr>
          <p:cNvPr id="23586" name="AutoShape 83">
            <a:extLst>
              <a:ext uri="{FF2B5EF4-FFF2-40B4-BE49-F238E27FC236}">
                <a16:creationId xmlns:a16="http://schemas.microsoft.com/office/drawing/2014/main" id="{81E5C60B-7F7C-7BD7-E7CB-DA77C7E6C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250" y="4081463"/>
            <a:ext cx="3028950" cy="1714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 (R0070~R0071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23587" name="Freeform 84">
            <a:extLst>
              <a:ext uri="{FF2B5EF4-FFF2-40B4-BE49-F238E27FC236}">
                <a16:creationId xmlns:a16="http://schemas.microsoft.com/office/drawing/2014/main" id="{8323FC61-73E2-1275-78F7-73F8E03776C4}"/>
              </a:ext>
            </a:extLst>
          </p:cNvPr>
          <p:cNvSpPr>
            <a:spLocks/>
          </p:cNvSpPr>
          <p:nvPr/>
        </p:nvSpPr>
        <p:spPr bwMode="auto">
          <a:xfrm flipH="1">
            <a:off x="3108325" y="4051300"/>
            <a:ext cx="3455988" cy="228600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3588" name="Text Box 85">
            <a:extLst>
              <a:ext uri="{FF2B5EF4-FFF2-40B4-BE49-F238E27FC236}">
                <a16:creationId xmlns:a16="http://schemas.microsoft.com/office/drawing/2014/main" id="{7A62E299-858E-BBE0-BDA6-025CCDC1E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5900" y="4084638"/>
            <a:ext cx="2016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Tracking Area 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번지 지정 참조</a:t>
            </a:r>
          </a:p>
        </p:txBody>
      </p:sp>
      <p:sp>
        <p:nvSpPr>
          <p:cNvPr id="23589" name="Text Box 86">
            <a:extLst>
              <a:ext uri="{FF2B5EF4-FFF2-40B4-BE49-F238E27FC236}">
                <a16:creationId xmlns:a16="http://schemas.microsoft.com/office/drawing/2014/main" id="{28675840-5D0A-B6D9-2672-4C51A0AFB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788" y="4387850"/>
            <a:ext cx="3168650" cy="404813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감지 되고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가 있으므로</a:t>
            </a:r>
          </a:p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CV116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로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Conveyor move</a:t>
            </a:r>
          </a:p>
        </p:txBody>
      </p:sp>
      <p:sp>
        <p:nvSpPr>
          <p:cNvPr id="23590" name="Text Box 87">
            <a:extLst>
              <a:ext uri="{FF2B5EF4-FFF2-40B4-BE49-F238E27FC236}">
                <a16:creationId xmlns:a16="http://schemas.microsoft.com/office/drawing/2014/main" id="{6B0F8EB3-C609-6E9E-7650-63F042DB3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663" y="5132388"/>
            <a:ext cx="3168650" cy="2682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CV116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 Pallet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도착</a:t>
            </a:r>
          </a:p>
        </p:txBody>
      </p:sp>
      <p:sp>
        <p:nvSpPr>
          <p:cNvPr id="23591" name="Text Box 88">
            <a:extLst>
              <a:ext uri="{FF2B5EF4-FFF2-40B4-BE49-F238E27FC236}">
                <a16:creationId xmlns:a16="http://schemas.microsoft.com/office/drawing/2014/main" id="{9A8F5F4D-6F3C-1B49-8825-DB1DB9770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113" y="539908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CV116</a:t>
            </a:r>
          </a:p>
        </p:txBody>
      </p:sp>
      <p:sp>
        <p:nvSpPr>
          <p:cNvPr id="23592" name="Line 89">
            <a:extLst>
              <a:ext uri="{FF2B5EF4-FFF2-40B4-BE49-F238E27FC236}">
                <a16:creationId xmlns:a16="http://schemas.microsoft.com/office/drawing/2014/main" id="{1E7FB49D-5A55-72F0-1DF0-8E5B75C07C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7850" y="5622925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3593" name="Text Box 90">
            <a:extLst>
              <a:ext uri="{FF2B5EF4-FFF2-40B4-BE49-F238E27FC236}">
                <a16:creationId xmlns:a16="http://schemas.microsoft.com/office/drawing/2014/main" id="{DB3B74FA-9EF3-0E2F-27E8-0B34D8C4F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963" y="549116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M0311 ON</a:t>
            </a:r>
          </a:p>
        </p:txBody>
      </p:sp>
      <p:sp>
        <p:nvSpPr>
          <p:cNvPr id="23594" name="Text Box 91">
            <a:extLst>
              <a:ext uri="{FF2B5EF4-FFF2-40B4-BE49-F238E27FC236}">
                <a16:creationId xmlns:a16="http://schemas.microsoft.com/office/drawing/2014/main" id="{E888AFE4-8AAE-635D-BB32-8C3EAD8B6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113" y="47958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CV115</a:t>
            </a:r>
          </a:p>
        </p:txBody>
      </p:sp>
      <p:sp>
        <p:nvSpPr>
          <p:cNvPr id="23595" name="Line 92">
            <a:extLst>
              <a:ext uri="{FF2B5EF4-FFF2-40B4-BE49-F238E27FC236}">
                <a16:creationId xmlns:a16="http://schemas.microsoft.com/office/drawing/2014/main" id="{C7E5BB05-88F3-92F1-3363-6BB2FAA3A5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7850" y="5059363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3596" name="Text Box 93">
            <a:extLst>
              <a:ext uri="{FF2B5EF4-FFF2-40B4-BE49-F238E27FC236}">
                <a16:creationId xmlns:a16="http://schemas.microsoft.com/office/drawing/2014/main" id="{28E74097-7F8B-EA1F-DA6C-90095D47C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963" y="492760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M0310 OFF</a:t>
            </a:r>
          </a:p>
        </p:txBody>
      </p:sp>
      <p:sp>
        <p:nvSpPr>
          <p:cNvPr id="23597" name="Text Box 94">
            <a:extLst>
              <a:ext uri="{FF2B5EF4-FFF2-40B4-BE49-F238E27FC236}">
                <a16:creationId xmlns:a16="http://schemas.microsoft.com/office/drawing/2014/main" id="{5F6AD0CE-9930-7C31-271E-F118CCD6A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663" y="5707063"/>
            <a:ext cx="3168650" cy="4302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ID Shift  </a:t>
            </a:r>
          </a:p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CV115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영역에서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CV116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영역으로</a:t>
            </a:r>
          </a:p>
        </p:txBody>
      </p:sp>
      <p:sp>
        <p:nvSpPr>
          <p:cNvPr id="23598" name="Freeform 95">
            <a:extLst>
              <a:ext uri="{FF2B5EF4-FFF2-40B4-BE49-F238E27FC236}">
                <a16:creationId xmlns:a16="http://schemas.microsoft.com/office/drawing/2014/main" id="{326D9C57-B9F5-ADFA-C82E-783F8022D417}"/>
              </a:ext>
            </a:extLst>
          </p:cNvPr>
          <p:cNvSpPr>
            <a:spLocks/>
          </p:cNvSpPr>
          <p:nvPr/>
        </p:nvSpPr>
        <p:spPr bwMode="auto">
          <a:xfrm>
            <a:off x="3135313" y="6249988"/>
            <a:ext cx="3455987" cy="198437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3599" name="AutoShape 96">
            <a:extLst>
              <a:ext uri="{FF2B5EF4-FFF2-40B4-BE49-F238E27FC236}">
                <a16:creationId xmlns:a16="http://schemas.microsoft.com/office/drawing/2014/main" id="{18EBD349-239A-0A67-681C-259830FE7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238" y="6261100"/>
            <a:ext cx="3028950" cy="1714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NO(R0072~R0073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23600" name="Text Box 97">
            <a:extLst>
              <a:ext uri="{FF2B5EF4-FFF2-40B4-BE49-F238E27FC236}">
                <a16:creationId xmlns:a16="http://schemas.microsoft.com/office/drawing/2014/main" id="{7D699752-D450-76C1-6E66-0D9817E6C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25" y="5556250"/>
            <a:ext cx="1609725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※ Exist Bit 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변경 이후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ECS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에서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0.5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초 이내에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읽어 가므로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PLC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는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Data Move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 무결성 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을 보장 해야 함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7EB850-D582-1465-856E-01EED0D6C214}"/>
              </a:ext>
            </a:extLst>
          </p:cNvPr>
          <p:cNvSpPr txBox="1"/>
          <p:nvPr/>
        </p:nvSpPr>
        <p:spPr>
          <a:xfrm>
            <a:off x="6008688" y="3497263"/>
            <a:ext cx="1420261" cy="1692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FF0000"/>
                </a:solidFill>
              </a:rPr>
              <a:t>[</a:t>
            </a:r>
            <a:r>
              <a:rPr lang="ko-KR" altLang="en-US" sz="1100">
                <a:solidFill>
                  <a:srgbClr val="FF0000"/>
                </a:solidFill>
              </a:rPr>
              <a:t>양방향 트랙이 아님</a:t>
            </a:r>
            <a:r>
              <a:rPr lang="en-US" altLang="ko-KR" sz="1100">
                <a:solidFill>
                  <a:srgbClr val="FF0000"/>
                </a:solidFill>
              </a:rPr>
              <a:t>?]</a:t>
            </a:r>
            <a:endParaRPr lang="ko-KR" altLang="en-US" sz="1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>
            <a:extLst>
              <a:ext uri="{FF2B5EF4-FFF2-40B4-BE49-F238E27FC236}">
                <a16:creationId xmlns:a16="http://schemas.microsoft.com/office/drawing/2014/main" id="{73094600-C8E9-494A-B017-B23685E09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428307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(SC_4 </a:t>
            </a:r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입고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CV115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CV116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)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621E899A-40AA-063A-C305-E3600D7FE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450850"/>
            <a:ext cx="9113837" cy="6337300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5986DA18-CE41-B425-4E37-96881FA7B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6825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20F1838C-CBAB-2F54-E208-3FF323D7D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813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24582" name="Group 6">
            <a:extLst>
              <a:ext uri="{FF2B5EF4-FFF2-40B4-BE49-F238E27FC236}">
                <a16:creationId xmlns:a16="http://schemas.microsoft.com/office/drawing/2014/main" id="{ABD37A70-D1E7-30BC-2AF3-79753D809F14}"/>
              </a:ext>
            </a:extLst>
          </p:cNvPr>
          <p:cNvGrpSpPr>
            <a:grpSpLocks/>
          </p:cNvGrpSpPr>
          <p:nvPr/>
        </p:nvGrpSpPr>
        <p:grpSpPr bwMode="auto">
          <a:xfrm>
            <a:off x="3116263" y="900113"/>
            <a:ext cx="3443287" cy="4375150"/>
            <a:chOff x="1125" y="1346"/>
            <a:chExt cx="2169" cy="4722"/>
          </a:xfrm>
        </p:grpSpPr>
        <p:sp>
          <p:nvSpPr>
            <p:cNvPr id="24614" name="Line 7">
              <a:extLst>
                <a:ext uri="{FF2B5EF4-FFF2-40B4-BE49-F238E27FC236}">
                  <a16:creationId xmlns:a16="http://schemas.microsoft.com/office/drawing/2014/main" id="{DCAE72E6-5522-4AB8-5FFA-3541F95502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24615" name="Line 8">
              <a:extLst>
                <a:ext uri="{FF2B5EF4-FFF2-40B4-BE49-F238E27FC236}">
                  <a16:creationId xmlns:a16="http://schemas.microsoft.com/office/drawing/2014/main" id="{BDEDAB8B-0792-47BB-EECF-CDB4943A1E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24583" name="Text Box 14">
            <a:extLst>
              <a:ext uri="{FF2B5EF4-FFF2-40B4-BE49-F238E27FC236}">
                <a16:creationId xmlns:a16="http://schemas.microsoft.com/office/drawing/2014/main" id="{D6E842DE-2415-16C5-B793-02AB110DE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888" y="666750"/>
            <a:ext cx="2349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24584" name="Text Box 35">
            <a:extLst>
              <a:ext uri="{FF2B5EF4-FFF2-40B4-BE49-F238E27FC236}">
                <a16:creationId xmlns:a16="http://schemas.microsoft.com/office/drawing/2014/main" id="{59495D40-AAE0-A522-7F7F-573834970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588" y="1027113"/>
            <a:ext cx="3168650" cy="2682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S/C Call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을 위해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W.O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보고</a:t>
            </a:r>
          </a:p>
        </p:txBody>
      </p:sp>
      <p:sp>
        <p:nvSpPr>
          <p:cNvPr id="24585" name="Text Box 36">
            <a:extLst>
              <a:ext uri="{FF2B5EF4-FFF2-40B4-BE49-F238E27FC236}">
                <a16:creationId xmlns:a16="http://schemas.microsoft.com/office/drawing/2014/main" id="{3DBDE96E-AEBD-6EA1-411B-5290B4D4A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2309813"/>
            <a:ext cx="3168650" cy="31273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S/C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이 도착하여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24586" name="Line 37">
            <a:extLst>
              <a:ext uri="{FF2B5EF4-FFF2-40B4-BE49-F238E27FC236}">
                <a16:creationId xmlns:a16="http://schemas.microsoft.com/office/drawing/2014/main" id="{15BCED3F-C44D-37D8-A8F7-0799372EE06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347980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4587" name="Text Box 38">
            <a:extLst>
              <a:ext uri="{FF2B5EF4-FFF2-40B4-BE49-F238E27FC236}">
                <a16:creationId xmlns:a16="http://schemas.microsoft.com/office/drawing/2014/main" id="{1356F0C9-84C0-367E-F586-EA954083F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32353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M0303 ON</a:t>
            </a:r>
          </a:p>
        </p:txBody>
      </p:sp>
      <p:sp>
        <p:nvSpPr>
          <p:cNvPr id="24588" name="Text Box 39">
            <a:extLst>
              <a:ext uri="{FF2B5EF4-FFF2-40B4-BE49-F238E27FC236}">
                <a16:creationId xmlns:a16="http://schemas.microsoft.com/office/drawing/2014/main" id="{EFDB8979-8421-7AC8-2DA1-E034BD44F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324167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24589" name="Line 40">
            <a:extLst>
              <a:ext uri="{FF2B5EF4-FFF2-40B4-BE49-F238E27FC236}">
                <a16:creationId xmlns:a16="http://schemas.microsoft.com/office/drawing/2014/main" id="{B18BB3DC-54E8-ED1D-F72F-657BB6A10F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382905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4590" name="Text Box 41">
            <a:extLst>
              <a:ext uri="{FF2B5EF4-FFF2-40B4-BE49-F238E27FC236}">
                <a16:creationId xmlns:a16="http://schemas.microsoft.com/office/drawing/2014/main" id="{2C5324DB-6633-5159-7253-75B6FB288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4300" y="369093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M0873 ON</a:t>
            </a:r>
          </a:p>
        </p:txBody>
      </p:sp>
      <p:sp>
        <p:nvSpPr>
          <p:cNvPr id="24591" name="Text Box 42">
            <a:extLst>
              <a:ext uri="{FF2B5EF4-FFF2-40B4-BE49-F238E27FC236}">
                <a16:creationId xmlns:a16="http://schemas.microsoft.com/office/drawing/2014/main" id="{BFC70A90-13B4-F6FB-D26C-92EF0ED09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359092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24592" name="Line 43">
            <a:extLst>
              <a:ext uri="{FF2B5EF4-FFF2-40B4-BE49-F238E27FC236}">
                <a16:creationId xmlns:a16="http://schemas.microsoft.com/office/drawing/2014/main" id="{021AC5EF-385F-0DCE-6FB6-B0206E44B0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0075" y="4491038"/>
            <a:ext cx="34528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4593" name="Text Box 44">
            <a:extLst>
              <a:ext uri="{FF2B5EF4-FFF2-40B4-BE49-F238E27FC236}">
                <a16:creationId xmlns:a16="http://schemas.microsoft.com/office/drawing/2014/main" id="{7F7DADB0-0DF9-1FD4-90B9-07002E9BF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7263" y="42894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M0873 OFF</a:t>
            </a:r>
          </a:p>
        </p:txBody>
      </p:sp>
      <p:sp>
        <p:nvSpPr>
          <p:cNvPr id="24594" name="Text Box 45">
            <a:extLst>
              <a:ext uri="{FF2B5EF4-FFF2-40B4-BE49-F238E27FC236}">
                <a16:creationId xmlns:a16="http://schemas.microsoft.com/office/drawing/2014/main" id="{F063FA06-74C1-4C65-0D40-7CD765F2B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428942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24595" name="Text Box 46">
            <a:extLst>
              <a:ext uri="{FF2B5EF4-FFF2-40B4-BE49-F238E27FC236}">
                <a16:creationId xmlns:a16="http://schemas.microsoft.com/office/drawing/2014/main" id="{C0FAEB17-AB8B-4AE7-5C0C-634532B77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2698750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CV116</a:t>
            </a:r>
          </a:p>
        </p:txBody>
      </p:sp>
      <p:sp>
        <p:nvSpPr>
          <p:cNvPr id="24596" name="Line 47">
            <a:extLst>
              <a:ext uri="{FF2B5EF4-FFF2-40B4-BE49-F238E27FC236}">
                <a16:creationId xmlns:a16="http://schemas.microsoft.com/office/drawing/2014/main" id="{176265BA-C291-4FFB-9B79-F2E6BE4E89D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2962275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4597" name="Text Box 48">
            <a:extLst>
              <a:ext uri="{FF2B5EF4-FFF2-40B4-BE49-F238E27FC236}">
                <a16:creationId xmlns:a16="http://schemas.microsoft.com/office/drawing/2014/main" id="{062D96F0-48FF-E95D-54E2-DAD240AF1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283051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M0311 OFF</a:t>
            </a:r>
          </a:p>
        </p:txBody>
      </p:sp>
      <p:sp>
        <p:nvSpPr>
          <p:cNvPr id="24598" name="Line 49">
            <a:extLst>
              <a:ext uri="{FF2B5EF4-FFF2-40B4-BE49-F238E27FC236}">
                <a16:creationId xmlns:a16="http://schemas.microsoft.com/office/drawing/2014/main" id="{D2C0C1CC-F744-852F-2573-7D418A62D7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4887913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4599" name="Text Box 50">
            <a:extLst>
              <a:ext uri="{FF2B5EF4-FFF2-40B4-BE49-F238E27FC236}">
                <a16:creationId xmlns:a16="http://schemas.microsoft.com/office/drawing/2014/main" id="{5563D133-40C1-F788-9883-81D0C577F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46704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M0306 OFF</a:t>
            </a:r>
          </a:p>
        </p:txBody>
      </p:sp>
      <p:sp>
        <p:nvSpPr>
          <p:cNvPr id="24600" name="Text Box 51">
            <a:extLst>
              <a:ext uri="{FF2B5EF4-FFF2-40B4-BE49-F238E27FC236}">
                <a16:creationId xmlns:a16="http://schemas.microsoft.com/office/drawing/2014/main" id="{261701D5-020A-C912-E91A-D731084AA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4643438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24601" name="Text Box 52">
            <a:extLst>
              <a:ext uri="{FF2B5EF4-FFF2-40B4-BE49-F238E27FC236}">
                <a16:creationId xmlns:a16="http://schemas.microsoft.com/office/drawing/2014/main" id="{CCAC275A-8A9A-0320-2834-B8F723D9E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394335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M0303 OFF</a:t>
            </a:r>
          </a:p>
        </p:txBody>
      </p:sp>
      <p:sp>
        <p:nvSpPr>
          <p:cNvPr id="24602" name="Text Box 53">
            <a:extLst>
              <a:ext uri="{FF2B5EF4-FFF2-40B4-BE49-F238E27FC236}">
                <a16:creationId xmlns:a16="http://schemas.microsoft.com/office/drawing/2014/main" id="{A1E1F9D7-1BA9-5E7E-BD7C-694A75D98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3949700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24603" name="Line 54">
            <a:extLst>
              <a:ext uri="{FF2B5EF4-FFF2-40B4-BE49-F238E27FC236}">
                <a16:creationId xmlns:a16="http://schemas.microsoft.com/office/drawing/2014/main" id="{1B6218A7-BC47-312D-DA6C-5A125FA136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0075" y="4187825"/>
            <a:ext cx="34528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4604" name="Freeform 55">
            <a:extLst>
              <a:ext uri="{FF2B5EF4-FFF2-40B4-BE49-F238E27FC236}">
                <a16:creationId xmlns:a16="http://schemas.microsoft.com/office/drawing/2014/main" id="{D9404232-6EA2-5D0C-228E-5628741AB933}"/>
              </a:ext>
            </a:extLst>
          </p:cNvPr>
          <p:cNvSpPr>
            <a:spLocks/>
          </p:cNvSpPr>
          <p:nvPr/>
        </p:nvSpPr>
        <p:spPr bwMode="auto">
          <a:xfrm>
            <a:off x="3095625" y="1866900"/>
            <a:ext cx="3455988" cy="198438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4605" name="AutoShape 56">
            <a:extLst>
              <a:ext uri="{FF2B5EF4-FFF2-40B4-BE49-F238E27FC236}">
                <a16:creationId xmlns:a16="http://schemas.microsoft.com/office/drawing/2014/main" id="{65EC01C9-5ED7-C8C5-1FA1-1663F1DE3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550" y="1878013"/>
            <a:ext cx="3028950" cy="1714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 (R0072~R0073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24606" name="Line 57">
            <a:extLst>
              <a:ext uri="{FF2B5EF4-FFF2-40B4-BE49-F238E27FC236}">
                <a16:creationId xmlns:a16="http://schemas.microsoft.com/office/drawing/2014/main" id="{03077ABB-EFC0-024B-EA77-77D80134FB3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9275" y="1624013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4607" name="Text Box 58">
            <a:extLst>
              <a:ext uri="{FF2B5EF4-FFF2-40B4-BE49-F238E27FC236}">
                <a16:creationId xmlns:a16="http://schemas.microsoft.com/office/drawing/2014/main" id="{DE613581-7562-1E33-D670-2A6115639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8" y="14065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M0306 ON</a:t>
            </a:r>
          </a:p>
        </p:txBody>
      </p:sp>
      <p:sp>
        <p:nvSpPr>
          <p:cNvPr id="24608" name="Text Box 59">
            <a:extLst>
              <a:ext uri="{FF2B5EF4-FFF2-40B4-BE49-F238E27FC236}">
                <a16:creationId xmlns:a16="http://schemas.microsoft.com/office/drawing/2014/main" id="{2A740817-C60B-B2A3-EF8F-279AB1A09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88" y="13795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grpSp>
        <p:nvGrpSpPr>
          <p:cNvPr id="24609" name="Group 54">
            <a:extLst>
              <a:ext uri="{FF2B5EF4-FFF2-40B4-BE49-F238E27FC236}">
                <a16:creationId xmlns:a16="http://schemas.microsoft.com/office/drawing/2014/main" id="{437F1F1B-33F9-C22D-B8A6-5EA0C6CA15AE}"/>
              </a:ext>
            </a:extLst>
          </p:cNvPr>
          <p:cNvGrpSpPr>
            <a:grpSpLocks/>
          </p:cNvGrpSpPr>
          <p:nvPr/>
        </p:nvGrpSpPr>
        <p:grpSpPr bwMode="auto">
          <a:xfrm>
            <a:off x="9009063" y="595313"/>
            <a:ext cx="360362" cy="719137"/>
            <a:chOff x="995" y="2643"/>
            <a:chExt cx="227" cy="453"/>
          </a:xfrm>
        </p:grpSpPr>
        <p:sp>
          <p:nvSpPr>
            <p:cNvPr id="24612" name="Rectangle 55">
              <a:extLst>
                <a:ext uri="{FF2B5EF4-FFF2-40B4-BE49-F238E27FC236}">
                  <a16:creationId xmlns:a16="http://schemas.microsoft.com/office/drawing/2014/main" id="{F29E1DEF-B3E4-16A4-B2B3-052FFF793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116</a:t>
              </a:r>
            </a:p>
          </p:txBody>
        </p:sp>
        <p:sp>
          <p:nvSpPr>
            <p:cNvPr id="24613" name="Rectangle 56">
              <a:extLst>
                <a:ext uri="{FF2B5EF4-FFF2-40B4-BE49-F238E27FC236}">
                  <a16:creationId xmlns:a16="http://schemas.microsoft.com/office/drawing/2014/main" id="{D47F5EEB-F86F-B9B2-878B-8CB6EBDF2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115</a:t>
              </a:r>
            </a:p>
          </p:txBody>
        </p:sp>
      </p:grpSp>
      <p:sp>
        <p:nvSpPr>
          <p:cNvPr id="24610" name="AutoShape 57">
            <a:extLst>
              <a:ext uri="{FF2B5EF4-FFF2-40B4-BE49-F238E27FC236}">
                <a16:creationId xmlns:a16="http://schemas.microsoft.com/office/drawing/2014/main" id="{50C8D075-59D1-1909-6E5D-6C8019C39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8088" y="1135063"/>
            <a:ext cx="179387" cy="179387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24611" name="Text Box 59">
            <a:extLst>
              <a:ext uri="{FF2B5EF4-FFF2-40B4-BE49-F238E27FC236}">
                <a16:creationId xmlns:a16="http://schemas.microsoft.com/office/drawing/2014/main" id="{931FE89B-77ED-8F71-E951-88D19D2AE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3650" y="1314450"/>
            <a:ext cx="5603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/>
              <a:t>C/V #8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>
            <a:extLst>
              <a:ext uri="{FF2B5EF4-FFF2-40B4-BE49-F238E27FC236}">
                <a16:creationId xmlns:a16="http://schemas.microsoft.com/office/drawing/2014/main" id="{95163C83-6FC0-5136-0C22-DB1A19089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" y="595313"/>
            <a:ext cx="9648825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SC_5 </a:t>
            </a:r>
            <a:r>
              <a:rPr lang="ko-KR" altLang="en-US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</a:t>
            </a:r>
            <a:endParaRPr lang="en-US" altLang="ko-KR" sz="40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>
            <a:extLst>
              <a:ext uri="{FF2B5EF4-FFF2-40B4-BE49-F238E27FC236}">
                <a16:creationId xmlns:a16="http://schemas.microsoft.com/office/drawing/2014/main" id="{B3C2F785-5BE1-5E9F-06C2-1E633B163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450850"/>
            <a:ext cx="9113837" cy="6337300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26627" name="Rectangle 4">
            <a:extLst>
              <a:ext uri="{FF2B5EF4-FFF2-40B4-BE49-F238E27FC236}">
                <a16:creationId xmlns:a16="http://schemas.microsoft.com/office/drawing/2014/main" id="{8C9BA27C-3953-9F47-920F-AD0BC80AC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6825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26628" name="Rectangle 5">
            <a:extLst>
              <a:ext uri="{FF2B5EF4-FFF2-40B4-BE49-F238E27FC236}">
                <a16:creationId xmlns:a16="http://schemas.microsoft.com/office/drawing/2014/main" id="{0591FF3A-D3CC-D996-F8F2-97F56CB0A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813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26629" name="Group 6">
            <a:extLst>
              <a:ext uri="{FF2B5EF4-FFF2-40B4-BE49-F238E27FC236}">
                <a16:creationId xmlns:a16="http://schemas.microsoft.com/office/drawing/2014/main" id="{64E8A29F-2222-3450-88D5-89CB3B2AC1FE}"/>
              </a:ext>
            </a:extLst>
          </p:cNvPr>
          <p:cNvGrpSpPr>
            <a:grpSpLocks/>
          </p:cNvGrpSpPr>
          <p:nvPr/>
        </p:nvGrpSpPr>
        <p:grpSpPr bwMode="auto">
          <a:xfrm>
            <a:off x="3116263" y="900113"/>
            <a:ext cx="3443287" cy="5599112"/>
            <a:chOff x="1125" y="1346"/>
            <a:chExt cx="2169" cy="4722"/>
          </a:xfrm>
        </p:grpSpPr>
        <p:sp>
          <p:nvSpPr>
            <p:cNvPr id="26675" name="Line 7">
              <a:extLst>
                <a:ext uri="{FF2B5EF4-FFF2-40B4-BE49-F238E27FC236}">
                  <a16:creationId xmlns:a16="http://schemas.microsoft.com/office/drawing/2014/main" id="{97C41033-9CAE-7E21-DCC9-F70FE0070A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26676" name="Line 8">
              <a:extLst>
                <a:ext uri="{FF2B5EF4-FFF2-40B4-BE49-F238E27FC236}">
                  <a16:creationId xmlns:a16="http://schemas.microsoft.com/office/drawing/2014/main" id="{37E09A1D-439B-10D9-3DE2-EB08F4826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26630" name="Text Box 14">
            <a:extLst>
              <a:ext uri="{FF2B5EF4-FFF2-40B4-BE49-F238E27FC236}">
                <a16:creationId xmlns:a16="http://schemas.microsoft.com/office/drawing/2014/main" id="{8E690D2D-C9F8-CA69-7243-205C3A3F1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888" y="6499225"/>
            <a:ext cx="2349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26631" name="Text Box 53">
            <a:extLst>
              <a:ext uri="{FF2B5EF4-FFF2-40B4-BE49-F238E27FC236}">
                <a16:creationId xmlns:a16="http://schemas.microsoft.com/office/drawing/2014/main" id="{5ADFDC3E-0D9D-F568-5CB1-DC23FA1B5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650" y="6499225"/>
            <a:ext cx="2349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grpSp>
        <p:nvGrpSpPr>
          <p:cNvPr id="26632" name="Group 54">
            <a:extLst>
              <a:ext uri="{FF2B5EF4-FFF2-40B4-BE49-F238E27FC236}">
                <a16:creationId xmlns:a16="http://schemas.microsoft.com/office/drawing/2014/main" id="{BC79EDCC-B457-DB8D-0350-57543B60E42A}"/>
              </a:ext>
            </a:extLst>
          </p:cNvPr>
          <p:cNvGrpSpPr>
            <a:grpSpLocks/>
          </p:cNvGrpSpPr>
          <p:nvPr/>
        </p:nvGrpSpPr>
        <p:grpSpPr bwMode="auto">
          <a:xfrm>
            <a:off x="9009063" y="595313"/>
            <a:ext cx="360362" cy="719137"/>
            <a:chOff x="995" y="2643"/>
            <a:chExt cx="227" cy="453"/>
          </a:xfrm>
        </p:grpSpPr>
        <p:sp>
          <p:nvSpPr>
            <p:cNvPr id="26673" name="Rectangle 55">
              <a:extLst>
                <a:ext uri="{FF2B5EF4-FFF2-40B4-BE49-F238E27FC236}">
                  <a16:creationId xmlns:a16="http://schemas.microsoft.com/office/drawing/2014/main" id="{88E6E8B8-FD63-98BE-B802-727D6068F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117</a:t>
              </a:r>
            </a:p>
          </p:txBody>
        </p:sp>
        <p:sp>
          <p:nvSpPr>
            <p:cNvPr id="26674" name="Rectangle 56">
              <a:extLst>
                <a:ext uri="{FF2B5EF4-FFF2-40B4-BE49-F238E27FC236}">
                  <a16:creationId xmlns:a16="http://schemas.microsoft.com/office/drawing/2014/main" id="{DF58A495-DC9E-03B0-D0C1-2E4B33D9D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118</a:t>
              </a:r>
            </a:p>
          </p:txBody>
        </p:sp>
      </p:grpSp>
      <p:sp>
        <p:nvSpPr>
          <p:cNvPr id="26633" name="Text Box 59">
            <a:extLst>
              <a:ext uri="{FF2B5EF4-FFF2-40B4-BE49-F238E27FC236}">
                <a16:creationId xmlns:a16="http://schemas.microsoft.com/office/drawing/2014/main" id="{5F609ED9-2441-8A6B-CB3E-61FA0AD03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3650" y="1314450"/>
            <a:ext cx="5603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/>
              <a:t>C/V #9</a:t>
            </a:r>
          </a:p>
        </p:txBody>
      </p:sp>
      <p:sp>
        <p:nvSpPr>
          <p:cNvPr id="26634" name="Text Box 60">
            <a:extLst>
              <a:ext uri="{FF2B5EF4-FFF2-40B4-BE49-F238E27FC236}">
                <a16:creationId xmlns:a16="http://schemas.microsoft.com/office/drawing/2014/main" id="{FB7E307F-C3DA-4997-958C-A5D1B09A8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4351338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 SC_5 </a:t>
            </a:r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출고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CV117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CV118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)</a:t>
            </a:r>
          </a:p>
        </p:txBody>
      </p:sp>
      <p:sp>
        <p:nvSpPr>
          <p:cNvPr id="26635" name="Text Box 61">
            <a:extLst>
              <a:ext uri="{FF2B5EF4-FFF2-40B4-BE49-F238E27FC236}">
                <a16:creationId xmlns:a16="http://schemas.microsoft.com/office/drawing/2014/main" id="{EABD47C0-B941-9E68-F3AC-67D2734EE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8025" y="1027113"/>
            <a:ext cx="3168650" cy="2682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CV117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26636" name="Text Box 62">
            <a:extLst>
              <a:ext uri="{FF2B5EF4-FFF2-40B4-BE49-F238E27FC236}">
                <a16:creationId xmlns:a16="http://schemas.microsoft.com/office/drawing/2014/main" id="{DF097AB2-D69A-0F78-4B95-E26CC6C05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6525" y="138747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CV117</a:t>
            </a:r>
          </a:p>
        </p:txBody>
      </p:sp>
      <p:sp>
        <p:nvSpPr>
          <p:cNvPr id="26637" name="Line 63">
            <a:extLst>
              <a:ext uri="{FF2B5EF4-FFF2-40B4-BE49-F238E27FC236}">
                <a16:creationId xmlns:a16="http://schemas.microsoft.com/office/drawing/2014/main" id="{1471BAB3-4B25-4FD5-C5BE-DA0A58B81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6263" y="165100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38" name="Text Box 64">
            <a:extLst>
              <a:ext uri="{FF2B5EF4-FFF2-40B4-BE49-F238E27FC236}">
                <a16:creationId xmlns:a16="http://schemas.microsoft.com/office/drawing/2014/main" id="{36DC5C53-E0D6-C9C8-80BB-E38E7539E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75" y="151923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M0331 ON</a:t>
            </a:r>
          </a:p>
        </p:txBody>
      </p:sp>
      <p:sp>
        <p:nvSpPr>
          <p:cNvPr id="26639" name="Line 65">
            <a:extLst>
              <a:ext uri="{FF2B5EF4-FFF2-40B4-BE49-F238E27FC236}">
                <a16:creationId xmlns:a16="http://schemas.microsoft.com/office/drawing/2014/main" id="{E9DFA9FD-0C00-CB72-5572-A9D44D4701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7375" y="198913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40" name="Text Box 66">
            <a:extLst>
              <a:ext uri="{FF2B5EF4-FFF2-40B4-BE49-F238E27FC236}">
                <a16:creationId xmlns:a16="http://schemas.microsoft.com/office/drawing/2014/main" id="{74842343-0541-F1C0-2F7E-53991AA5E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438" y="174466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M0324 ON</a:t>
            </a:r>
          </a:p>
        </p:txBody>
      </p:sp>
      <p:sp>
        <p:nvSpPr>
          <p:cNvPr id="26641" name="Text Box 67">
            <a:extLst>
              <a:ext uri="{FF2B5EF4-FFF2-40B4-BE49-F238E27FC236}">
                <a16:creationId xmlns:a16="http://schemas.microsoft.com/office/drawing/2014/main" id="{6B0C1259-6A24-A05B-7280-497C09A3E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175101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26642" name="Line 68">
            <a:extLst>
              <a:ext uri="{FF2B5EF4-FFF2-40B4-BE49-F238E27FC236}">
                <a16:creationId xmlns:a16="http://schemas.microsoft.com/office/drawing/2014/main" id="{B8B24629-1D9C-CB8C-30D5-873EC4C40A9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7375" y="233838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43" name="Text Box 69">
            <a:extLst>
              <a:ext uri="{FF2B5EF4-FFF2-40B4-BE49-F238E27FC236}">
                <a16:creationId xmlns:a16="http://schemas.microsoft.com/office/drawing/2014/main" id="{63F76D46-2BFA-35C9-1185-08709C9CFC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188" y="209391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M0884 ON</a:t>
            </a:r>
          </a:p>
        </p:txBody>
      </p:sp>
      <p:sp>
        <p:nvSpPr>
          <p:cNvPr id="26644" name="Text Box 70">
            <a:extLst>
              <a:ext uri="{FF2B5EF4-FFF2-40B4-BE49-F238E27FC236}">
                <a16:creationId xmlns:a16="http://schemas.microsoft.com/office/drawing/2014/main" id="{70A8E777-F355-BC47-52D5-7C3A714C6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1002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26645" name="Text Box 71">
            <a:extLst>
              <a:ext uri="{FF2B5EF4-FFF2-40B4-BE49-F238E27FC236}">
                <a16:creationId xmlns:a16="http://schemas.microsoft.com/office/drawing/2014/main" id="{E1B7DE71-67EF-FD26-78D2-FF8FEBB36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150" y="279876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M0884 OFF</a:t>
            </a:r>
          </a:p>
        </p:txBody>
      </p:sp>
      <p:sp>
        <p:nvSpPr>
          <p:cNvPr id="26646" name="Text Box 72">
            <a:extLst>
              <a:ext uri="{FF2B5EF4-FFF2-40B4-BE49-F238E27FC236}">
                <a16:creationId xmlns:a16="http://schemas.microsoft.com/office/drawing/2014/main" id="{035C62BA-F9E6-9CC2-E50A-7484AF801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7987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26647" name="Text Box 73">
            <a:extLst>
              <a:ext uri="{FF2B5EF4-FFF2-40B4-BE49-F238E27FC236}">
                <a16:creationId xmlns:a16="http://schemas.microsoft.com/office/drawing/2014/main" id="{8650E0E2-D9CC-D3BD-F1B6-7FE2F68B1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438" y="245268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M0324 OFF</a:t>
            </a:r>
          </a:p>
        </p:txBody>
      </p:sp>
      <p:sp>
        <p:nvSpPr>
          <p:cNvPr id="26648" name="Text Box 74">
            <a:extLst>
              <a:ext uri="{FF2B5EF4-FFF2-40B4-BE49-F238E27FC236}">
                <a16:creationId xmlns:a16="http://schemas.microsoft.com/office/drawing/2014/main" id="{A7FE12CB-382E-1DED-A9D8-326D8FB55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4590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26649" name="Line 75">
            <a:extLst>
              <a:ext uri="{FF2B5EF4-FFF2-40B4-BE49-F238E27FC236}">
                <a16:creationId xmlns:a16="http://schemas.microsoft.com/office/drawing/2014/main" id="{BAC020FD-F476-8C68-685B-24D8D4CA3A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8963" y="2697163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50" name="Text Box 76">
            <a:extLst>
              <a:ext uri="{FF2B5EF4-FFF2-40B4-BE49-F238E27FC236}">
                <a16:creationId xmlns:a16="http://schemas.microsoft.com/office/drawing/2014/main" id="{F7A5A99F-949D-40B5-AFB5-0A0684B2D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1838" y="3114675"/>
            <a:ext cx="3168650" cy="404813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는 입고대 방향 확인 후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, </a:t>
            </a:r>
          </a:p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Tracking Area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Write</a:t>
            </a:r>
          </a:p>
        </p:txBody>
      </p:sp>
      <p:sp>
        <p:nvSpPr>
          <p:cNvPr id="26651" name="Line 77">
            <a:extLst>
              <a:ext uri="{FF2B5EF4-FFF2-40B4-BE49-F238E27FC236}">
                <a16:creationId xmlns:a16="http://schemas.microsoft.com/office/drawing/2014/main" id="{340FF871-3FF3-B133-09BB-03F463878B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3563" y="3738563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438" name="Text Box 78">
            <a:extLst>
              <a:ext uri="{FF2B5EF4-FFF2-40B4-BE49-F238E27FC236}">
                <a16:creationId xmlns:a16="http://schemas.microsoft.com/office/drawing/2014/main" id="{EBC3A499-9A60-110E-7CFA-ADCFC5EED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4288" y="3522663"/>
            <a:ext cx="21590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en-US" altLang="ko-KR" sz="1000" b="0" strike="sngStrike" dirty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Direction Mode Check(M0249)</a:t>
            </a:r>
          </a:p>
        </p:txBody>
      </p:sp>
      <p:sp>
        <p:nvSpPr>
          <p:cNvPr id="26653" name="Text Box 79">
            <a:extLst>
              <a:ext uri="{FF2B5EF4-FFF2-40B4-BE49-F238E27FC236}">
                <a16:creationId xmlns:a16="http://schemas.microsoft.com/office/drawing/2014/main" id="{D3F3CF52-27ED-A129-1F2E-F60B10D9C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2575" y="3636963"/>
            <a:ext cx="2016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입고 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ON, 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출고 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OFF</a:t>
            </a:r>
          </a:p>
        </p:txBody>
      </p:sp>
      <p:sp>
        <p:nvSpPr>
          <p:cNvPr id="26654" name="Line 80">
            <a:extLst>
              <a:ext uri="{FF2B5EF4-FFF2-40B4-BE49-F238E27FC236}">
                <a16:creationId xmlns:a16="http://schemas.microsoft.com/office/drawing/2014/main" id="{4F9858DE-5946-83A7-FCF6-6D9643CBEF6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3563" y="3965575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55" name="Text Box 81">
            <a:extLst>
              <a:ext uri="{FF2B5EF4-FFF2-40B4-BE49-F238E27FC236}">
                <a16:creationId xmlns:a16="http://schemas.microsoft.com/office/drawing/2014/main" id="{D2E97A31-6AA7-5213-8149-BE5CEEF2F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2575" y="3854450"/>
            <a:ext cx="2016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ON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이 아닐 경우 변경</a:t>
            </a:r>
          </a:p>
        </p:txBody>
      </p:sp>
      <p:sp>
        <p:nvSpPr>
          <p:cNvPr id="17442" name="Text Box 82">
            <a:extLst>
              <a:ext uri="{FF2B5EF4-FFF2-40B4-BE49-F238E27FC236}">
                <a16:creationId xmlns:a16="http://schemas.microsoft.com/office/drawing/2014/main" id="{BD8A9775-FAD4-A66F-BDDB-6E7602934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563" y="3843338"/>
            <a:ext cx="8890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>
              <a:defRPr/>
            </a:pPr>
            <a:r>
              <a:rPr lang="en-US" altLang="ko-KR" sz="1000" b="0" strike="sngStrike" dirty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M0189 ON</a:t>
            </a:r>
          </a:p>
        </p:txBody>
      </p:sp>
      <p:sp>
        <p:nvSpPr>
          <p:cNvPr id="26657" name="AutoShape 83">
            <a:extLst>
              <a:ext uri="{FF2B5EF4-FFF2-40B4-BE49-F238E27FC236}">
                <a16:creationId xmlns:a16="http://schemas.microsoft.com/office/drawing/2014/main" id="{E895F90F-30B3-5548-7AD3-2D11526DD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250" y="4081463"/>
            <a:ext cx="3028950" cy="1714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 (R0080~R0081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26658" name="Freeform 84">
            <a:extLst>
              <a:ext uri="{FF2B5EF4-FFF2-40B4-BE49-F238E27FC236}">
                <a16:creationId xmlns:a16="http://schemas.microsoft.com/office/drawing/2014/main" id="{276AC1CF-D210-A1A2-1018-59864447CC8B}"/>
              </a:ext>
            </a:extLst>
          </p:cNvPr>
          <p:cNvSpPr>
            <a:spLocks/>
          </p:cNvSpPr>
          <p:nvPr/>
        </p:nvSpPr>
        <p:spPr bwMode="auto">
          <a:xfrm flipH="1">
            <a:off x="3108325" y="4051300"/>
            <a:ext cx="3455988" cy="228600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59" name="Text Box 85">
            <a:extLst>
              <a:ext uri="{FF2B5EF4-FFF2-40B4-BE49-F238E27FC236}">
                <a16:creationId xmlns:a16="http://schemas.microsoft.com/office/drawing/2014/main" id="{62F4796B-50CC-5031-38E5-2B3A8E236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5900" y="4084638"/>
            <a:ext cx="2016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Tracking Area 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번지 지정 참조</a:t>
            </a:r>
          </a:p>
        </p:txBody>
      </p:sp>
      <p:sp>
        <p:nvSpPr>
          <p:cNvPr id="26660" name="Text Box 86">
            <a:extLst>
              <a:ext uri="{FF2B5EF4-FFF2-40B4-BE49-F238E27FC236}">
                <a16:creationId xmlns:a16="http://schemas.microsoft.com/office/drawing/2014/main" id="{4486A730-9DFF-43EF-6E57-DD1EB871F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788" y="4387850"/>
            <a:ext cx="3168650" cy="404813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감지 되고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가 있으므로</a:t>
            </a:r>
          </a:p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CV118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로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Conveyor move</a:t>
            </a:r>
          </a:p>
        </p:txBody>
      </p:sp>
      <p:sp>
        <p:nvSpPr>
          <p:cNvPr id="26661" name="Text Box 87">
            <a:extLst>
              <a:ext uri="{FF2B5EF4-FFF2-40B4-BE49-F238E27FC236}">
                <a16:creationId xmlns:a16="http://schemas.microsoft.com/office/drawing/2014/main" id="{CF987438-C73B-7463-8E37-BDD7E54D7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663" y="5132388"/>
            <a:ext cx="3168650" cy="2682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CV118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 Pallet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도착</a:t>
            </a:r>
          </a:p>
        </p:txBody>
      </p:sp>
      <p:sp>
        <p:nvSpPr>
          <p:cNvPr id="26662" name="Text Box 88">
            <a:extLst>
              <a:ext uri="{FF2B5EF4-FFF2-40B4-BE49-F238E27FC236}">
                <a16:creationId xmlns:a16="http://schemas.microsoft.com/office/drawing/2014/main" id="{70E42A18-5D40-D220-3120-9620EFF4A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113" y="539908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CV118</a:t>
            </a:r>
          </a:p>
        </p:txBody>
      </p:sp>
      <p:sp>
        <p:nvSpPr>
          <p:cNvPr id="26663" name="Line 89">
            <a:extLst>
              <a:ext uri="{FF2B5EF4-FFF2-40B4-BE49-F238E27FC236}">
                <a16:creationId xmlns:a16="http://schemas.microsoft.com/office/drawing/2014/main" id="{9F4163D1-4DC5-87E1-AB3C-1EBE3CF4B3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7850" y="5622925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64" name="Text Box 90">
            <a:extLst>
              <a:ext uri="{FF2B5EF4-FFF2-40B4-BE49-F238E27FC236}">
                <a16:creationId xmlns:a16="http://schemas.microsoft.com/office/drawing/2014/main" id="{8B5164CB-E060-43DF-3632-50434DC10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963" y="549116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M0330 ON</a:t>
            </a:r>
          </a:p>
        </p:txBody>
      </p:sp>
      <p:sp>
        <p:nvSpPr>
          <p:cNvPr id="26665" name="Text Box 91">
            <a:extLst>
              <a:ext uri="{FF2B5EF4-FFF2-40B4-BE49-F238E27FC236}">
                <a16:creationId xmlns:a16="http://schemas.microsoft.com/office/drawing/2014/main" id="{9C2A9B45-6A3F-5B9E-FD38-71DB94D7A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113" y="47958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CV117</a:t>
            </a:r>
          </a:p>
        </p:txBody>
      </p:sp>
      <p:sp>
        <p:nvSpPr>
          <p:cNvPr id="26666" name="Line 92">
            <a:extLst>
              <a:ext uri="{FF2B5EF4-FFF2-40B4-BE49-F238E27FC236}">
                <a16:creationId xmlns:a16="http://schemas.microsoft.com/office/drawing/2014/main" id="{562E4DBB-2863-A475-F27F-1D858E106C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7850" y="5059363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67" name="Text Box 93">
            <a:extLst>
              <a:ext uri="{FF2B5EF4-FFF2-40B4-BE49-F238E27FC236}">
                <a16:creationId xmlns:a16="http://schemas.microsoft.com/office/drawing/2014/main" id="{2916FAE3-2126-3493-18DF-7EA973FC2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963" y="492760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M0331 OFF</a:t>
            </a:r>
          </a:p>
        </p:txBody>
      </p:sp>
      <p:sp>
        <p:nvSpPr>
          <p:cNvPr id="26668" name="Text Box 94">
            <a:extLst>
              <a:ext uri="{FF2B5EF4-FFF2-40B4-BE49-F238E27FC236}">
                <a16:creationId xmlns:a16="http://schemas.microsoft.com/office/drawing/2014/main" id="{A9DAF465-BB88-B1F6-5676-4910F3E8B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663" y="5707063"/>
            <a:ext cx="3168650" cy="4302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ID Shift  </a:t>
            </a:r>
          </a:p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CV117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영역에서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CV118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영역으로</a:t>
            </a:r>
          </a:p>
        </p:txBody>
      </p:sp>
      <p:sp>
        <p:nvSpPr>
          <p:cNvPr id="26669" name="Freeform 95">
            <a:extLst>
              <a:ext uri="{FF2B5EF4-FFF2-40B4-BE49-F238E27FC236}">
                <a16:creationId xmlns:a16="http://schemas.microsoft.com/office/drawing/2014/main" id="{80B3B39B-DB4F-5607-DE39-687D3D120241}"/>
              </a:ext>
            </a:extLst>
          </p:cNvPr>
          <p:cNvSpPr>
            <a:spLocks/>
          </p:cNvSpPr>
          <p:nvPr/>
        </p:nvSpPr>
        <p:spPr bwMode="auto">
          <a:xfrm>
            <a:off x="3135313" y="6249988"/>
            <a:ext cx="3455987" cy="198437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70" name="AutoShape 96">
            <a:extLst>
              <a:ext uri="{FF2B5EF4-FFF2-40B4-BE49-F238E27FC236}">
                <a16:creationId xmlns:a16="http://schemas.microsoft.com/office/drawing/2014/main" id="{7A899791-80A3-5B23-95B9-D2946E8A0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238" y="6261100"/>
            <a:ext cx="3028950" cy="1714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NO(R0082~R0083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26671" name="Text Box 97">
            <a:extLst>
              <a:ext uri="{FF2B5EF4-FFF2-40B4-BE49-F238E27FC236}">
                <a16:creationId xmlns:a16="http://schemas.microsoft.com/office/drawing/2014/main" id="{002A4A19-32CA-1321-A57F-99DFF7C9F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25" y="5556250"/>
            <a:ext cx="1609725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※ Exist Bit 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변경 이후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ECS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에서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0.5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초 이내에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읽어 가므로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PLC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는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Data Move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 무결성 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을 보장 해야 함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26672" name="AutoShape 58">
            <a:extLst>
              <a:ext uri="{FF2B5EF4-FFF2-40B4-BE49-F238E27FC236}">
                <a16:creationId xmlns:a16="http://schemas.microsoft.com/office/drawing/2014/main" id="{2A006B9D-808B-4756-4229-145BB8B615F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807450" y="615950"/>
            <a:ext cx="179388" cy="179388"/>
          </a:xfrm>
          <a:prstGeom prst="flowChartExtra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4DF4F4-C0E5-BC45-B8C5-1A49483AEF74}"/>
              </a:ext>
            </a:extLst>
          </p:cNvPr>
          <p:cNvSpPr txBox="1"/>
          <p:nvPr/>
        </p:nvSpPr>
        <p:spPr>
          <a:xfrm>
            <a:off x="6008688" y="3497263"/>
            <a:ext cx="1420261" cy="1692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FF0000"/>
                </a:solidFill>
              </a:rPr>
              <a:t>[</a:t>
            </a:r>
            <a:r>
              <a:rPr lang="ko-KR" altLang="en-US" sz="1100">
                <a:solidFill>
                  <a:srgbClr val="FF0000"/>
                </a:solidFill>
              </a:rPr>
              <a:t>양방향 트랙이 아님</a:t>
            </a:r>
            <a:r>
              <a:rPr lang="en-US" altLang="ko-KR" sz="1100">
                <a:solidFill>
                  <a:srgbClr val="FF0000"/>
                </a:solidFill>
              </a:rPr>
              <a:t>?]</a:t>
            </a:r>
            <a:endParaRPr lang="ko-KR" altLang="en-US" sz="1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F8FDB889-8AA1-CECC-DFBF-A8A38DF2C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4351338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 SC_5 </a:t>
            </a:r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출고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CV117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CV118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)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2D415C26-2097-1FA6-F1EA-8C86EBA09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450850"/>
            <a:ext cx="9113837" cy="6337300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A9469CAE-6068-C286-E4ED-52406228E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6825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DA2AB69D-EE02-031B-746E-D3F0169A7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813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27654" name="Group 6">
            <a:extLst>
              <a:ext uri="{FF2B5EF4-FFF2-40B4-BE49-F238E27FC236}">
                <a16:creationId xmlns:a16="http://schemas.microsoft.com/office/drawing/2014/main" id="{4F27E2C9-C24A-1FB0-7EBF-876344647712}"/>
              </a:ext>
            </a:extLst>
          </p:cNvPr>
          <p:cNvGrpSpPr>
            <a:grpSpLocks/>
          </p:cNvGrpSpPr>
          <p:nvPr/>
        </p:nvGrpSpPr>
        <p:grpSpPr bwMode="auto">
          <a:xfrm>
            <a:off x="3116263" y="900113"/>
            <a:ext cx="3443287" cy="4375150"/>
            <a:chOff x="1125" y="1346"/>
            <a:chExt cx="2169" cy="4722"/>
          </a:xfrm>
        </p:grpSpPr>
        <p:sp>
          <p:nvSpPr>
            <p:cNvPr id="27686" name="Line 7">
              <a:extLst>
                <a:ext uri="{FF2B5EF4-FFF2-40B4-BE49-F238E27FC236}">
                  <a16:creationId xmlns:a16="http://schemas.microsoft.com/office/drawing/2014/main" id="{E5FC0CC0-CB5E-32D6-1557-1BD55059B2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27687" name="Line 8">
              <a:extLst>
                <a:ext uri="{FF2B5EF4-FFF2-40B4-BE49-F238E27FC236}">
                  <a16:creationId xmlns:a16="http://schemas.microsoft.com/office/drawing/2014/main" id="{C4B5DFDC-8DDF-40A1-D226-402709299F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27655" name="Text Box 14">
            <a:extLst>
              <a:ext uri="{FF2B5EF4-FFF2-40B4-BE49-F238E27FC236}">
                <a16:creationId xmlns:a16="http://schemas.microsoft.com/office/drawing/2014/main" id="{9D7A2CDC-63CD-3685-A23C-E84D3D234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888" y="666750"/>
            <a:ext cx="2349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27656" name="Text Box 35">
            <a:extLst>
              <a:ext uri="{FF2B5EF4-FFF2-40B4-BE49-F238E27FC236}">
                <a16:creationId xmlns:a16="http://schemas.microsoft.com/office/drawing/2014/main" id="{2BFAC59D-6774-3766-00B5-009C8F1CD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588" y="1027113"/>
            <a:ext cx="3168650" cy="2682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RGV Call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을 위해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W.O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보고</a:t>
            </a:r>
          </a:p>
        </p:txBody>
      </p:sp>
      <p:sp>
        <p:nvSpPr>
          <p:cNvPr id="27657" name="Text Box 36">
            <a:extLst>
              <a:ext uri="{FF2B5EF4-FFF2-40B4-BE49-F238E27FC236}">
                <a16:creationId xmlns:a16="http://schemas.microsoft.com/office/drawing/2014/main" id="{068DAFE5-5142-6B6B-6596-33C7A0CEE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2309813"/>
            <a:ext cx="3168650" cy="31273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RGV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이 도착하여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27658" name="Line 37">
            <a:extLst>
              <a:ext uri="{FF2B5EF4-FFF2-40B4-BE49-F238E27FC236}">
                <a16:creationId xmlns:a16="http://schemas.microsoft.com/office/drawing/2014/main" id="{A9AD7A3F-D75B-1615-2157-75D9484D51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347980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7659" name="Text Box 38">
            <a:extLst>
              <a:ext uri="{FF2B5EF4-FFF2-40B4-BE49-F238E27FC236}">
                <a16:creationId xmlns:a16="http://schemas.microsoft.com/office/drawing/2014/main" id="{74D8F4A8-81A3-244E-69C9-F972C11B4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32353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M0322 ON</a:t>
            </a:r>
          </a:p>
        </p:txBody>
      </p:sp>
      <p:sp>
        <p:nvSpPr>
          <p:cNvPr id="27660" name="Text Box 39">
            <a:extLst>
              <a:ext uri="{FF2B5EF4-FFF2-40B4-BE49-F238E27FC236}">
                <a16:creationId xmlns:a16="http://schemas.microsoft.com/office/drawing/2014/main" id="{8CA296E2-4157-B2AA-5B2D-695A6AC4F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324167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27661" name="Line 40">
            <a:extLst>
              <a:ext uri="{FF2B5EF4-FFF2-40B4-BE49-F238E27FC236}">
                <a16:creationId xmlns:a16="http://schemas.microsoft.com/office/drawing/2014/main" id="{6BCB1D70-A94C-FB8F-CE1A-337EA0E44A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382905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7662" name="Text Box 41">
            <a:extLst>
              <a:ext uri="{FF2B5EF4-FFF2-40B4-BE49-F238E27FC236}">
                <a16:creationId xmlns:a16="http://schemas.microsoft.com/office/drawing/2014/main" id="{3287F92C-5A4C-DF6D-C298-4522AF110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4300" y="369093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M0881 ON</a:t>
            </a:r>
          </a:p>
        </p:txBody>
      </p:sp>
      <p:sp>
        <p:nvSpPr>
          <p:cNvPr id="27663" name="Text Box 42">
            <a:extLst>
              <a:ext uri="{FF2B5EF4-FFF2-40B4-BE49-F238E27FC236}">
                <a16:creationId xmlns:a16="http://schemas.microsoft.com/office/drawing/2014/main" id="{58D4C8D7-8E67-0F8A-D9F3-204C044E2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359092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27664" name="Line 43">
            <a:extLst>
              <a:ext uri="{FF2B5EF4-FFF2-40B4-BE49-F238E27FC236}">
                <a16:creationId xmlns:a16="http://schemas.microsoft.com/office/drawing/2014/main" id="{DB405186-263F-24B1-6DEF-622F56A834A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0075" y="4491038"/>
            <a:ext cx="34528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7665" name="Text Box 44">
            <a:extLst>
              <a:ext uri="{FF2B5EF4-FFF2-40B4-BE49-F238E27FC236}">
                <a16:creationId xmlns:a16="http://schemas.microsoft.com/office/drawing/2014/main" id="{CEAEA77B-FD3D-7846-DB76-515576456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7263" y="42894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M0881 OFF</a:t>
            </a:r>
          </a:p>
        </p:txBody>
      </p:sp>
      <p:sp>
        <p:nvSpPr>
          <p:cNvPr id="27666" name="Text Box 45">
            <a:extLst>
              <a:ext uri="{FF2B5EF4-FFF2-40B4-BE49-F238E27FC236}">
                <a16:creationId xmlns:a16="http://schemas.microsoft.com/office/drawing/2014/main" id="{86DFB77A-9BF6-B361-3A16-4017D6388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428942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27667" name="Text Box 46">
            <a:extLst>
              <a:ext uri="{FF2B5EF4-FFF2-40B4-BE49-F238E27FC236}">
                <a16:creationId xmlns:a16="http://schemas.microsoft.com/office/drawing/2014/main" id="{DD25A6C2-9A8C-06DD-D5FC-F3358F753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2698750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CV118</a:t>
            </a:r>
          </a:p>
        </p:txBody>
      </p:sp>
      <p:sp>
        <p:nvSpPr>
          <p:cNvPr id="27668" name="Line 47">
            <a:extLst>
              <a:ext uri="{FF2B5EF4-FFF2-40B4-BE49-F238E27FC236}">
                <a16:creationId xmlns:a16="http://schemas.microsoft.com/office/drawing/2014/main" id="{DFE477C7-5F3F-F1EA-4DC2-52A96A703A9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2962275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7669" name="Text Box 48">
            <a:extLst>
              <a:ext uri="{FF2B5EF4-FFF2-40B4-BE49-F238E27FC236}">
                <a16:creationId xmlns:a16="http://schemas.microsoft.com/office/drawing/2014/main" id="{0BED9AD1-95F2-8156-65C4-F0D2E82FD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283051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M0330 OFF</a:t>
            </a:r>
          </a:p>
        </p:txBody>
      </p:sp>
      <p:sp>
        <p:nvSpPr>
          <p:cNvPr id="27670" name="Line 49">
            <a:extLst>
              <a:ext uri="{FF2B5EF4-FFF2-40B4-BE49-F238E27FC236}">
                <a16:creationId xmlns:a16="http://schemas.microsoft.com/office/drawing/2014/main" id="{5769F575-5F1F-FA92-F4E2-54D6ACF36C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4887913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7671" name="Text Box 50">
            <a:extLst>
              <a:ext uri="{FF2B5EF4-FFF2-40B4-BE49-F238E27FC236}">
                <a16:creationId xmlns:a16="http://schemas.microsoft.com/office/drawing/2014/main" id="{17068C9A-3B57-9191-1B2C-C1D767310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46704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M0326 OFF</a:t>
            </a:r>
          </a:p>
        </p:txBody>
      </p:sp>
      <p:sp>
        <p:nvSpPr>
          <p:cNvPr id="27672" name="Text Box 51">
            <a:extLst>
              <a:ext uri="{FF2B5EF4-FFF2-40B4-BE49-F238E27FC236}">
                <a16:creationId xmlns:a16="http://schemas.microsoft.com/office/drawing/2014/main" id="{CC81798B-44A2-8054-FA8D-F93A17B0A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4643438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27673" name="Text Box 52">
            <a:extLst>
              <a:ext uri="{FF2B5EF4-FFF2-40B4-BE49-F238E27FC236}">
                <a16:creationId xmlns:a16="http://schemas.microsoft.com/office/drawing/2014/main" id="{750BE2FF-C95A-1FED-EE4B-06205160F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394335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M0322 OFF</a:t>
            </a:r>
          </a:p>
        </p:txBody>
      </p:sp>
      <p:sp>
        <p:nvSpPr>
          <p:cNvPr id="27674" name="Text Box 53">
            <a:extLst>
              <a:ext uri="{FF2B5EF4-FFF2-40B4-BE49-F238E27FC236}">
                <a16:creationId xmlns:a16="http://schemas.microsoft.com/office/drawing/2014/main" id="{A09CCEF5-0F45-4288-A111-9A9DBAF97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3949700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27675" name="Line 54">
            <a:extLst>
              <a:ext uri="{FF2B5EF4-FFF2-40B4-BE49-F238E27FC236}">
                <a16:creationId xmlns:a16="http://schemas.microsoft.com/office/drawing/2014/main" id="{44F18F0E-5801-B1C1-5F67-616F538A95B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0075" y="4187825"/>
            <a:ext cx="34528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7676" name="Freeform 55">
            <a:extLst>
              <a:ext uri="{FF2B5EF4-FFF2-40B4-BE49-F238E27FC236}">
                <a16:creationId xmlns:a16="http://schemas.microsoft.com/office/drawing/2014/main" id="{1ABA6F17-940C-C1FC-E74F-9BC866438506}"/>
              </a:ext>
            </a:extLst>
          </p:cNvPr>
          <p:cNvSpPr>
            <a:spLocks/>
          </p:cNvSpPr>
          <p:nvPr/>
        </p:nvSpPr>
        <p:spPr bwMode="auto">
          <a:xfrm>
            <a:off x="3095625" y="1866900"/>
            <a:ext cx="3455988" cy="198438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7677" name="AutoShape 56">
            <a:extLst>
              <a:ext uri="{FF2B5EF4-FFF2-40B4-BE49-F238E27FC236}">
                <a16:creationId xmlns:a16="http://schemas.microsoft.com/office/drawing/2014/main" id="{9AE0D098-4CCD-6EA7-B432-5B610E66F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550" y="1878013"/>
            <a:ext cx="3028950" cy="1714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 (R0082~R0083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27678" name="Line 57">
            <a:extLst>
              <a:ext uri="{FF2B5EF4-FFF2-40B4-BE49-F238E27FC236}">
                <a16:creationId xmlns:a16="http://schemas.microsoft.com/office/drawing/2014/main" id="{DC7D8B6D-D6A7-F8D2-5CD6-E1B368B034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9275" y="1624013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7679" name="Text Box 58">
            <a:extLst>
              <a:ext uri="{FF2B5EF4-FFF2-40B4-BE49-F238E27FC236}">
                <a16:creationId xmlns:a16="http://schemas.microsoft.com/office/drawing/2014/main" id="{51D87B29-A950-6828-3452-43F89E0B6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8" y="14065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M0326 ON</a:t>
            </a:r>
          </a:p>
        </p:txBody>
      </p:sp>
      <p:sp>
        <p:nvSpPr>
          <p:cNvPr id="27680" name="Text Box 59">
            <a:extLst>
              <a:ext uri="{FF2B5EF4-FFF2-40B4-BE49-F238E27FC236}">
                <a16:creationId xmlns:a16="http://schemas.microsoft.com/office/drawing/2014/main" id="{B0A5B71B-5F16-15C2-8467-C96545F72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88" y="13795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grpSp>
        <p:nvGrpSpPr>
          <p:cNvPr id="27681" name="Group 54">
            <a:extLst>
              <a:ext uri="{FF2B5EF4-FFF2-40B4-BE49-F238E27FC236}">
                <a16:creationId xmlns:a16="http://schemas.microsoft.com/office/drawing/2014/main" id="{BA214096-A10C-3895-2D11-B2AB5BD6623D}"/>
              </a:ext>
            </a:extLst>
          </p:cNvPr>
          <p:cNvGrpSpPr>
            <a:grpSpLocks/>
          </p:cNvGrpSpPr>
          <p:nvPr/>
        </p:nvGrpSpPr>
        <p:grpSpPr bwMode="auto">
          <a:xfrm>
            <a:off x="9009063" y="595313"/>
            <a:ext cx="360362" cy="719137"/>
            <a:chOff x="995" y="2643"/>
            <a:chExt cx="227" cy="453"/>
          </a:xfrm>
        </p:grpSpPr>
        <p:sp>
          <p:nvSpPr>
            <p:cNvPr id="27684" name="Rectangle 55">
              <a:extLst>
                <a:ext uri="{FF2B5EF4-FFF2-40B4-BE49-F238E27FC236}">
                  <a16:creationId xmlns:a16="http://schemas.microsoft.com/office/drawing/2014/main" id="{3A55B5CB-8EC8-7B19-63A0-141BBBB46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117</a:t>
              </a:r>
            </a:p>
          </p:txBody>
        </p:sp>
        <p:sp>
          <p:nvSpPr>
            <p:cNvPr id="27685" name="Rectangle 56">
              <a:extLst>
                <a:ext uri="{FF2B5EF4-FFF2-40B4-BE49-F238E27FC236}">
                  <a16:creationId xmlns:a16="http://schemas.microsoft.com/office/drawing/2014/main" id="{7379C8D1-0A67-EEBF-CE1C-29F57CAF4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118</a:t>
              </a:r>
            </a:p>
          </p:txBody>
        </p:sp>
      </p:grpSp>
      <p:sp>
        <p:nvSpPr>
          <p:cNvPr id="27682" name="Text Box 59">
            <a:extLst>
              <a:ext uri="{FF2B5EF4-FFF2-40B4-BE49-F238E27FC236}">
                <a16:creationId xmlns:a16="http://schemas.microsoft.com/office/drawing/2014/main" id="{8F2D5524-B740-7384-066B-091B600D7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3650" y="1314450"/>
            <a:ext cx="5603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/>
              <a:t>C/V #9</a:t>
            </a:r>
          </a:p>
        </p:txBody>
      </p:sp>
      <p:sp>
        <p:nvSpPr>
          <p:cNvPr id="27683" name="AutoShape 58">
            <a:extLst>
              <a:ext uri="{FF2B5EF4-FFF2-40B4-BE49-F238E27FC236}">
                <a16:creationId xmlns:a16="http://schemas.microsoft.com/office/drawing/2014/main" id="{846BF87C-F01C-CAAF-C382-702FFF197EF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807450" y="615950"/>
            <a:ext cx="179388" cy="179388"/>
          </a:xfrm>
          <a:prstGeom prst="flowChartExtra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>
            <a:extLst>
              <a:ext uri="{FF2B5EF4-FFF2-40B4-BE49-F238E27FC236}">
                <a16:creationId xmlns:a16="http://schemas.microsoft.com/office/drawing/2014/main" id="{9BE4886A-7099-FB75-27DC-09483C8B9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450850"/>
            <a:ext cx="9113837" cy="6337300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28675" name="Rectangle 4">
            <a:extLst>
              <a:ext uri="{FF2B5EF4-FFF2-40B4-BE49-F238E27FC236}">
                <a16:creationId xmlns:a16="http://schemas.microsoft.com/office/drawing/2014/main" id="{D7D06292-6A8E-557A-0B42-FF6B2A6C4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6825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28676" name="Rectangle 5">
            <a:extLst>
              <a:ext uri="{FF2B5EF4-FFF2-40B4-BE49-F238E27FC236}">
                <a16:creationId xmlns:a16="http://schemas.microsoft.com/office/drawing/2014/main" id="{961D37BC-6AEB-ACC0-71AA-DE081EF6F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813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28677" name="Group 6">
            <a:extLst>
              <a:ext uri="{FF2B5EF4-FFF2-40B4-BE49-F238E27FC236}">
                <a16:creationId xmlns:a16="http://schemas.microsoft.com/office/drawing/2014/main" id="{EF716609-C4C4-6A7B-59B3-A35D0F543244}"/>
              </a:ext>
            </a:extLst>
          </p:cNvPr>
          <p:cNvGrpSpPr>
            <a:grpSpLocks/>
          </p:cNvGrpSpPr>
          <p:nvPr/>
        </p:nvGrpSpPr>
        <p:grpSpPr bwMode="auto">
          <a:xfrm>
            <a:off x="3116263" y="900113"/>
            <a:ext cx="3443287" cy="5599112"/>
            <a:chOff x="1125" y="1346"/>
            <a:chExt cx="2169" cy="4722"/>
          </a:xfrm>
        </p:grpSpPr>
        <p:sp>
          <p:nvSpPr>
            <p:cNvPr id="28723" name="Line 7">
              <a:extLst>
                <a:ext uri="{FF2B5EF4-FFF2-40B4-BE49-F238E27FC236}">
                  <a16:creationId xmlns:a16="http://schemas.microsoft.com/office/drawing/2014/main" id="{FF54FDA9-144F-3D01-1D1D-FC653D6671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28724" name="Line 8">
              <a:extLst>
                <a:ext uri="{FF2B5EF4-FFF2-40B4-BE49-F238E27FC236}">
                  <a16:creationId xmlns:a16="http://schemas.microsoft.com/office/drawing/2014/main" id="{C8DCD62A-050B-05E3-8155-55A31C537C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28678" name="Text Box 14">
            <a:extLst>
              <a:ext uri="{FF2B5EF4-FFF2-40B4-BE49-F238E27FC236}">
                <a16:creationId xmlns:a16="http://schemas.microsoft.com/office/drawing/2014/main" id="{24D8B005-8194-005A-30D3-571BB7C2E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888" y="6499225"/>
            <a:ext cx="2349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28679" name="Text Box 53">
            <a:extLst>
              <a:ext uri="{FF2B5EF4-FFF2-40B4-BE49-F238E27FC236}">
                <a16:creationId xmlns:a16="http://schemas.microsoft.com/office/drawing/2014/main" id="{88A39BF7-1D76-C6F3-7B05-081B38F21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650" y="6499225"/>
            <a:ext cx="2349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grpSp>
        <p:nvGrpSpPr>
          <p:cNvPr id="28680" name="Group 54">
            <a:extLst>
              <a:ext uri="{FF2B5EF4-FFF2-40B4-BE49-F238E27FC236}">
                <a16:creationId xmlns:a16="http://schemas.microsoft.com/office/drawing/2014/main" id="{C62C0803-B491-F588-A686-D958463FFD2E}"/>
              </a:ext>
            </a:extLst>
          </p:cNvPr>
          <p:cNvGrpSpPr>
            <a:grpSpLocks/>
          </p:cNvGrpSpPr>
          <p:nvPr/>
        </p:nvGrpSpPr>
        <p:grpSpPr bwMode="auto">
          <a:xfrm>
            <a:off x="9009063" y="595313"/>
            <a:ext cx="360362" cy="719137"/>
            <a:chOff x="995" y="2643"/>
            <a:chExt cx="227" cy="453"/>
          </a:xfrm>
        </p:grpSpPr>
        <p:sp>
          <p:nvSpPr>
            <p:cNvPr id="28721" name="Rectangle 55">
              <a:extLst>
                <a:ext uri="{FF2B5EF4-FFF2-40B4-BE49-F238E27FC236}">
                  <a16:creationId xmlns:a16="http://schemas.microsoft.com/office/drawing/2014/main" id="{2354F6E3-E95A-E1E1-5913-7A66DFB32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120</a:t>
              </a:r>
            </a:p>
          </p:txBody>
        </p:sp>
        <p:sp>
          <p:nvSpPr>
            <p:cNvPr id="28722" name="Rectangle 56">
              <a:extLst>
                <a:ext uri="{FF2B5EF4-FFF2-40B4-BE49-F238E27FC236}">
                  <a16:creationId xmlns:a16="http://schemas.microsoft.com/office/drawing/2014/main" id="{51D985FB-00AF-CDEB-C715-C5027D0C7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119</a:t>
              </a:r>
            </a:p>
          </p:txBody>
        </p:sp>
      </p:grpSp>
      <p:sp>
        <p:nvSpPr>
          <p:cNvPr id="28681" name="AutoShape 57">
            <a:extLst>
              <a:ext uri="{FF2B5EF4-FFF2-40B4-BE49-F238E27FC236}">
                <a16:creationId xmlns:a16="http://schemas.microsoft.com/office/drawing/2014/main" id="{C8A0532F-3E9F-165E-5E2C-E632B7349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8088" y="1135063"/>
            <a:ext cx="179387" cy="179387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28682" name="Text Box 59">
            <a:extLst>
              <a:ext uri="{FF2B5EF4-FFF2-40B4-BE49-F238E27FC236}">
                <a16:creationId xmlns:a16="http://schemas.microsoft.com/office/drawing/2014/main" id="{DFE2A2AA-B113-1334-45D8-577501CC3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0313" y="1314450"/>
            <a:ext cx="627062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/>
              <a:t>C/V #10</a:t>
            </a:r>
          </a:p>
        </p:txBody>
      </p:sp>
      <p:sp>
        <p:nvSpPr>
          <p:cNvPr id="28683" name="Text Box 60">
            <a:extLst>
              <a:ext uri="{FF2B5EF4-FFF2-40B4-BE49-F238E27FC236}">
                <a16:creationId xmlns:a16="http://schemas.microsoft.com/office/drawing/2014/main" id="{83BFB15B-02B0-2F67-5187-6357FF954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4351338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 SC_5 </a:t>
            </a:r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입고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CV119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CV120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)</a:t>
            </a:r>
          </a:p>
        </p:txBody>
      </p:sp>
      <p:sp>
        <p:nvSpPr>
          <p:cNvPr id="28684" name="Text Box 61">
            <a:extLst>
              <a:ext uri="{FF2B5EF4-FFF2-40B4-BE49-F238E27FC236}">
                <a16:creationId xmlns:a16="http://schemas.microsoft.com/office/drawing/2014/main" id="{C3820DEF-6A79-C52A-A7CC-B9F32F8E9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8025" y="1027113"/>
            <a:ext cx="3168650" cy="2682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RGV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도착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CV119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28685" name="Text Box 62">
            <a:extLst>
              <a:ext uri="{FF2B5EF4-FFF2-40B4-BE49-F238E27FC236}">
                <a16:creationId xmlns:a16="http://schemas.microsoft.com/office/drawing/2014/main" id="{2A392F8B-A8C4-63B3-30C9-E0F49F1A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6525" y="138747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CV119</a:t>
            </a:r>
          </a:p>
        </p:txBody>
      </p:sp>
      <p:sp>
        <p:nvSpPr>
          <p:cNvPr id="28686" name="Line 63">
            <a:extLst>
              <a:ext uri="{FF2B5EF4-FFF2-40B4-BE49-F238E27FC236}">
                <a16:creationId xmlns:a16="http://schemas.microsoft.com/office/drawing/2014/main" id="{CED3D721-61F3-FEA5-FEA5-0AA66B7F9E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6263" y="165100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8687" name="Text Box 64">
            <a:extLst>
              <a:ext uri="{FF2B5EF4-FFF2-40B4-BE49-F238E27FC236}">
                <a16:creationId xmlns:a16="http://schemas.microsoft.com/office/drawing/2014/main" id="{EA274D88-6491-7FEB-02CE-62110C9BC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75" y="151923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M0350 ON</a:t>
            </a:r>
          </a:p>
        </p:txBody>
      </p:sp>
      <p:sp>
        <p:nvSpPr>
          <p:cNvPr id="28688" name="Line 65">
            <a:extLst>
              <a:ext uri="{FF2B5EF4-FFF2-40B4-BE49-F238E27FC236}">
                <a16:creationId xmlns:a16="http://schemas.microsoft.com/office/drawing/2014/main" id="{4D01F122-2FCC-73D3-F5A0-76CFD2BFE2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7375" y="198913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8689" name="Text Box 66">
            <a:extLst>
              <a:ext uri="{FF2B5EF4-FFF2-40B4-BE49-F238E27FC236}">
                <a16:creationId xmlns:a16="http://schemas.microsoft.com/office/drawing/2014/main" id="{DEF8F5F6-1B4C-6247-B801-316B0EABE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438" y="174466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M0342 ON</a:t>
            </a:r>
          </a:p>
        </p:txBody>
      </p:sp>
      <p:sp>
        <p:nvSpPr>
          <p:cNvPr id="28690" name="Text Box 67">
            <a:extLst>
              <a:ext uri="{FF2B5EF4-FFF2-40B4-BE49-F238E27FC236}">
                <a16:creationId xmlns:a16="http://schemas.microsoft.com/office/drawing/2014/main" id="{A5D92364-CEC3-519F-E57B-BE655FD4A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175101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28691" name="Line 68">
            <a:extLst>
              <a:ext uri="{FF2B5EF4-FFF2-40B4-BE49-F238E27FC236}">
                <a16:creationId xmlns:a16="http://schemas.microsoft.com/office/drawing/2014/main" id="{4DAE9921-4CD9-6820-D77F-356B8E941D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7375" y="233838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8692" name="Text Box 69">
            <a:extLst>
              <a:ext uri="{FF2B5EF4-FFF2-40B4-BE49-F238E27FC236}">
                <a16:creationId xmlns:a16="http://schemas.microsoft.com/office/drawing/2014/main" id="{B9FBA7CF-2221-A4B8-DD26-B314E8D3BD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188" y="209391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M0891 ON</a:t>
            </a:r>
          </a:p>
        </p:txBody>
      </p:sp>
      <p:sp>
        <p:nvSpPr>
          <p:cNvPr id="28693" name="Text Box 70">
            <a:extLst>
              <a:ext uri="{FF2B5EF4-FFF2-40B4-BE49-F238E27FC236}">
                <a16:creationId xmlns:a16="http://schemas.microsoft.com/office/drawing/2014/main" id="{80A7D4E9-167C-A2D6-1CEB-5FB8DA5B0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1002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28694" name="Text Box 71">
            <a:extLst>
              <a:ext uri="{FF2B5EF4-FFF2-40B4-BE49-F238E27FC236}">
                <a16:creationId xmlns:a16="http://schemas.microsoft.com/office/drawing/2014/main" id="{73EA66F6-03BB-62F5-C774-E6B7519E5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150" y="279876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M0891 OFF</a:t>
            </a:r>
          </a:p>
        </p:txBody>
      </p:sp>
      <p:sp>
        <p:nvSpPr>
          <p:cNvPr id="28695" name="Text Box 72">
            <a:extLst>
              <a:ext uri="{FF2B5EF4-FFF2-40B4-BE49-F238E27FC236}">
                <a16:creationId xmlns:a16="http://schemas.microsoft.com/office/drawing/2014/main" id="{81180975-8DEC-78CC-8D6C-0F1CC464A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798763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28696" name="Text Box 73">
            <a:extLst>
              <a:ext uri="{FF2B5EF4-FFF2-40B4-BE49-F238E27FC236}">
                <a16:creationId xmlns:a16="http://schemas.microsoft.com/office/drawing/2014/main" id="{02BFBDB2-236E-F2D5-3F43-43D72AC42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438" y="245268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M0342 OFF</a:t>
            </a:r>
          </a:p>
        </p:txBody>
      </p:sp>
      <p:sp>
        <p:nvSpPr>
          <p:cNvPr id="28697" name="Text Box 74">
            <a:extLst>
              <a:ext uri="{FF2B5EF4-FFF2-40B4-BE49-F238E27FC236}">
                <a16:creationId xmlns:a16="http://schemas.microsoft.com/office/drawing/2014/main" id="{A5001DCE-5E3F-CAE7-8577-6EC9B17EF3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4590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28698" name="Line 75">
            <a:extLst>
              <a:ext uri="{FF2B5EF4-FFF2-40B4-BE49-F238E27FC236}">
                <a16:creationId xmlns:a16="http://schemas.microsoft.com/office/drawing/2014/main" id="{281F69A4-AA85-20C7-7841-0A8C876170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8963" y="2697163"/>
            <a:ext cx="3452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8699" name="Text Box 76">
            <a:extLst>
              <a:ext uri="{FF2B5EF4-FFF2-40B4-BE49-F238E27FC236}">
                <a16:creationId xmlns:a16="http://schemas.microsoft.com/office/drawing/2014/main" id="{FC1EC670-A093-0A0A-5947-E996304AD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1838" y="3114675"/>
            <a:ext cx="3168650" cy="404813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는 입고대 방향 확인 후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, </a:t>
            </a:r>
          </a:p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Tracking Area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Write</a:t>
            </a:r>
          </a:p>
        </p:txBody>
      </p:sp>
      <p:sp>
        <p:nvSpPr>
          <p:cNvPr id="28700" name="Line 77">
            <a:extLst>
              <a:ext uri="{FF2B5EF4-FFF2-40B4-BE49-F238E27FC236}">
                <a16:creationId xmlns:a16="http://schemas.microsoft.com/office/drawing/2014/main" id="{D5FCE101-77BE-6CFC-487D-BCB44269FE1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3563" y="3738563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438" name="Text Box 78">
            <a:extLst>
              <a:ext uri="{FF2B5EF4-FFF2-40B4-BE49-F238E27FC236}">
                <a16:creationId xmlns:a16="http://schemas.microsoft.com/office/drawing/2014/main" id="{BBA0A74A-6D7D-61C3-47EA-E4D4BD873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4288" y="3522663"/>
            <a:ext cx="21590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en-US" altLang="ko-KR" sz="1000" b="0" strike="sngStrike" dirty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Direction Mode Check(M0249)</a:t>
            </a:r>
          </a:p>
        </p:txBody>
      </p:sp>
      <p:sp>
        <p:nvSpPr>
          <p:cNvPr id="28702" name="Text Box 79">
            <a:extLst>
              <a:ext uri="{FF2B5EF4-FFF2-40B4-BE49-F238E27FC236}">
                <a16:creationId xmlns:a16="http://schemas.microsoft.com/office/drawing/2014/main" id="{072F52A2-BE35-4C76-13BD-27BAA936B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2575" y="3636963"/>
            <a:ext cx="2016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입고 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ON, 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출고 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OFF</a:t>
            </a:r>
          </a:p>
        </p:txBody>
      </p:sp>
      <p:sp>
        <p:nvSpPr>
          <p:cNvPr id="28703" name="Line 80">
            <a:extLst>
              <a:ext uri="{FF2B5EF4-FFF2-40B4-BE49-F238E27FC236}">
                <a16:creationId xmlns:a16="http://schemas.microsoft.com/office/drawing/2014/main" id="{DF9FC7AE-CA38-2903-E33A-1550AD508FF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3563" y="3965575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8704" name="Text Box 81">
            <a:extLst>
              <a:ext uri="{FF2B5EF4-FFF2-40B4-BE49-F238E27FC236}">
                <a16:creationId xmlns:a16="http://schemas.microsoft.com/office/drawing/2014/main" id="{4ED0258B-64A8-CBF3-C311-D475829D5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2575" y="3854450"/>
            <a:ext cx="2016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ON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이 아닐 경우 변경</a:t>
            </a:r>
          </a:p>
        </p:txBody>
      </p:sp>
      <p:sp>
        <p:nvSpPr>
          <p:cNvPr id="17442" name="Text Box 82">
            <a:extLst>
              <a:ext uri="{FF2B5EF4-FFF2-40B4-BE49-F238E27FC236}">
                <a16:creationId xmlns:a16="http://schemas.microsoft.com/office/drawing/2014/main" id="{9113DCCF-C856-9CDE-8593-23F4AF4290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563" y="3843338"/>
            <a:ext cx="8890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>
              <a:defRPr/>
            </a:pPr>
            <a:r>
              <a:rPr lang="en-US" altLang="ko-KR" sz="1000" b="0" strike="sngStrike" dirty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M0189 ON</a:t>
            </a:r>
          </a:p>
        </p:txBody>
      </p:sp>
      <p:sp>
        <p:nvSpPr>
          <p:cNvPr id="28706" name="AutoShape 83">
            <a:extLst>
              <a:ext uri="{FF2B5EF4-FFF2-40B4-BE49-F238E27FC236}">
                <a16:creationId xmlns:a16="http://schemas.microsoft.com/office/drawing/2014/main" id="{5A9FBDD7-EFF0-8A19-E34D-8F955853E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250" y="4081463"/>
            <a:ext cx="3028950" cy="1714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 (R0090~R0091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28707" name="Freeform 84">
            <a:extLst>
              <a:ext uri="{FF2B5EF4-FFF2-40B4-BE49-F238E27FC236}">
                <a16:creationId xmlns:a16="http://schemas.microsoft.com/office/drawing/2014/main" id="{E4C22EC5-024B-9E65-9CD9-ACBA432630A5}"/>
              </a:ext>
            </a:extLst>
          </p:cNvPr>
          <p:cNvSpPr>
            <a:spLocks/>
          </p:cNvSpPr>
          <p:nvPr/>
        </p:nvSpPr>
        <p:spPr bwMode="auto">
          <a:xfrm flipH="1">
            <a:off x="3108325" y="4051300"/>
            <a:ext cx="3455988" cy="228600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8708" name="Text Box 85">
            <a:extLst>
              <a:ext uri="{FF2B5EF4-FFF2-40B4-BE49-F238E27FC236}">
                <a16:creationId xmlns:a16="http://schemas.microsoft.com/office/drawing/2014/main" id="{67CD3547-D7D4-5A96-AAC6-2E03E05E6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5900" y="4084638"/>
            <a:ext cx="2016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Tracking Area </a:t>
            </a:r>
            <a:r>
              <a:rPr lang="ko-KR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번지 지정 참조</a:t>
            </a:r>
          </a:p>
        </p:txBody>
      </p:sp>
      <p:sp>
        <p:nvSpPr>
          <p:cNvPr id="28709" name="Text Box 86">
            <a:extLst>
              <a:ext uri="{FF2B5EF4-FFF2-40B4-BE49-F238E27FC236}">
                <a16:creationId xmlns:a16="http://schemas.microsoft.com/office/drawing/2014/main" id="{02A5FB43-A4CF-05F0-334B-7954D16E0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788" y="4387850"/>
            <a:ext cx="3168650" cy="404813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감지 되고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가 있으므로</a:t>
            </a:r>
          </a:p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CV120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로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Conveyor move</a:t>
            </a:r>
          </a:p>
        </p:txBody>
      </p:sp>
      <p:sp>
        <p:nvSpPr>
          <p:cNvPr id="28710" name="Text Box 87">
            <a:extLst>
              <a:ext uri="{FF2B5EF4-FFF2-40B4-BE49-F238E27FC236}">
                <a16:creationId xmlns:a16="http://schemas.microsoft.com/office/drawing/2014/main" id="{C68B9859-33C5-39FB-41E0-231BF50F8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663" y="5132388"/>
            <a:ext cx="3168650" cy="2682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CV120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 Pallet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도착</a:t>
            </a:r>
          </a:p>
        </p:txBody>
      </p:sp>
      <p:sp>
        <p:nvSpPr>
          <p:cNvPr id="28711" name="Text Box 88">
            <a:extLst>
              <a:ext uri="{FF2B5EF4-FFF2-40B4-BE49-F238E27FC236}">
                <a16:creationId xmlns:a16="http://schemas.microsoft.com/office/drawing/2014/main" id="{FDB661DA-81D2-B628-5E56-F7215D720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113" y="539908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CV120</a:t>
            </a:r>
          </a:p>
        </p:txBody>
      </p:sp>
      <p:sp>
        <p:nvSpPr>
          <p:cNvPr id="28712" name="Line 89">
            <a:extLst>
              <a:ext uri="{FF2B5EF4-FFF2-40B4-BE49-F238E27FC236}">
                <a16:creationId xmlns:a16="http://schemas.microsoft.com/office/drawing/2014/main" id="{7630A0E2-CBA1-A10E-DB9A-B4D804D341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7850" y="5622925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8713" name="Text Box 90">
            <a:extLst>
              <a:ext uri="{FF2B5EF4-FFF2-40B4-BE49-F238E27FC236}">
                <a16:creationId xmlns:a16="http://schemas.microsoft.com/office/drawing/2014/main" id="{2C50BE15-4138-4095-CD6E-CB2A1A0AB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963" y="549116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M0351 ON</a:t>
            </a:r>
          </a:p>
        </p:txBody>
      </p:sp>
      <p:sp>
        <p:nvSpPr>
          <p:cNvPr id="28714" name="Text Box 91">
            <a:extLst>
              <a:ext uri="{FF2B5EF4-FFF2-40B4-BE49-F238E27FC236}">
                <a16:creationId xmlns:a16="http://schemas.microsoft.com/office/drawing/2014/main" id="{70653D14-A617-2033-7617-E840C129B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113" y="47958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CV119</a:t>
            </a:r>
          </a:p>
        </p:txBody>
      </p:sp>
      <p:sp>
        <p:nvSpPr>
          <p:cNvPr id="28715" name="Line 92">
            <a:extLst>
              <a:ext uri="{FF2B5EF4-FFF2-40B4-BE49-F238E27FC236}">
                <a16:creationId xmlns:a16="http://schemas.microsoft.com/office/drawing/2014/main" id="{7986BADC-3ED1-18E5-5F67-C1BF0DC7CB72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7850" y="5059363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8716" name="Text Box 93">
            <a:extLst>
              <a:ext uri="{FF2B5EF4-FFF2-40B4-BE49-F238E27FC236}">
                <a16:creationId xmlns:a16="http://schemas.microsoft.com/office/drawing/2014/main" id="{5253A678-C1D3-677C-DBBD-31260D176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963" y="492760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M0350 OFF</a:t>
            </a:r>
          </a:p>
        </p:txBody>
      </p:sp>
      <p:sp>
        <p:nvSpPr>
          <p:cNvPr id="28717" name="Text Box 94">
            <a:extLst>
              <a:ext uri="{FF2B5EF4-FFF2-40B4-BE49-F238E27FC236}">
                <a16:creationId xmlns:a16="http://schemas.microsoft.com/office/drawing/2014/main" id="{47F7903E-4B59-FECE-D502-2937EE3567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663" y="5707063"/>
            <a:ext cx="3168650" cy="4302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ID Shift  </a:t>
            </a:r>
          </a:p>
          <a:p>
            <a:pPr algn="ctr" eaLnBrk="1" latinLnBrk="1" hangingPunct="1"/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CV119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영역에서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CV120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영역으로</a:t>
            </a:r>
          </a:p>
        </p:txBody>
      </p:sp>
      <p:sp>
        <p:nvSpPr>
          <p:cNvPr id="28718" name="Freeform 95">
            <a:extLst>
              <a:ext uri="{FF2B5EF4-FFF2-40B4-BE49-F238E27FC236}">
                <a16:creationId xmlns:a16="http://schemas.microsoft.com/office/drawing/2014/main" id="{4DB4B349-1E1E-D0FF-86C8-BF133FF954CA}"/>
              </a:ext>
            </a:extLst>
          </p:cNvPr>
          <p:cNvSpPr>
            <a:spLocks/>
          </p:cNvSpPr>
          <p:nvPr/>
        </p:nvSpPr>
        <p:spPr bwMode="auto">
          <a:xfrm>
            <a:off x="3135313" y="6249988"/>
            <a:ext cx="3455987" cy="198437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8719" name="AutoShape 96">
            <a:extLst>
              <a:ext uri="{FF2B5EF4-FFF2-40B4-BE49-F238E27FC236}">
                <a16:creationId xmlns:a16="http://schemas.microsoft.com/office/drawing/2014/main" id="{CEDD3729-D21A-87D6-1A48-1FB82B933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238" y="6261100"/>
            <a:ext cx="3028950" cy="1714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NO(R0092~R0093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28720" name="Text Box 97">
            <a:extLst>
              <a:ext uri="{FF2B5EF4-FFF2-40B4-BE49-F238E27FC236}">
                <a16:creationId xmlns:a16="http://schemas.microsoft.com/office/drawing/2014/main" id="{D19F1802-D455-9410-9675-96EBCAFA5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25" y="5556250"/>
            <a:ext cx="1609725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※ Exist Bit 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변경 이후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ECS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에서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0.5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초 이내에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읽어 가므로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PLC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는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Data Move</a:t>
            </a:r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 무결성  </a:t>
            </a:r>
          </a:p>
          <a:p>
            <a:pPr eaLnBrk="1" latinLnBrk="1" hangingPunct="1"/>
            <a:r>
              <a:rPr lang="ko-KR" altLang="en-US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을 보장 해야 함</a:t>
            </a:r>
            <a:r>
              <a:rPr lang="en-US" altLang="ko-KR" sz="10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603388-B57D-CE21-502D-DBE7CE1ED89F}"/>
              </a:ext>
            </a:extLst>
          </p:cNvPr>
          <p:cNvSpPr txBox="1"/>
          <p:nvPr/>
        </p:nvSpPr>
        <p:spPr>
          <a:xfrm>
            <a:off x="6008688" y="3497263"/>
            <a:ext cx="1420261" cy="1692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FF0000"/>
                </a:solidFill>
              </a:rPr>
              <a:t>[</a:t>
            </a:r>
            <a:r>
              <a:rPr lang="ko-KR" altLang="en-US" sz="1100">
                <a:solidFill>
                  <a:srgbClr val="FF0000"/>
                </a:solidFill>
              </a:rPr>
              <a:t>양방향 트랙이 아님</a:t>
            </a:r>
            <a:r>
              <a:rPr lang="en-US" altLang="ko-KR" sz="1100">
                <a:solidFill>
                  <a:srgbClr val="FF0000"/>
                </a:solidFill>
              </a:rPr>
              <a:t>?]</a:t>
            </a:r>
            <a:endParaRPr lang="ko-KR" altLang="en-US" sz="1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>
            <a:extLst>
              <a:ext uri="{FF2B5EF4-FFF2-40B4-BE49-F238E27FC236}">
                <a16:creationId xmlns:a16="http://schemas.microsoft.com/office/drawing/2014/main" id="{BA0D9A1E-7E2B-6A6C-4D32-70CB5A0B0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428307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(SC_5 </a:t>
            </a:r>
            <a:r>
              <a: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입고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CV119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6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CV120</a:t>
            </a:r>
            <a:r>
              <a:rPr lang="en-US" altLang="ko-KR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)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AAE89674-9341-96EA-F1EC-FC9F72379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450850"/>
            <a:ext cx="9113837" cy="6337300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6D49241E-C7C0-709D-0E58-50182853C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6825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DDBE20A9-AD8C-9B6D-7B6E-2AAFCB3BD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813" y="666750"/>
            <a:ext cx="1143000" cy="2286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2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29702" name="Group 6">
            <a:extLst>
              <a:ext uri="{FF2B5EF4-FFF2-40B4-BE49-F238E27FC236}">
                <a16:creationId xmlns:a16="http://schemas.microsoft.com/office/drawing/2014/main" id="{D01434F8-14A9-4EDC-C35F-E9E2225B3150}"/>
              </a:ext>
            </a:extLst>
          </p:cNvPr>
          <p:cNvGrpSpPr>
            <a:grpSpLocks/>
          </p:cNvGrpSpPr>
          <p:nvPr/>
        </p:nvGrpSpPr>
        <p:grpSpPr bwMode="auto">
          <a:xfrm>
            <a:off x="3116263" y="900113"/>
            <a:ext cx="3443287" cy="4375150"/>
            <a:chOff x="1125" y="1346"/>
            <a:chExt cx="2169" cy="4722"/>
          </a:xfrm>
        </p:grpSpPr>
        <p:sp>
          <p:nvSpPr>
            <p:cNvPr id="29734" name="Line 7">
              <a:extLst>
                <a:ext uri="{FF2B5EF4-FFF2-40B4-BE49-F238E27FC236}">
                  <a16:creationId xmlns:a16="http://schemas.microsoft.com/office/drawing/2014/main" id="{2AD0C47E-F916-9D1B-516D-5556596240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29735" name="Line 8">
              <a:extLst>
                <a:ext uri="{FF2B5EF4-FFF2-40B4-BE49-F238E27FC236}">
                  <a16:creationId xmlns:a16="http://schemas.microsoft.com/office/drawing/2014/main" id="{F1869938-100F-6391-B593-20FE6534A5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</p:grpSp>
      <p:sp>
        <p:nvSpPr>
          <p:cNvPr id="29703" name="Text Box 14">
            <a:extLst>
              <a:ext uri="{FF2B5EF4-FFF2-40B4-BE49-F238E27FC236}">
                <a16:creationId xmlns:a16="http://schemas.microsoft.com/office/drawing/2014/main" id="{5607F7D5-2E43-D8E7-5A65-00A0A5483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888" y="666750"/>
            <a:ext cx="2349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 eaLnBrk="1" latinLnBrk="1" hangingPunct="1"/>
            <a:r>
              <a:rPr lang="en-US" altLang="ko-KR" sz="4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29704" name="Text Box 35">
            <a:extLst>
              <a:ext uri="{FF2B5EF4-FFF2-40B4-BE49-F238E27FC236}">
                <a16:creationId xmlns:a16="http://schemas.microsoft.com/office/drawing/2014/main" id="{CFEF5E15-ECEB-BB3E-4C8C-4E3DDE5D1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588" y="1027113"/>
            <a:ext cx="3168650" cy="2682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S/C Call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을 위해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W.O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보고</a:t>
            </a:r>
          </a:p>
        </p:txBody>
      </p:sp>
      <p:sp>
        <p:nvSpPr>
          <p:cNvPr id="29705" name="Text Box 36">
            <a:extLst>
              <a:ext uri="{FF2B5EF4-FFF2-40B4-BE49-F238E27FC236}">
                <a16:creationId xmlns:a16="http://schemas.microsoft.com/office/drawing/2014/main" id="{70D74CCC-2A34-0719-8114-9D885C80A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2309813"/>
            <a:ext cx="3168650" cy="31273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S/C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이 도착하여 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100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29706" name="Line 37">
            <a:extLst>
              <a:ext uri="{FF2B5EF4-FFF2-40B4-BE49-F238E27FC236}">
                <a16:creationId xmlns:a16="http://schemas.microsoft.com/office/drawing/2014/main" id="{8BED228C-04F5-5937-12DB-DB8E8EF0A462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347980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07" name="Text Box 38">
            <a:extLst>
              <a:ext uri="{FF2B5EF4-FFF2-40B4-BE49-F238E27FC236}">
                <a16:creationId xmlns:a16="http://schemas.microsoft.com/office/drawing/2014/main" id="{B0CB6F8C-6A19-5272-93F4-364111694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32353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M0343 ON</a:t>
            </a:r>
          </a:p>
        </p:txBody>
      </p:sp>
      <p:sp>
        <p:nvSpPr>
          <p:cNvPr id="29708" name="Text Box 39">
            <a:extLst>
              <a:ext uri="{FF2B5EF4-FFF2-40B4-BE49-F238E27FC236}">
                <a16:creationId xmlns:a16="http://schemas.microsoft.com/office/drawing/2014/main" id="{0FF73750-BBAF-4C04-419C-40E35C857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324167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29709" name="Line 40">
            <a:extLst>
              <a:ext uri="{FF2B5EF4-FFF2-40B4-BE49-F238E27FC236}">
                <a16:creationId xmlns:a16="http://schemas.microsoft.com/office/drawing/2014/main" id="{C89F1CDB-E510-BA3C-ED48-66F2BCFFD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382905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10" name="Text Box 41">
            <a:extLst>
              <a:ext uri="{FF2B5EF4-FFF2-40B4-BE49-F238E27FC236}">
                <a16:creationId xmlns:a16="http://schemas.microsoft.com/office/drawing/2014/main" id="{7302CF37-06B7-C4A8-5609-DE73C9809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4300" y="3690938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M0893 ON</a:t>
            </a:r>
          </a:p>
        </p:txBody>
      </p:sp>
      <p:sp>
        <p:nvSpPr>
          <p:cNvPr id="29711" name="Text Box 42">
            <a:extLst>
              <a:ext uri="{FF2B5EF4-FFF2-40B4-BE49-F238E27FC236}">
                <a16:creationId xmlns:a16="http://schemas.microsoft.com/office/drawing/2014/main" id="{30EA85A0-8CEC-CDF2-D193-449BE637A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359092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29712" name="Line 43">
            <a:extLst>
              <a:ext uri="{FF2B5EF4-FFF2-40B4-BE49-F238E27FC236}">
                <a16:creationId xmlns:a16="http://schemas.microsoft.com/office/drawing/2014/main" id="{34FE7022-D2B3-F9CF-DAAC-D3B8CF6B54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0075" y="4491038"/>
            <a:ext cx="34528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13" name="Text Box 44">
            <a:extLst>
              <a:ext uri="{FF2B5EF4-FFF2-40B4-BE49-F238E27FC236}">
                <a16:creationId xmlns:a16="http://schemas.microsoft.com/office/drawing/2014/main" id="{9D30C3A4-4BC0-B872-563E-74529E58E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7263" y="42894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M0893 OFF</a:t>
            </a:r>
          </a:p>
        </p:txBody>
      </p:sp>
      <p:sp>
        <p:nvSpPr>
          <p:cNvPr id="29714" name="Text Box 45">
            <a:extLst>
              <a:ext uri="{FF2B5EF4-FFF2-40B4-BE49-F238E27FC236}">
                <a16:creationId xmlns:a16="http://schemas.microsoft.com/office/drawing/2014/main" id="{E2ADC6DD-ABB9-7E33-A39F-EB6487A39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4289425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29715" name="Text Box 46">
            <a:extLst>
              <a:ext uri="{FF2B5EF4-FFF2-40B4-BE49-F238E27FC236}">
                <a16:creationId xmlns:a16="http://schemas.microsoft.com/office/drawing/2014/main" id="{DCE5DF53-C2DF-C1E0-94E8-B51D1110C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2698750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Pallet Exist </a:t>
            </a:r>
            <a:r>
              <a:rPr lang="en-US" altLang="ko-KR" sz="1000">
                <a:solidFill>
                  <a:srgbClr val="FF0000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CV120</a:t>
            </a:r>
          </a:p>
        </p:txBody>
      </p:sp>
      <p:sp>
        <p:nvSpPr>
          <p:cNvPr id="29716" name="Line 47">
            <a:extLst>
              <a:ext uri="{FF2B5EF4-FFF2-40B4-BE49-F238E27FC236}">
                <a16:creationId xmlns:a16="http://schemas.microsoft.com/office/drawing/2014/main" id="{5AD01029-4EB4-1AD8-B011-87F9E12E58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2962275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17" name="Text Box 48">
            <a:extLst>
              <a:ext uri="{FF2B5EF4-FFF2-40B4-BE49-F238E27FC236}">
                <a16:creationId xmlns:a16="http://schemas.microsoft.com/office/drawing/2014/main" id="{9C25FDDD-2858-0DB1-15D0-7714DBDB8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2830513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M0351 OFF</a:t>
            </a:r>
          </a:p>
        </p:txBody>
      </p:sp>
      <p:sp>
        <p:nvSpPr>
          <p:cNvPr id="29718" name="Line 49">
            <a:extLst>
              <a:ext uri="{FF2B5EF4-FFF2-40B4-BE49-F238E27FC236}">
                <a16:creationId xmlns:a16="http://schemas.microsoft.com/office/drawing/2014/main" id="{462DE3A2-051D-7CAD-07EF-ECBA8C6579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4887913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19" name="Text Box 50">
            <a:extLst>
              <a:ext uri="{FF2B5EF4-FFF2-40B4-BE49-F238E27FC236}">
                <a16:creationId xmlns:a16="http://schemas.microsoft.com/office/drawing/2014/main" id="{228247E2-1EE8-DB13-E5CA-E74E783FD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46704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M0346 OFF</a:t>
            </a:r>
          </a:p>
        </p:txBody>
      </p:sp>
      <p:sp>
        <p:nvSpPr>
          <p:cNvPr id="29720" name="Text Box 51">
            <a:extLst>
              <a:ext uri="{FF2B5EF4-FFF2-40B4-BE49-F238E27FC236}">
                <a16:creationId xmlns:a16="http://schemas.microsoft.com/office/drawing/2014/main" id="{6D4235F5-87CE-3B8F-8FB4-9CD10D43D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4643438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29721" name="Text Box 52">
            <a:extLst>
              <a:ext uri="{FF2B5EF4-FFF2-40B4-BE49-F238E27FC236}">
                <a16:creationId xmlns:a16="http://schemas.microsoft.com/office/drawing/2014/main" id="{A3A072B1-CF29-B987-8876-9FE53EEF9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3943350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M0343 OFF</a:t>
            </a:r>
          </a:p>
        </p:txBody>
      </p:sp>
      <p:sp>
        <p:nvSpPr>
          <p:cNvPr id="29722" name="Text Box 53">
            <a:extLst>
              <a:ext uri="{FF2B5EF4-FFF2-40B4-BE49-F238E27FC236}">
                <a16:creationId xmlns:a16="http://schemas.microsoft.com/office/drawing/2014/main" id="{37E58516-B943-B166-467C-5B552096E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3949700"/>
            <a:ext cx="1709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29723" name="Line 54">
            <a:extLst>
              <a:ext uri="{FF2B5EF4-FFF2-40B4-BE49-F238E27FC236}">
                <a16:creationId xmlns:a16="http://schemas.microsoft.com/office/drawing/2014/main" id="{FD4630CF-CBE7-4F90-9DC1-BD8E028AC6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0075" y="4187825"/>
            <a:ext cx="34528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24" name="Freeform 55">
            <a:extLst>
              <a:ext uri="{FF2B5EF4-FFF2-40B4-BE49-F238E27FC236}">
                <a16:creationId xmlns:a16="http://schemas.microsoft.com/office/drawing/2014/main" id="{FDD3B105-6BFE-27CB-9B2F-D573C6E90D26}"/>
              </a:ext>
            </a:extLst>
          </p:cNvPr>
          <p:cNvSpPr>
            <a:spLocks/>
          </p:cNvSpPr>
          <p:nvPr/>
        </p:nvSpPr>
        <p:spPr bwMode="auto">
          <a:xfrm>
            <a:off x="3095625" y="1866900"/>
            <a:ext cx="3455988" cy="198438"/>
          </a:xfrm>
          <a:custGeom>
            <a:avLst/>
            <a:gdLst>
              <a:gd name="T0" fmla="*/ 2147483646 w 140"/>
              <a:gd name="T1" fmla="*/ 2147483646 h 29"/>
              <a:gd name="T2" fmla="*/ 2147483646 w 140"/>
              <a:gd name="T3" fmla="*/ 2147483646 h 29"/>
              <a:gd name="T4" fmla="*/ 2147483646 w 140"/>
              <a:gd name="T5" fmla="*/ 2147483646 h 29"/>
              <a:gd name="T6" fmla="*/ 0 w 140"/>
              <a:gd name="T7" fmla="*/ 2147483646 h 29"/>
              <a:gd name="T8" fmla="*/ 2147483646 w 140"/>
              <a:gd name="T9" fmla="*/ 2147483646 h 29"/>
              <a:gd name="T10" fmla="*/ 2147483646 w 140"/>
              <a:gd name="T11" fmla="*/ 2147483646 h 29"/>
              <a:gd name="T12" fmla="*/ 2147483646 w 140"/>
              <a:gd name="T13" fmla="*/ 2147483646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25" name="AutoShape 56">
            <a:extLst>
              <a:ext uri="{FF2B5EF4-FFF2-40B4-BE49-F238E27FC236}">
                <a16:creationId xmlns:a16="http://schemas.microsoft.com/office/drawing/2014/main" id="{33537966-AE75-7063-AC87-F1854FB91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550" y="1878013"/>
            <a:ext cx="3028950" cy="1714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JOB NO (R0092~R0093</a:t>
            </a:r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29726" name="Line 57">
            <a:extLst>
              <a:ext uri="{FF2B5EF4-FFF2-40B4-BE49-F238E27FC236}">
                <a16:creationId xmlns:a16="http://schemas.microsoft.com/office/drawing/2014/main" id="{0CC69683-AA7A-E455-BFC9-FA0BB2590B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9275" y="1624013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27" name="Text Box 58">
            <a:extLst>
              <a:ext uri="{FF2B5EF4-FFF2-40B4-BE49-F238E27FC236}">
                <a16:creationId xmlns:a16="http://schemas.microsoft.com/office/drawing/2014/main" id="{736EDCFC-EDFA-5DE6-50B2-36D36D5B1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8" y="1406525"/>
            <a:ext cx="889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M0346 ON</a:t>
            </a:r>
          </a:p>
        </p:txBody>
      </p:sp>
      <p:sp>
        <p:nvSpPr>
          <p:cNvPr id="29728" name="Text Box 59">
            <a:extLst>
              <a:ext uri="{FF2B5EF4-FFF2-40B4-BE49-F238E27FC236}">
                <a16:creationId xmlns:a16="http://schemas.microsoft.com/office/drawing/2014/main" id="{90F7E0DC-D87F-07DA-9002-76B361518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88" y="1379538"/>
            <a:ext cx="170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1000" b="0">
                <a:solidFill>
                  <a:schemeClr val="tx1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grpSp>
        <p:nvGrpSpPr>
          <p:cNvPr id="29729" name="Group 54">
            <a:extLst>
              <a:ext uri="{FF2B5EF4-FFF2-40B4-BE49-F238E27FC236}">
                <a16:creationId xmlns:a16="http://schemas.microsoft.com/office/drawing/2014/main" id="{CCEB934C-2C6D-3FDC-39FD-75FBE947EB9B}"/>
              </a:ext>
            </a:extLst>
          </p:cNvPr>
          <p:cNvGrpSpPr>
            <a:grpSpLocks/>
          </p:cNvGrpSpPr>
          <p:nvPr/>
        </p:nvGrpSpPr>
        <p:grpSpPr bwMode="auto">
          <a:xfrm>
            <a:off x="9009063" y="595313"/>
            <a:ext cx="360362" cy="719137"/>
            <a:chOff x="995" y="2643"/>
            <a:chExt cx="227" cy="453"/>
          </a:xfrm>
        </p:grpSpPr>
        <p:sp>
          <p:nvSpPr>
            <p:cNvPr id="29732" name="Rectangle 55">
              <a:extLst>
                <a:ext uri="{FF2B5EF4-FFF2-40B4-BE49-F238E27FC236}">
                  <a16:creationId xmlns:a16="http://schemas.microsoft.com/office/drawing/2014/main" id="{66F6D598-DD73-5FC1-EAF0-EE78C1C72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120</a:t>
              </a:r>
            </a:p>
          </p:txBody>
        </p:sp>
        <p:sp>
          <p:nvSpPr>
            <p:cNvPr id="29733" name="Rectangle 56">
              <a:extLst>
                <a:ext uri="{FF2B5EF4-FFF2-40B4-BE49-F238E27FC236}">
                  <a16:creationId xmlns:a16="http://schemas.microsoft.com/office/drawing/2014/main" id="{0A2235FB-94FD-FD92-4C0B-7F4EA13C4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1pPr>
              <a:lvl2pPr marL="742950" indent="-28575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2pPr>
              <a:lvl3pPr marL="11430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3pPr>
              <a:lvl4pPr marL="16002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4pPr>
              <a:lvl5pPr marL="2057400" indent="-228600"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rgbClr val="000099"/>
                  </a:solidFill>
                  <a:latin typeface="Tahoma" panose="020B0604030504040204" pitchFamily="34" charset="0"/>
                  <a:ea typeface="돋움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>
                  <a:solidFill>
                    <a:srgbClr val="FF0000"/>
                  </a:solidFill>
                </a:rPr>
                <a:t>119</a:t>
              </a:r>
            </a:p>
          </p:txBody>
        </p:sp>
      </p:grpSp>
      <p:sp>
        <p:nvSpPr>
          <p:cNvPr id="29730" name="AutoShape 57">
            <a:extLst>
              <a:ext uri="{FF2B5EF4-FFF2-40B4-BE49-F238E27FC236}">
                <a16:creationId xmlns:a16="http://schemas.microsoft.com/office/drawing/2014/main" id="{E9E9FC8F-895F-8612-E6C9-D9841F5FA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8088" y="1135063"/>
            <a:ext cx="179387" cy="179387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29731" name="Text Box 59">
            <a:extLst>
              <a:ext uri="{FF2B5EF4-FFF2-40B4-BE49-F238E27FC236}">
                <a16:creationId xmlns:a16="http://schemas.microsoft.com/office/drawing/2014/main" id="{3510E0CB-ABE6-2EBC-D5D5-6E77DBDFA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0313" y="1314450"/>
            <a:ext cx="627062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1pPr>
            <a:lvl2pPr marL="742950" indent="-28575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2pPr>
            <a:lvl3pPr marL="11430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3pPr>
            <a:lvl4pPr marL="16002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4pPr>
            <a:lvl5pPr marL="2057400" indent="-228600"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/>
              <a:t>C/V #10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Times New Roman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85725" marR="0" indent="-85725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0" u="none" strike="noStrike" cap="none" normalizeH="0" baseline="0" smtClean="0">
            <a:ln>
              <a:noFill/>
            </a:ln>
            <a:solidFill>
              <a:srgbClr val="000099"/>
            </a:solidFill>
            <a:effectLst/>
            <a:latin typeface="Tahoma" panose="020B0604030504040204" pitchFamily="34" charset="0"/>
            <a:ea typeface="돋움체" panose="020B0609000101010101" pitchFamily="49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85725" marR="0" indent="-85725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0" u="none" strike="noStrike" cap="none" normalizeH="0" baseline="0" smtClean="0">
            <a:ln>
              <a:noFill/>
            </a:ln>
            <a:solidFill>
              <a:srgbClr val="000099"/>
            </a:solidFill>
            <a:effectLst/>
            <a:latin typeface="Tahoma" panose="020B0604030504040204" pitchFamily="34" charset="0"/>
            <a:ea typeface="돋움체" panose="020B0609000101010101" pitchFamily="49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33884</TotalTime>
  <Words>2733</Words>
  <Application>Microsoft Office PowerPoint</Application>
  <PresentationFormat>사용자 지정</PresentationFormat>
  <Paragraphs>799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3" baseType="lpstr">
      <vt:lpstr>굴림</vt:lpstr>
      <vt:lpstr>돋움체</vt:lpstr>
      <vt:lpstr>바탕체</vt:lpstr>
      <vt:lpstr>Arial</vt:lpstr>
      <vt:lpstr>Tahoma</vt:lpstr>
      <vt:lpstr>Times New Roman</vt:lpstr>
      <vt:lpstr>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 CNS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WISE2 PM작업 계획서</dc:title>
  <dc:creator>WISE3 SM, 운영</dc:creator>
  <cp:lastModifiedBy>USER</cp:lastModifiedBy>
  <cp:revision>1917</cp:revision>
  <cp:lastPrinted>2000-12-21T01:39:39Z</cp:lastPrinted>
  <dcterms:created xsi:type="dcterms:W3CDTF">1999-05-06T22:41:56Z</dcterms:created>
  <dcterms:modified xsi:type="dcterms:W3CDTF">2026-08-21T21:01:21Z</dcterms:modified>
</cp:coreProperties>
</file>